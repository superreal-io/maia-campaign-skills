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10.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10.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media/image1.svg" ContentType="image/svg+xml"/>
  <Override PartName="/ppt/media/image11.svg" ContentType="image/svg+xml"/>
  <Override PartName="/ppt/media/image14.svg" ContentType="image/svg+xml"/>
  <Override PartName="/ppt/media/image15.svg" ContentType="image/svg+xml"/>
  <Override PartName="/ppt/media/image17.svg" ContentType="image/svg+xml"/>
  <Override PartName="/ppt/media/image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32.svg" ContentType="image/svg+xml"/>
  <Override PartName="/ppt/media/image33.svg" ContentType="image/svg+xml"/>
  <Override PartName="/ppt/media/image4.svg" ContentType="image/svg+xml"/>
  <Override PartName="/ppt/media/image41.svg" ContentType="image/svg+xml"/>
  <Override PartName="/ppt/media/image43.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embedTrueTypeFonts="1">
  <p:sldMasterIdLst>
    <p:sldMasterId id="2147484030" r:id="rId128"/>
    <p:sldMasterId id="2147483648" r:id="rId4"/>
  </p:sldMasterIdLst>
  <p:notesMasterIdLst>
    <p:notesMasterId r:id="rId28"/>
  </p:notesMasterIdLst>
  <p:handoutMasterIdLst>
    <p:handoutMasterId r:id="rId29"/>
  </p:handoutMasterIdLst>
  <p:sldIdLst>
    <p:sldId id="257" r:id="rId129"/>
    <p:sldId id="258" r:id="rId130"/>
    <p:sldId id="259" r:id="rId131"/>
    <p:sldId id="260" r:id="rId132"/>
    <p:sldId id="262" r:id="rId133"/>
    <p:sldId id="263" r:id="rId134"/>
    <p:sldId id="264" r:id="rId135"/>
    <p:sldId id="265" r:id="rId136"/>
    <p:sldId id="266" r:id="rId137"/>
    <p:sldId id="268" r:id="rId138"/>
    <p:sldId id="269" r:id="rId139"/>
    <p:sldId id="270" r:id="rId140"/>
    <p:sldId id="271" r:id="rId141"/>
    <p:sldId id="272" r:id="rId142"/>
    <p:sldId id="274" r:id="rId143"/>
    <p:sldId id="267" r:id="rId5"/>
    <p:sldId id="2147483533" r:id="rId6"/>
    <p:sldId id="2147483543" r:id="rId47"/>
    <p:sldId id="2147483544" r:id="rId48"/>
    <p:sldId id="2147483545" r:id="rId49"/>
    <p:sldId id="2147483546" r:id="rId50"/>
    <p:sldId id="2147483547" r:id="rId51"/>
    <p:sldId id="2147483548" r:id="rId52"/>
    <p:sldId id="2147483549" r:id="rId53"/>
    <p:sldId id="2147483550" r:id="rId54"/>
    <p:sldId id="2147483551" r:id="rId55"/>
    <p:sldId id="2147483552" r:id="rId56"/>
    <p:sldId id="275" r:id="rId144"/>
    <p:sldId id="276" r:id="rId145"/>
    <p:sldId id="277" r:id="rId146"/>
    <p:sldId id="278" r:id="rId147"/>
    <p:sldId id="2147483516" r:id="rId7"/>
    <p:sldId id="273" r:id="rId8"/>
    <p:sldId id="279" r:id="rId148"/>
    <p:sldId id="280" r:id="rId149"/>
    <p:sldId id="281" r:id="rId150"/>
    <p:sldId id="282" r:id="rId151"/>
    <p:sldId id="283" r:id="rId152"/>
    <p:sldId id="284" r:id="rId153"/>
    <p:sldId id="285" r:id="rId154"/>
    <p:sldId id="286" r:id="rId155"/>
    <p:sldId id="287" r:id="rId156"/>
    <p:sldId id="288" r:id="rId157"/>
    <p:sldId id="307" r:id="rId174"/>
    <p:sldId id="308" r:id="rId175"/>
    <p:sldId id="309" r:id="rId176"/>
    <p:sldId id="310" r:id="rId177"/>
    <p:sldId id="311" r:id="rId178"/>
    <p:sldId id="2147483554" r:id="rId58"/>
    <p:sldId id="2147483555" r:id="rId59"/>
    <p:sldId id="2147483556" r:id="rId60"/>
    <p:sldId id="2147483557" r:id="rId61"/>
    <p:sldId id="2147483558" r:id="rId62"/>
    <p:sldId id="2147483559" r:id="rId63"/>
    <p:sldId id="2147483560" r:id="rId64"/>
    <p:sldId id="2147483561" r:id="rId65"/>
    <p:sldId id="2147483562" r:id="rId66"/>
    <p:sldId id="2147483563" r:id="rId67"/>
    <p:sldId id="2147483564" r:id="rId68"/>
    <p:sldId id="2147483565" r:id="rId69"/>
    <p:sldId id="2147483566" r:id="rId70"/>
    <p:sldId id="2147483567" r:id="rId71"/>
    <p:sldId id="2147483568" r:id="rId72"/>
    <p:sldId id="2147483569" r:id="rId73"/>
    <p:sldId id="2147483608" r:id="rId112"/>
    <p:sldId id="2147483609" r:id="rId113"/>
    <p:sldId id="2147483610" r:id="rId114"/>
    <p:sldId id="2147483611" r:id="rId115"/>
    <p:sldId id="2147483612" r:id="rId116"/>
    <p:sldId id="2147483613" r:id="rId117"/>
    <p:sldId id="2147483614" r:id="rId118"/>
    <p:sldId id="2147483615" r:id="rId119"/>
    <p:sldId id="2147483616" r:id="rId120"/>
    <p:sldId id="2147483617" r:id="rId121"/>
    <p:sldId id="2147483618" r:id="rId122"/>
    <p:sldId id="289" r:id="rId158"/>
    <p:sldId id="290" r:id="rId159"/>
    <p:sldId id="2147483603" r:id="rId107"/>
    <p:sldId id="291" r:id="rId160"/>
    <p:sldId id="292" r:id="rId161"/>
    <p:sldId id="293" r:id="rId162"/>
    <p:sldId id="294" r:id="rId163"/>
    <p:sldId id="298" r:id="rId167"/>
    <p:sldId id="299" r:id="rId168"/>
    <p:sldId id="300" r:id="rId169"/>
    <p:sldId id="303" r:id="rId171"/>
    <p:sldId id="256" r:id="rId9"/>
    <p:sldId id="2147483537" r:id="rId10"/>
    <p:sldId id="2147483538" r:id="rId11"/>
    <p:sldId id="2147483539" r:id="rId12"/>
    <p:sldId id="2147483541" r:id="rId13"/>
    <p:sldId id="2147483540" r:id="rId14"/>
    <p:sldId id="2147483542" r:id="rId15"/>
    <p:sldId id="302" r:id="rId16"/>
    <p:sldId id="360" r:id="rId17"/>
    <p:sldId id="304" r:id="rId18"/>
    <p:sldId id="2147483553" r:id="rId57"/>
    <p:sldId id="2147483570" r:id="rId74"/>
    <p:sldId id="2147483571" r:id="rId75"/>
    <p:sldId id="2147483572" r:id="rId76"/>
    <p:sldId id="2147483573" r:id="rId77"/>
    <p:sldId id="2147483574" r:id="rId78"/>
    <p:sldId id="2147483575" r:id="rId79"/>
    <p:sldId id="2147483577" r:id="rId81"/>
    <p:sldId id="2147483585" r:id="rId89"/>
    <p:sldId id="2147483586" r:id="rId90"/>
    <p:sldId id="2147483587" r:id="rId91"/>
    <p:sldId id="2147483588" r:id="rId92"/>
    <p:sldId id="2147483589" r:id="rId93"/>
    <p:sldId id="2147483590" r:id="rId94"/>
    <p:sldId id="2147483591" r:id="rId95"/>
    <p:sldId id="2147483592" r:id="rId96"/>
    <p:sldId id="295" r:id="rId164"/>
    <p:sldId id="296" r:id="rId165"/>
    <p:sldId id="297" r:id="rId166"/>
    <p:sldId id="2147483576" r:id="rId80"/>
    <p:sldId id="2147483578" r:id="rId82"/>
    <p:sldId id="2147483579" r:id="rId83"/>
    <p:sldId id="2147483580" r:id="rId84"/>
    <p:sldId id="2147483581" r:id="rId85"/>
    <p:sldId id="2147483582" r:id="rId86"/>
    <p:sldId id="2147483583" r:id="rId87"/>
    <p:sldId id="2147483584" r:id="rId88"/>
    <p:sldId id="2147483593" r:id="rId97"/>
    <p:sldId id="2147483594" r:id="rId98"/>
    <p:sldId id="2147483595" r:id="rId99"/>
    <p:sldId id="2147483596" r:id="rId100"/>
    <p:sldId id="2147483597" r:id="rId101"/>
    <p:sldId id="2147483598" r:id="rId102"/>
    <p:sldId id="2147483599" r:id="rId103"/>
    <p:sldId id="2147483600" r:id="rId104"/>
    <p:sldId id="301" r:id="rId170"/>
    <p:sldId id="322" r:id="rId22"/>
    <p:sldId id="261" r:id="rId23"/>
    <p:sldId id="345" r:id="rId24"/>
    <p:sldId id="346" r:id="rId26"/>
    <p:sldId id="305" r:id="rId172"/>
    <p:sldId id="306" r:id="rId173"/>
    <p:sldId id="337" r:id="rId19"/>
    <p:sldId id="2147483604" r:id="rId108"/>
    <p:sldId id="2147483605" r:id="rId109"/>
    <p:sldId id="2147483606" r:id="rId110"/>
    <p:sldId id="2147483607" r:id="rId111"/>
    <p:sldId id="332" r:id="rId20"/>
    <p:sldId id="333" r:id="rId21"/>
    <p:sldId id="349" r:id="rId25"/>
    <p:sldId id="2147483601" r:id="rId105"/>
    <p:sldId id="2147483602" r:id="rId106"/>
    <p:sldId id="312" r:id="rId179"/>
    <p:sldId id="313" r:id="rId180"/>
    <p:sldId id="342" r:id="rId27"/>
    <p:sldId id="2147483619" r:id="rId123"/>
    <p:sldId id="2147483620" r:id="rId124"/>
    <p:sldId id="2147483621" r:id="rId125"/>
    <p:sldId id="2147483622" r:id="rId126"/>
    <p:sldId id="2147483623" r:id="rId127"/>
  </p:sldIdLst>
  <p:sldSz cx="12192000" cy="6858000"/>
  <p:notesSz cx="6858000" cy="9144000"/>
  <p:embeddedFontLst>
    <p:embeddedFont>
      <p:font typeface="Movistar Sans" panose="00000000000000000000" pitchFamily="2" charset="0"/>
      <p:regular r:id="rId181"/>
      <p:bold r:id="rId182"/>
      <p:italic r:id="rId183"/>
      <p:boldItalic r:id="rId184"/>
    </p:embeddedFont>
    <p:embeddedFont>
      <p:font typeface="Movistar Sans Medium" panose="00000000000000000000" pitchFamily="2" charset="0"/>
      <p:regular r:id="rId185"/>
      <p:bold r:id="rId186"/>
      <p:italic r:id="rId187"/>
      <p:boldItalic r:id="rId188"/>
    </p:embeddedFont>
    <p:embeddedFont>
      <p:font typeface="Movistar Sans Extrabold" panose="00000000000000000000" pitchFamily="2" charset="0"/>
      <p:regular r:id="rId189"/>
      <p:bold r:id="rId190"/>
      <p:italic r:id="rId191"/>
      <p:boldItalic r:id="rId19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A2C13"/>
    <a:srgbClr val="624900"/>
    <a:srgbClr val="DFDBD6"/>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1B6F99-6B72-AA43-A181-411C8C2A1794}" v="3" dt="2026-03-20T15:04:42.7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90"/>
    <p:restoredTop sz="96171"/>
  </p:normalViewPr>
  <p:slideViewPr>
    <p:cSldViewPr snapToGrid="0" showGuides="1">
      <p:cViewPr>
        <p:scale>
          <a:sx n="119" d="100"/>
          <a:sy n="119" d="100"/>
        </p:scale>
        <p:origin x="1384" y="96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 d="1"/>
        <a:sy n="1" d="1"/>
      </p:scale>
      <p:origin x="0" y="0"/>
    </p:cViewPr>
  </p:sorterViewPr>
  <p:notesViewPr>
    <p:cSldViewPr snapToGrid="0" showGuides="1">
      <p:cViewPr varScale="1">
        <p:scale>
          <a:sx n="118" d="100"/>
          <a:sy n="118" d="100"/>
        </p:scale>
        <p:origin x="3008" y="21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6.xml"/><Relationship Id="rId6" Type="http://schemas.openxmlformats.org/officeDocument/2006/relationships/slide" Target="slides/slide17.xml"/><Relationship Id="rId7" Type="http://schemas.openxmlformats.org/officeDocument/2006/relationships/slide" Target="slides/slide32.xml"/><Relationship Id="rId8" Type="http://schemas.openxmlformats.org/officeDocument/2006/relationships/slide" Target="slides/slide33.xml"/><Relationship Id="rId9" Type="http://schemas.openxmlformats.org/officeDocument/2006/relationships/slide" Target="slides/slide87.xml"/><Relationship Id="rId10" Type="http://schemas.openxmlformats.org/officeDocument/2006/relationships/slide" Target="slides/slide88.xml"/><Relationship Id="rId11" Type="http://schemas.openxmlformats.org/officeDocument/2006/relationships/slide" Target="slides/slide89.xml"/><Relationship Id="rId12" Type="http://schemas.openxmlformats.org/officeDocument/2006/relationships/slide" Target="slides/slide90.xml"/><Relationship Id="rId13" Type="http://schemas.openxmlformats.org/officeDocument/2006/relationships/slide" Target="slides/slide91.xml"/><Relationship Id="rId14" Type="http://schemas.openxmlformats.org/officeDocument/2006/relationships/slide" Target="slides/slide92.xml"/><Relationship Id="rId15" Type="http://schemas.openxmlformats.org/officeDocument/2006/relationships/slide" Target="slides/slide93.xml"/><Relationship Id="rId16" Type="http://schemas.openxmlformats.org/officeDocument/2006/relationships/slide" Target="slides/slide94.xml"/><Relationship Id="rId17" Type="http://schemas.openxmlformats.org/officeDocument/2006/relationships/slide" Target="slides/slide95.xml"/><Relationship Id="rId18" Type="http://schemas.openxmlformats.org/officeDocument/2006/relationships/slide" Target="slides/slide96.xml"/><Relationship Id="rId19" Type="http://schemas.openxmlformats.org/officeDocument/2006/relationships/slide" Target="slides/slide139.xml"/><Relationship Id="rId20" Type="http://schemas.openxmlformats.org/officeDocument/2006/relationships/slide" Target="slides/slide144.xml"/><Relationship Id="rId21" Type="http://schemas.openxmlformats.org/officeDocument/2006/relationships/slide" Target="slides/slide145.xml"/><Relationship Id="rId22" Type="http://schemas.openxmlformats.org/officeDocument/2006/relationships/slide" Target="slides/slide133.xml"/><Relationship Id="rId23" Type="http://schemas.openxmlformats.org/officeDocument/2006/relationships/slide" Target="slides/slide134.xml"/><Relationship Id="rId24" Type="http://schemas.openxmlformats.org/officeDocument/2006/relationships/slide" Target="slides/slide135.xml"/><Relationship Id="rId25" Type="http://schemas.openxmlformats.org/officeDocument/2006/relationships/slide" Target="slides/slide146.xml"/><Relationship Id="rId26" Type="http://schemas.openxmlformats.org/officeDocument/2006/relationships/slide" Target="slides/slide136.xml"/><Relationship Id="rId27" Type="http://schemas.openxmlformats.org/officeDocument/2006/relationships/slide" Target="slides/slide151.xml"/><Relationship Id="rId28" Type="http://schemas.openxmlformats.org/officeDocument/2006/relationships/notesMaster" Target="notesMasters/notesMaster1.xml"/><Relationship Id="rId29" Type="http://schemas.openxmlformats.org/officeDocument/2006/relationships/handoutMaster" Target="handoutMasters/handout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 Id="rId46" Type="http://schemas.microsoft.com/office/2015/10/relationships/revisionInfo" Target="revisionInfo.xml"/><Relationship Id="rId47" Type="http://schemas.openxmlformats.org/officeDocument/2006/relationships/slide" Target="slides/slide18.xml"/><Relationship Id="rId48" Type="http://schemas.openxmlformats.org/officeDocument/2006/relationships/slide" Target="slides/slide19.xml"/><Relationship Id="rId49" Type="http://schemas.openxmlformats.org/officeDocument/2006/relationships/slide" Target="slides/slide20.xml"/><Relationship Id="rId50" Type="http://schemas.openxmlformats.org/officeDocument/2006/relationships/slide" Target="slides/slide21.xml"/><Relationship Id="rId51" Type="http://schemas.openxmlformats.org/officeDocument/2006/relationships/slide" Target="slides/slide22.xml"/><Relationship Id="rId52" Type="http://schemas.openxmlformats.org/officeDocument/2006/relationships/slide" Target="slides/slide23.xml"/><Relationship Id="rId53" Type="http://schemas.openxmlformats.org/officeDocument/2006/relationships/slide" Target="slides/slide24.xml"/><Relationship Id="rId54" Type="http://schemas.openxmlformats.org/officeDocument/2006/relationships/slide" Target="slides/slide25.xml"/><Relationship Id="rId55" Type="http://schemas.openxmlformats.org/officeDocument/2006/relationships/slide" Target="slides/slide26.xml"/><Relationship Id="rId56" Type="http://schemas.openxmlformats.org/officeDocument/2006/relationships/slide" Target="slides/slide27.xml"/><Relationship Id="rId57" Type="http://schemas.openxmlformats.org/officeDocument/2006/relationships/slide" Target="slides/slide97.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98.xml"/><Relationship Id="rId75" Type="http://schemas.openxmlformats.org/officeDocument/2006/relationships/slide" Target="slides/slide99.xml"/><Relationship Id="rId76" Type="http://schemas.openxmlformats.org/officeDocument/2006/relationships/slide" Target="slides/slide100.xml"/><Relationship Id="rId77" Type="http://schemas.openxmlformats.org/officeDocument/2006/relationships/slide" Target="slides/slide101.xml"/><Relationship Id="rId78" Type="http://schemas.openxmlformats.org/officeDocument/2006/relationships/slide" Target="slides/slide102.xml"/><Relationship Id="rId79" Type="http://schemas.openxmlformats.org/officeDocument/2006/relationships/slide" Target="slides/slide103.xml"/><Relationship Id="rId80" Type="http://schemas.openxmlformats.org/officeDocument/2006/relationships/slide" Target="slides/slide116.xml"/><Relationship Id="rId81" Type="http://schemas.openxmlformats.org/officeDocument/2006/relationships/slide" Target="slides/slide104.xml"/><Relationship Id="rId82" Type="http://schemas.openxmlformats.org/officeDocument/2006/relationships/slide" Target="slides/slide117.xml"/><Relationship Id="rId83" Type="http://schemas.openxmlformats.org/officeDocument/2006/relationships/slide" Target="slides/slide118.xml"/><Relationship Id="rId84" Type="http://schemas.openxmlformats.org/officeDocument/2006/relationships/slide" Target="slides/slide119.xml"/><Relationship Id="rId85" Type="http://schemas.openxmlformats.org/officeDocument/2006/relationships/slide" Target="slides/slide120.xml"/><Relationship Id="rId86" Type="http://schemas.openxmlformats.org/officeDocument/2006/relationships/slide" Target="slides/slide121.xml"/><Relationship Id="rId87" Type="http://schemas.openxmlformats.org/officeDocument/2006/relationships/slide" Target="slides/slide122.xml"/><Relationship Id="rId88" Type="http://schemas.openxmlformats.org/officeDocument/2006/relationships/slide" Target="slides/slide123.xml"/><Relationship Id="rId89" Type="http://schemas.openxmlformats.org/officeDocument/2006/relationships/slide" Target="slides/slide105.xml"/><Relationship Id="rId90" Type="http://schemas.openxmlformats.org/officeDocument/2006/relationships/slide" Target="slides/slide106.xml"/><Relationship Id="rId91" Type="http://schemas.openxmlformats.org/officeDocument/2006/relationships/slide" Target="slides/slide107.xml"/><Relationship Id="rId92" Type="http://schemas.openxmlformats.org/officeDocument/2006/relationships/slide" Target="slides/slide108.xml"/><Relationship Id="rId93" Type="http://schemas.openxmlformats.org/officeDocument/2006/relationships/slide" Target="slides/slide109.xml"/><Relationship Id="rId94" Type="http://schemas.openxmlformats.org/officeDocument/2006/relationships/slide" Target="slides/slide110.xml"/><Relationship Id="rId95" Type="http://schemas.openxmlformats.org/officeDocument/2006/relationships/slide" Target="slides/slide111.xml"/><Relationship Id="rId96" Type="http://schemas.openxmlformats.org/officeDocument/2006/relationships/slide" Target="slides/slide112.xml"/><Relationship Id="rId97" Type="http://schemas.openxmlformats.org/officeDocument/2006/relationships/slide" Target="slides/slide124.xml"/><Relationship Id="rId98" Type="http://schemas.openxmlformats.org/officeDocument/2006/relationships/slide" Target="slides/slide125.xml"/><Relationship Id="rId99" Type="http://schemas.openxmlformats.org/officeDocument/2006/relationships/slide" Target="slides/slide126.xml"/><Relationship Id="rId100" Type="http://schemas.openxmlformats.org/officeDocument/2006/relationships/slide" Target="slides/slide127.xml"/><Relationship Id="rId101" Type="http://schemas.openxmlformats.org/officeDocument/2006/relationships/slide" Target="slides/slide128.xml"/><Relationship Id="rId102" Type="http://schemas.openxmlformats.org/officeDocument/2006/relationships/slide" Target="slides/slide129.xml"/><Relationship Id="rId103" Type="http://schemas.openxmlformats.org/officeDocument/2006/relationships/slide" Target="slides/slide130.xml"/><Relationship Id="rId104" Type="http://schemas.openxmlformats.org/officeDocument/2006/relationships/slide" Target="slides/slide131.xml"/><Relationship Id="rId105" Type="http://schemas.openxmlformats.org/officeDocument/2006/relationships/slide" Target="slides/slide147.xml"/><Relationship Id="rId106" Type="http://schemas.openxmlformats.org/officeDocument/2006/relationships/slide" Target="slides/slide148.xml"/><Relationship Id="rId107" Type="http://schemas.openxmlformats.org/officeDocument/2006/relationships/slide" Target="slides/slide78.xml"/><Relationship Id="rId108" Type="http://schemas.openxmlformats.org/officeDocument/2006/relationships/slide" Target="slides/slide140.xml"/><Relationship Id="rId109" Type="http://schemas.openxmlformats.org/officeDocument/2006/relationships/slide" Target="slides/slide141.xml"/><Relationship Id="rId110" Type="http://schemas.openxmlformats.org/officeDocument/2006/relationships/slide" Target="slides/slide142.xml"/><Relationship Id="rId111" Type="http://schemas.openxmlformats.org/officeDocument/2006/relationships/slide" Target="slides/slide143.xml"/><Relationship Id="rId112" Type="http://schemas.openxmlformats.org/officeDocument/2006/relationships/slide" Target="slides/slide65.xml"/><Relationship Id="rId113" Type="http://schemas.openxmlformats.org/officeDocument/2006/relationships/slide" Target="slides/slide66.xml"/><Relationship Id="rId114" Type="http://schemas.openxmlformats.org/officeDocument/2006/relationships/slide" Target="slides/slide67.xml"/><Relationship Id="rId115" Type="http://schemas.openxmlformats.org/officeDocument/2006/relationships/slide" Target="slides/slide68.xml"/><Relationship Id="rId116" Type="http://schemas.openxmlformats.org/officeDocument/2006/relationships/slide" Target="slides/slide69.xml"/><Relationship Id="rId117" Type="http://schemas.openxmlformats.org/officeDocument/2006/relationships/slide" Target="slides/slide70.xml"/><Relationship Id="rId118" Type="http://schemas.openxmlformats.org/officeDocument/2006/relationships/slide" Target="slides/slide71.xml"/><Relationship Id="rId119" Type="http://schemas.openxmlformats.org/officeDocument/2006/relationships/slide" Target="slides/slide72.xml"/><Relationship Id="rId120" Type="http://schemas.openxmlformats.org/officeDocument/2006/relationships/slide" Target="slides/slide73.xml"/><Relationship Id="rId121" Type="http://schemas.openxmlformats.org/officeDocument/2006/relationships/slide" Target="slides/slide74.xml"/><Relationship Id="rId122" Type="http://schemas.openxmlformats.org/officeDocument/2006/relationships/slide" Target="slides/slide75.xml"/><Relationship Id="rId123" Type="http://schemas.openxmlformats.org/officeDocument/2006/relationships/slide" Target="slides/slide152.xml"/><Relationship Id="rId124" Type="http://schemas.openxmlformats.org/officeDocument/2006/relationships/slide" Target="slides/slide153.xml"/><Relationship Id="rId125" Type="http://schemas.openxmlformats.org/officeDocument/2006/relationships/slide" Target="slides/slide154.xml"/><Relationship Id="rId126" Type="http://schemas.openxmlformats.org/officeDocument/2006/relationships/slide" Target="slides/slide155.xml"/><Relationship Id="rId127" Type="http://schemas.openxmlformats.org/officeDocument/2006/relationships/slide" Target="slides/slide156.xml"/><Relationship Id="rId128" Type="http://schemas.openxmlformats.org/officeDocument/2006/relationships/slideMaster" Target="slideMasters/slideMaster2.xml"/><Relationship Id="rId129" Type="http://schemas.openxmlformats.org/officeDocument/2006/relationships/slide" Target="slides/slide1.xml"/><Relationship Id="rId130" Type="http://schemas.openxmlformats.org/officeDocument/2006/relationships/slide" Target="slides/slide2.xml"/><Relationship Id="rId131" Type="http://schemas.openxmlformats.org/officeDocument/2006/relationships/slide" Target="slides/slide3.xml"/><Relationship Id="rId132" Type="http://schemas.openxmlformats.org/officeDocument/2006/relationships/slide" Target="slides/slide4.xml"/><Relationship Id="rId133" Type="http://schemas.openxmlformats.org/officeDocument/2006/relationships/slide" Target="slides/slide5.xml"/><Relationship Id="rId134" Type="http://schemas.openxmlformats.org/officeDocument/2006/relationships/slide" Target="slides/slide6.xml"/><Relationship Id="rId135" Type="http://schemas.openxmlformats.org/officeDocument/2006/relationships/slide" Target="slides/slide7.xml"/><Relationship Id="rId136" Type="http://schemas.openxmlformats.org/officeDocument/2006/relationships/slide" Target="slides/slide8.xml"/><Relationship Id="rId137" Type="http://schemas.openxmlformats.org/officeDocument/2006/relationships/slide" Target="slides/slide9.xml"/><Relationship Id="rId138" Type="http://schemas.openxmlformats.org/officeDocument/2006/relationships/slide" Target="slides/slide10.xml"/><Relationship Id="rId139" Type="http://schemas.openxmlformats.org/officeDocument/2006/relationships/slide" Target="slides/slide11.xml"/><Relationship Id="rId140" Type="http://schemas.openxmlformats.org/officeDocument/2006/relationships/slide" Target="slides/slide12.xml"/><Relationship Id="rId141" Type="http://schemas.openxmlformats.org/officeDocument/2006/relationships/slide" Target="slides/slide13.xml"/><Relationship Id="rId142" Type="http://schemas.openxmlformats.org/officeDocument/2006/relationships/slide" Target="slides/slide14.xml"/><Relationship Id="rId143" Type="http://schemas.openxmlformats.org/officeDocument/2006/relationships/slide" Target="slides/slide15.xml"/><Relationship Id="rId144" Type="http://schemas.openxmlformats.org/officeDocument/2006/relationships/slide" Target="slides/slide28.xml"/><Relationship Id="rId145" Type="http://schemas.openxmlformats.org/officeDocument/2006/relationships/slide" Target="slides/slide29.xml"/><Relationship Id="rId146" Type="http://schemas.openxmlformats.org/officeDocument/2006/relationships/slide" Target="slides/slide30.xml"/><Relationship Id="rId147" Type="http://schemas.openxmlformats.org/officeDocument/2006/relationships/slide" Target="slides/slide31.xml"/><Relationship Id="rId148" Type="http://schemas.openxmlformats.org/officeDocument/2006/relationships/slide" Target="slides/slide34.xml"/><Relationship Id="rId149" Type="http://schemas.openxmlformats.org/officeDocument/2006/relationships/slide" Target="slides/slide35.xml"/><Relationship Id="rId150" Type="http://schemas.openxmlformats.org/officeDocument/2006/relationships/slide" Target="slides/slide36.xml"/><Relationship Id="rId151" Type="http://schemas.openxmlformats.org/officeDocument/2006/relationships/slide" Target="slides/slide37.xml"/><Relationship Id="rId152" Type="http://schemas.openxmlformats.org/officeDocument/2006/relationships/slide" Target="slides/slide38.xml"/><Relationship Id="rId153" Type="http://schemas.openxmlformats.org/officeDocument/2006/relationships/slide" Target="slides/slide39.xml"/><Relationship Id="rId154" Type="http://schemas.openxmlformats.org/officeDocument/2006/relationships/slide" Target="slides/slide40.xml"/><Relationship Id="rId155" Type="http://schemas.openxmlformats.org/officeDocument/2006/relationships/slide" Target="slides/slide41.xml"/><Relationship Id="rId156" Type="http://schemas.openxmlformats.org/officeDocument/2006/relationships/slide" Target="slides/slide42.xml"/><Relationship Id="rId157" Type="http://schemas.openxmlformats.org/officeDocument/2006/relationships/slide" Target="slides/slide43.xml"/><Relationship Id="rId158" Type="http://schemas.openxmlformats.org/officeDocument/2006/relationships/slide" Target="slides/slide76.xml"/><Relationship Id="rId159" Type="http://schemas.openxmlformats.org/officeDocument/2006/relationships/slide" Target="slides/slide77.xml"/><Relationship Id="rId160" Type="http://schemas.openxmlformats.org/officeDocument/2006/relationships/slide" Target="slides/slide79.xml"/><Relationship Id="rId161" Type="http://schemas.openxmlformats.org/officeDocument/2006/relationships/slide" Target="slides/slide80.xml"/><Relationship Id="rId162" Type="http://schemas.openxmlformats.org/officeDocument/2006/relationships/slide" Target="slides/slide81.xml"/><Relationship Id="rId163" Type="http://schemas.openxmlformats.org/officeDocument/2006/relationships/slide" Target="slides/slide82.xml"/><Relationship Id="rId164" Type="http://schemas.openxmlformats.org/officeDocument/2006/relationships/slide" Target="slides/slide113.xml"/><Relationship Id="rId165" Type="http://schemas.openxmlformats.org/officeDocument/2006/relationships/slide" Target="slides/slide114.xml"/><Relationship Id="rId166" Type="http://schemas.openxmlformats.org/officeDocument/2006/relationships/slide" Target="slides/slide115.xml"/><Relationship Id="rId167" Type="http://schemas.openxmlformats.org/officeDocument/2006/relationships/slide" Target="slides/slide83.xml"/><Relationship Id="rId168" Type="http://schemas.openxmlformats.org/officeDocument/2006/relationships/slide" Target="slides/slide84.xml"/><Relationship Id="rId169" Type="http://schemas.openxmlformats.org/officeDocument/2006/relationships/slide" Target="slides/slide85.xml"/><Relationship Id="rId170" Type="http://schemas.openxmlformats.org/officeDocument/2006/relationships/slide" Target="slides/slide132.xml"/><Relationship Id="rId171" Type="http://schemas.openxmlformats.org/officeDocument/2006/relationships/slide" Target="slides/slide86.xml"/><Relationship Id="rId172" Type="http://schemas.openxmlformats.org/officeDocument/2006/relationships/slide" Target="slides/slide137.xml"/><Relationship Id="rId173" Type="http://schemas.openxmlformats.org/officeDocument/2006/relationships/slide" Target="slides/slide138.xml"/><Relationship Id="rId174" Type="http://schemas.openxmlformats.org/officeDocument/2006/relationships/slide" Target="slides/slide44.xml"/><Relationship Id="rId175" Type="http://schemas.openxmlformats.org/officeDocument/2006/relationships/slide" Target="slides/slide45.xml"/><Relationship Id="rId176" Type="http://schemas.openxmlformats.org/officeDocument/2006/relationships/slide" Target="slides/slide46.xml"/><Relationship Id="rId177" Type="http://schemas.openxmlformats.org/officeDocument/2006/relationships/slide" Target="slides/slide47.xml"/><Relationship Id="rId178" Type="http://schemas.openxmlformats.org/officeDocument/2006/relationships/slide" Target="slides/slide48.xml"/><Relationship Id="rId179" Type="http://schemas.openxmlformats.org/officeDocument/2006/relationships/slide" Target="slides/slide149.xml"/><Relationship Id="rId180" Type="http://schemas.openxmlformats.org/officeDocument/2006/relationships/slide" Target="slides/slide150.xml"/><Relationship Id="rId181" Type="http://schemas.openxmlformats.org/officeDocument/2006/relationships/font" Target="fonts/font1.fntdata"/><Relationship Id="rId182" Type="http://schemas.openxmlformats.org/officeDocument/2006/relationships/font" Target="fonts/font2.fntdata"/><Relationship Id="rId183" Type="http://schemas.openxmlformats.org/officeDocument/2006/relationships/font" Target="fonts/font3.fntdata"/><Relationship Id="rId184" Type="http://schemas.openxmlformats.org/officeDocument/2006/relationships/font" Target="fonts/font4.fntdata"/><Relationship Id="rId185" Type="http://schemas.openxmlformats.org/officeDocument/2006/relationships/font" Target="fonts/font5.fntdata"/><Relationship Id="rId186" Type="http://schemas.openxmlformats.org/officeDocument/2006/relationships/font" Target="fonts/font6.fntdata"/><Relationship Id="rId187" Type="http://schemas.openxmlformats.org/officeDocument/2006/relationships/font" Target="fonts/font7.fntdata"/><Relationship Id="rId188" Type="http://schemas.openxmlformats.org/officeDocument/2006/relationships/font" Target="fonts/font8.fntdata"/><Relationship Id="rId189" Type="http://schemas.openxmlformats.org/officeDocument/2006/relationships/font" Target="fonts/font9.fntdata"/><Relationship Id="rId190" Type="http://schemas.openxmlformats.org/officeDocument/2006/relationships/font" Target="fonts/font9.fntdata"/><Relationship Id="rId191" Type="http://schemas.openxmlformats.org/officeDocument/2006/relationships/font" Target="fonts/font10.fntdata"/><Relationship Id="rId192" Type="http://schemas.openxmlformats.org/officeDocument/2006/relationships/font" Target="fonts/font10.fntdata"/></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Hoja_de_c_lculo_de_Microsoft_Excel.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Hoja_de_c_lculo_de_Microsoft_Excel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Hoja_de_c_lculo_de_Microsoft_Excel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Hoja_de_c_lculo_de_Microsoft_Excel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Hoja_de_c_lculo_de_Microsoft_Excel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Hoja_de_c_lculo_de_Microsoft_Excel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Hoja_de_c_lculo_de_Microsoft_Excel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Hoja_de_c_lculo_de_Microsoft_Excel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Hoja_de_c_lculo_de_Microsoft_Excel8.xlsx"/></Relationships>
</file>

<file path=ppt/charts/_rels/chart10.xml.rels><?xml version='1.0' encoding='UTF-8' standalone='yes'?>
<Relationships xmlns="http://schemas.openxmlformats.org/package/2006/relationships"><Relationship Id="rId1" Type="http://schemas.microsoft.com/office/2011/relationships/chartStyle" Target="style10.xml"/><Relationship Id="rId2" Type="http://schemas.microsoft.com/office/2011/relationships/chartColorStyle" Target="colors10.xml"/><Relationship Id="rId3" Type="http://schemas.openxmlformats.org/officeDocument/2006/relationships/package" Target="../embeddings/Hoja_de_c_lculo_de_Microsoft_Excel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2"/>
                </a:solidFill>
                <a:latin typeface="+mn-lt"/>
                <a:ea typeface="+mn-ea"/>
                <a:cs typeface="+mn-cs"/>
              </a:defRPr>
            </a:pPr>
            <a:r>
              <a:rPr lang="en-GB" sz="1200" dirty="0" err="1">
                <a:solidFill>
                  <a:schemeClr val="tx2"/>
                </a:solidFill>
              </a:rPr>
              <a:t>Título</a:t>
            </a:r>
            <a:r>
              <a:rPr lang="en-GB" sz="1200" dirty="0">
                <a:solidFill>
                  <a:schemeClr val="tx2"/>
                </a:solidFill>
              </a:rPr>
              <a:t> de la </a:t>
            </a:r>
            <a:r>
              <a:rPr lang="en-GB" sz="1200" dirty="0" err="1">
                <a:solidFill>
                  <a:schemeClr val="tx2"/>
                </a:solidFill>
              </a:rPr>
              <a:t>gráfica</a:t>
            </a:r>
            <a:endParaRPr lang="en-GB" sz="1200" dirty="0">
              <a:solidFill>
                <a:schemeClr val="tx2"/>
              </a:solidFill>
            </a:endParaRPr>
          </a:p>
        </c:rich>
      </c:tx>
      <c:layout>
        <c:manualLayout>
          <c:xMode val="edge"/>
          <c:yMode val="edge"/>
          <c:x val="1.0968128039995067E-3"/>
          <c:y val="2.8089887640449437E-3"/>
        </c:manualLayout>
      </c:layout>
      <c:overlay val="0"/>
      <c:spPr>
        <a:noFill/>
        <a:ln>
          <a:noFill/>
        </a:ln>
        <a:effectLst/>
      </c:spPr>
      <c:txPr>
        <a:bodyPr rot="0" spcFirstLastPara="1" vertOverflow="ellipsis" vert="horz" wrap="square" anchor="ctr" anchorCtr="1"/>
        <a:lstStyle/>
        <a:p>
          <a:pPr>
            <a:defRPr sz="1200" b="0" i="0" u="none" strike="noStrike" kern="1200" spc="0" baseline="0">
              <a:solidFill>
                <a:schemeClr val="tx2"/>
              </a:solidFill>
              <a:latin typeface="+mn-lt"/>
              <a:ea typeface="+mn-ea"/>
              <a:cs typeface="+mn-cs"/>
            </a:defRPr>
          </a:pPr>
          <a:endParaRPr lang="en-GB"/>
        </a:p>
      </c:txPr>
    </c:title>
    <c:autoTitleDeleted val="0"/>
    <c:plotArea>
      <c:layout/>
      <c:barChart>
        <c:barDir val="col"/>
        <c:grouping val="clustered"/>
        <c:varyColors val="0"/>
        <c:ser>
          <c:idx val="0"/>
          <c:order val="0"/>
          <c:tx>
            <c:strRef>
              <c:f>Sheet1!$B$1</c:f>
              <c:strCache>
                <c:ptCount val="1"/>
                <c:pt idx="0">
                  <c:v>Serie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Categoria 1</c:v>
                </c:pt>
                <c:pt idx="1">
                  <c:v>Categoria 2</c:v>
                </c:pt>
                <c:pt idx="2">
                  <c:v>Categoria 3</c:v>
                </c:pt>
                <c:pt idx="3">
                  <c:v>Category 4</c:v>
                </c:pt>
              </c:strCache>
            </c:strRef>
          </c:cat>
          <c:val>
            <c:numRef>
              <c:f>Sheet1!$B$2:$B$5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1C40-8145-B533-D24AF965C996}"/>
            </c:ext>
          </c:extLst>
        </c:ser>
        <c:ser>
          <c:idx val="1"/>
          <c:order val="1"/>
          <c:tx>
            <c:strRef>
              <c:f>Sheet1!$C$1</c:f>
              <c:strCache>
                <c:ptCount val="1"/>
                <c:pt idx="0">
                  <c:v>Serie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Categoria 1</c:v>
                </c:pt>
                <c:pt idx="1">
                  <c:v>Categoria 2</c:v>
                </c:pt>
                <c:pt idx="2">
                  <c:v>Categoria 3</c:v>
                </c:pt>
                <c:pt idx="3">
                  <c:v>Category 4</c:v>
                </c:pt>
              </c:strCache>
            </c:strRef>
          </c:cat>
          <c:val>
            <c:numRef>
              <c:f>Sheet1!$C$2:$C$5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1C40-8145-B533-D24AF965C996}"/>
            </c:ext>
          </c:extLst>
        </c:ser>
        <c:ser>
          <c:idx val="2"/>
          <c:order val="2"/>
          <c:tx>
            <c:strRef>
              <c:f>Sheet1!$D$1</c:f>
              <c:strCache>
                <c:ptCount val="1"/>
                <c:pt idx="0">
                  <c:v>Serie 3</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Categoria 1</c:v>
                </c:pt>
                <c:pt idx="1">
                  <c:v>Categoria 2</c:v>
                </c:pt>
                <c:pt idx="2">
                  <c:v>Categoria 3</c:v>
                </c:pt>
                <c:pt idx="3">
                  <c:v>Category 4</c:v>
                </c:pt>
              </c:strCache>
            </c:strRef>
          </c:cat>
          <c:val>
            <c:numRef>
              <c:f>Sheet1!$D$2:$D$5</c:f>
              <c:numCache>
                <c:formatCode>General</c:formatCode>
                <c:ptCount val="4"/>
                <c:pt idx="0">
                  <c:v>2</c:v>
                </c:pt>
                <c:pt idx="1">
                  <c:v>2</c:v>
                </c:pt>
                <c:pt idx="2">
                  <c:v>3</c:v>
                </c:pt>
                <c:pt idx="3">
                  <c:v>5</c:v>
                </c:pt>
              </c:numCache>
            </c:numRef>
          </c:val>
          <c:extLst>
            <c:ext xmlns:c16="http://schemas.microsoft.com/office/drawing/2014/chart" uri="{C3380CC4-5D6E-409C-BE32-E72D297353CC}">
              <c16:uniqueId val="{00000002-1C40-8145-B533-D24AF965C996}"/>
            </c:ext>
          </c:extLst>
        </c:ser>
        <c:dLbls>
          <c:showLegendKey val="0"/>
          <c:showVal val="1"/>
          <c:showCatName val="0"/>
          <c:showSerName val="0"/>
          <c:showPercent val="0"/>
          <c:showBubbleSize val="0"/>
        </c:dLbls>
        <c:gapWidth val="270"/>
        <c:overlap val="-10"/>
        <c:axId val="1479174671"/>
        <c:axId val="1479176383"/>
      </c:barChart>
      <c:catAx>
        <c:axId val="147917467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79176383"/>
        <c:crosses val="autoZero"/>
        <c:auto val="1"/>
        <c:lblAlgn val="ctr"/>
        <c:lblOffset val="100"/>
        <c:noMultiLvlLbl val="0"/>
      </c:catAx>
      <c:valAx>
        <c:axId val="1479176383"/>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479174671"/>
        <c:crosses val="autoZero"/>
        <c:crossBetween val="between"/>
      </c:valAx>
      <c:spPr>
        <a:noFill/>
        <a:ln>
          <a:noFill/>
        </a:ln>
        <a:effectLst/>
      </c:spPr>
    </c:plotArea>
    <c:legend>
      <c:legendPos val="b"/>
      <c:layout>
        <c:manualLayout>
          <c:xMode val="edge"/>
          <c:yMode val="edge"/>
          <c:x val="7.5184966799398498E-2"/>
          <c:y val="0.93625851543837924"/>
          <c:w val="0.2597280945049546"/>
          <c:h val="4.6887551977351144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baseline="0">
          <a:solidFill>
            <a:schemeClr val="tx1"/>
          </a:solidFill>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1" i="0" u="none" strike="noStrike" kern="1200" spc="0" baseline="0">
                <a:solidFill>
                  <a:schemeClr val="tx1"/>
                </a:solidFill>
                <a:latin typeface="+mn-lt"/>
                <a:ea typeface="Movistar Sans" pitchFamily="2" charset="77"/>
                <a:cs typeface="+mn-cs"/>
              </a:defRPr>
            </a:pPr>
            <a:r>
              <a:rPr lang="en-GB" sz="1200" b="0" i="0" u="none" strike="noStrike" kern="1200" spc="0" baseline="0" dirty="0" err="1">
                <a:solidFill>
                  <a:schemeClr val="tx2"/>
                </a:solidFill>
                <a:latin typeface="+mn-lt"/>
              </a:rPr>
              <a:t>Título</a:t>
            </a:r>
            <a:r>
              <a:rPr lang="en-GB" sz="1200" b="0" i="0" u="none" strike="noStrike" kern="1200" spc="0" baseline="0" dirty="0">
                <a:solidFill>
                  <a:schemeClr val="tx2"/>
                </a:solidFill>
                <a:latin typeface="+mn-lt"/>
              </a:rPr>
              <a:t> de la </a:t>
            </a:r>
            <a:r>
              <a:rPr lang="en-GB" sz="1200" b="0" i="0" u="none" strike="noStrike" kern="1200" spc="0" baseline="0" dirty="0" err="1">
                <a:solidFill>
                  <a:schemeClr val="tx2"/>
                </a:solidFill>
                <a:latin typeface="+mn-lt"/>
              </a:rPr>
              <a:t>gráfica</a:t>
            </a:r>
            <a:endParaRPr lang="en-GB" sz="1200" b="0" i="0" u="none" strike="noStrike" kern="1200" spc="0" baseline="0" dirty="0">
              <a:solidFill>
                <a:schemeClr val="tx2"/>
              </a:solidFill>
              <a:latin typeface="+mn-lt"/>
            </a:endParaRPr>
          </a:p>
        </c:rich>
      </c:tx>
      <c:layout>
        <c:manualLayout>
          <c:xMode val="edge"/>
          <c:yMode val="edge"/>
          <c:x val="8.0546874365162544E-2"/>
          <c:y val="1.2684989429175475E-2"/>
        </c:manualLayout>
      </c:layout>
      <c:overlay val="0"/>
      <c:spPr>
        <a:noFill/>
        <a:ln>
          <a:noFill/>
        </a:ln>
        <a:effectLst/>
      </c:spPr>
      <c:txPr>
        <a:bodyPr rot="0" spcFirstLastPara="1" vertOverflow="ellipsis" vert="horz" wrap="square" anchor="ctr" anchorCtr="1"/>
        <a:lstStyle/>
        <a:p>
          <a:pPr>
            <a:defRPr sz="1200" b="1" i="0" u="none" strike="noStrike" kern="1200" spc="0" baseline="0">
              <a:solidFill>
                <a:schemeClr val="tx1"/>
              </a:solidFill>
              <a:latin typeface="+mn-lt"/>
              <a:ea typeface="Movistar Sans" pitchFamily="2" charset="77"/>
              <a:cs typeface="+mn-cs"/>
            </a:defRPr>
          </a:pPr>
          <a:endParaRPr lang="en-GB"/>
        </a:p>
      </c:txPr>
    </c:title>
    <c:autoTitleDeleted val="0"/>
    <c:plotArea>
      <c:layout>
        <c:manualLayout>
          <c:layoutTarget val="inner"/>
          <c:xMode val="edge"/>
          <c:yMode val="edge"/>
          <c:x val="0.1130980067120093"/>
          <c:y val="0.10443974630021141"/>
          <c:w val="0.77380398657598137"/>
          <c:h val="0.79261740274009085"/>
        </c:manualLayout>
      </c:layout>
      <c:pieChart>
        <c:varyColors val="1"/>
        <c:ser>
          <c:idx val="0"/>
          <c:order val="0"/>
          <c:tx>
            <c:strRef>
              <c:f>Sheet1!$B$1</c:f>
              <c:strCache>
                <c:ptCount val="1"/>
                <c:pt idx="0">
                  <c:v>Chart title</c:v>
                </c:pt>
              </c:strCache>
            </c:strRef>
          </c:tx>
          <c:spPr>
            <a:ln w="12700">
              <a:solidFill>
                <a:srgbClr val="FFFFFF"/>
              </a:solidFill>
            </a:ln>
          </c:spPr>
          <c:explosion val="2"/>
          <c:dPt>
            <c:idx val="0"/>
            <c:bubble3D val="0"/>
            <c:spPr>
              <a:solidFill>
                <a:schemeClr val="accent1"/>
              </a:solidFill>
              <a:ln w="12700">
                <a:solidFill>
                  <a:srgbClr val="FFFFFF"/>
                </a:solidFill>
              </a:ln>
              <a:effectLst/>
            </c:spPr>
            <c:extLst>
              <c:ext xmlns:c16="http://schemas.microsoft.com/office/drawing/2014/chart" uri="{C3380CC4-5D6E-409C-BE32-E72D297353CC}">
                <c16:uniqueId val="{00000001-1809-B24D-A76D-FC6023A8FFF9}"/>
              </c:ext>
            </c:extLst>
          </c:dPt>
          <c:dPt>
            <c:idx val="1"/>
            <c:bubble3D val="0"/>
            <c:spPr>
              <a:solidFill>
                <a:schemeClr val="accent2"/>
              </a:solidFill>
              <a:ln w="12700">
                <a:solidFill>
                  <a:srgbClr val="FFFFFF"/>
                </a:solidFill>
              </a:ln>
              <a:effectLst/>
            </c:spPr>
            <c:extLst>
              <c:ext xmlns:c16="http://schemas.microsoft.com/office/drawing/2014/chart" uri="{C3380CC4-5D6E-409C-BE32-E72D297353CC}">
                <c16:uniqueId val="{00000003-1809-B24D-A76D-FC6023A8FFF9}"/>
              </c:ext>
            </c:extLst>
          </c:dPt>
          <c:dPt>
            <c:idx val="2"/>
            <c:bubble3D val="0"/>
            <c:spPr>
              <a:solidFill>
                <a:schemeClr val="accent3"/>
              </a:solidFill>
              <a:ln w="12700">
                <a:solidFill>
                  <a:srgbClr val="FFFFFF"/>
                </a:solidFill>
              </a:ln>
              <a:effectLst/>
            </c:spPr>
            <c:extLst>
              <c:ext xmlns:c16="http://schemas.microsoft.com/office/drawing/2014/chart" uri="{C3380CC4-5D6E-409C-BE32-E72D297353CC}">
                <c16:uniqueId val="{00000005-1809-B24D-A76D-FC6023A8FFF9}"/>
              </c:ext>
            </c:extLst>
          </c:dPt>
          <c:dPt>
            <c:idx val="3"/>
            <c:bubble3D val="0"/>
            <c:spPr>
              <a:solidFill>
                <a:schemeClr val="accent4"/>
              </a:solidFill>
              <a:ln w="12700">
                <a:solidFill>
                  <a:srgbClr val="FFFFFF"/>
                </a:solidFill>
              </a:ln>
              <a:effectLst/>
            </c:spPr>
            <c:extLst>
              <c:ext xmlns:c16="http://schemas.microsoft.com/office/drawing/2014/chart" uri="{C3380CC4-5D6E-409C-BE32-E72D297353CC}">
                <c16:uniqueId val="{00000007-1809-B24D-A76D-FC6023A8FFF9}"/>
              </c:ext>
            </c:extLst>
          </c:dPt>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Movistar Sans" pitchFamily="2" charset="77"/>
                    <a:ea typeface="+mn-ea"/>
                    <a:cs typeface="+mn-cs"/>
                  </a:defRPr>
                </a:pPr>
                <a:endParaRPr lang="en-US"/>
              </a:p>
            </c:txPr>
            <c:dLblPos val="ctr"/>
            <c:showLegendKey val="0"/>
            <c:showVal val="0"/>
            <c:showCatName val="0"/>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Sheet1!$A$2:$A$5</c:f>
              <c:strCache>
                <c:ptCount val="4"/>
                <c:pt idx="0">
                  <c:v>Category 01</c:v>
                </c:pt>
                <c:pt idx="1">
                  <c:v>Category 02</c:v>
                </c:pt>
                <c:pt idx="2">
                  <c:v>Category 03</c:v>
                </c:pt>
                <c:pt idx="3">
                  <c:v>Category 04</c:v>
                </c:pt>
              </c:strCache>
            </c:strRef>
          </c:cat>
          <c:val>
            <c:numRef>
              <c:f>Sheet1!$B$2:$B$5</c:f>
              <c:numCache>
                <c:formatCode>General</c:formatCode>
                <c:ptCount val="4"/>
                <c:pt idx="0">
                  <c:v>0.35</c:v>
                </c:pt>
                <c:pt idx="1">
                  <c:v>0.25</c:v>
                </c:pt>
                <c:pt idx="2">
                  <c:v>0.15</c:v>
                </c:pt>
                <c:pt idx="3">
                  <c:v>0.25</c:v>
                </c:pt>
              </c:numCache>
            </c:numRef>
          </c:val>
          <c:extLst>
            <c:ext xmlns:c16="http://schemas.microsoft.com/office/drawing/2014/chart" uri="{C3380CC4-5D6E-409C-BE32-E72D297353CC}">
              <c16:uniqueId val="{00000000-5458-584F-ABD6-CDFBD6572DDC}"/>
            </c:ext>
          </c:extLst>
        </c:ser>
        <c:dLbls>
          <c:showLegendKey val="0"/>
          <c:showVal val="0"/>
          <c:showCatName val="0"/>
          <c:showSerName val="0"/>
          <c:showPercent val="0"/>
          <c:showBubbleSize val="0"/>
          <c:showLeaderLines val="1"/>
        </c:dLbls>
        <c:firstSliceAng val="0"/>
      </c:pieChart>
      <c:spPr>
        <a:noFill/>
        <a:ln>
          <a:noFill/>
        </a:ln>
        <a:effectLst/>
      </c:spPr>
    </c:plotArea>
    <c:legend>
      <c:legendPos val="b"/>
      <c:layout>
        <c:manualLayout>
          <c:xMode val="edge"/>
          <c:yMode val="edge"/>
          <c:x val="5.4149663180647303E-2"/>
          <c:y val="0.95202543656672933"/>
          <c:w val="0.59861485580556295"/>
          <c:h val="3.5289574004095152E-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Movistar Sans" pitchFamily="2" charset="77"/>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200" baseline="0">
          <a:solidFill>
            <a:schemeClr val="tx1"/>
          </a:solidFill>
          <a:latin typeface="Movistar Sans" pitchFamily="2" charset="77"/>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Column1</c:v>
                </c:pt>
              </c:strCache>
            </c:strRef>
          </c:tx>
          <c:spPr>
            <a:solidFill>
              <a:schemeClr val="accent1"/>
            </a:solidFill>
            <a:ln>
              <a:noFill/>
            </a:ln>
            <a:effectLst/>
          </c:spPr>
          <c:invertIfNegative val="0"/>
          <c:cat>
            <c:numRef>
              <c:f>Sheet1!$A$2</c:f>
              <c:numCache>
                <c:formatCode>General</c:formatCode>
                <c:ptCount val="1"/>
              </c:numCache>
            </c:numRef>
          </c:cat>
          <c:val>
            <c:numRef>
              <c:f>Sheet1!$B$2</c:f>
              <c:numCache>
                <c:formatCode>General</c:formatCode>
                <c:ptCount val="1"/>
                <c:pt idx="0">
                  <c:v>60</c:v>
                </c:pt>
              </c:numCache>
            </c:numRef>
          </c:val>
          <c:extLst>
            <c:ext xmlns:c16="http://schemas.microsoft.com/office/drawing/2014/chart" uri="{C3380CC4-5D6E-409C-BE32-E72D297353CC}">
              <c16:uniqueId val="{00000000-76D7-8C40-AF12-00A306A03493}"/>
            </c:ext>
          </c:extLst>
        </c:ser>
        <c:ser>
          <c:idx val="1"/>
          <c:order val="1"/>
          <c:tx>
            <c:strRef>
              <c:f>Sheet1!$C$1</c:f>
              <c:strCache>
                <c:ptCount val="1"/>
                <c:pt idx="0">
                  <c:v>Column2</c:v>
                </c:pt>
              </c:strCache>
            </c:strRef>
          </c:tx>
          <c:spPr>
            <a:solidFill>
              <a:schemeClr val="bg2"/>
            </a:solidFill>
            <a:ln>
              <a:noFill/>
            </a:ln>
            <a:effectLst/>
          </c:spPr>
          <c:invertIfNegative val="0"/>
          <c:cat>
            <c:numRef>
              <c:f>Sheet1!$A$2</c:f>
              <c:numCache>
                <c:formatCode>General</c:formatCode>
                <c:ptCount val="1"/>
              </c:numCache>
            </c:numRef>
          </c:cat>
          <c:val>
            <c:numRef>
              <c:f>Sheet1!$C$2</c:f>
              <c:numCache>
                <c:formatCode>General</c:formatCode>
                <c:ptCount val="1"/>
                <c:pt idx="0">
                  <c:v>40</c:v>
                </c:pt>
              </c:numCache>
            </c:numRef>
          </c:val>
          <c:extLst>
            <c:ext xmlns:c16="http://schemas.microsoft.com/office/drawing/2014/chart" uri="{C3380CC4-5D6E-409C-BE32-E72D297353CC}">
              <c16:uniqueId val="{00000001-76D7-8C40-AF12-00A306A03493}"/>
            </c:ext>
          </c:extLst>
        </c:ser>
        <c:dLbls>
          <c:showLegendKey val="0"/>
          <c:showVal val="0"/>
          <c:showCatName val="0"/>
          <c:showSerName val="0"/>
          <c:showPercent val="0"/>
          <c:showBubbleSize val="0"/>
        </c:dLbls>
        <c:gapWidth val="0"/>
        <c:overlap val="100"/>
        <c:axId val="244058224"/>
        <c:axId val="244059936"/>
      </c:barChart>
      <c:catAx>
        <c:axId val="244058224"/>
        <c:scaling>
          <c:orientation val="minMax"/>
        </c:scaling>
        <c:delete val="1"/>
        <c:axPos val="b"/>
        <c:numFmt formatCode="General" sourceLinked="1"/>
        <c:majorTickMark val="none"/>
        <c:minorTickMark val="none"/>
        <c:tickLblPos val="nextTo"/>
        <c:crossAx val="244059936"/>
        <c:crosses val="autoZero"/>
        <c:auto val="1"/>
        <c:lblAlgn val="ctr"/>
        <c:lblOffset val="100"/>
        <c:noMultiLvlLbl val="0"/>
      </c:catAx>
      <c:valAx>
        <c:axId val="244059936"/>
        <c:scaling>
          <c:orientation val="minMax"/>
        </c:scaling>
        <c:delete val="1"/>
        <c:axPos val="l"/>
        <c:numFmt formatCode="0%" sourceLinked="1"/>
        <c:majorTickMark val="none"/>
        <c:minorTickMark val="none"/>
        <c:tickLblPos val="nextTo"/>
        <c:crossAx val="24405822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chemeClr val="accent3"/>
            </a:solidFill>
            <a:ln>
              <a:noFill/>
            </a:ln>
            <a:effectLst/>
          </c:spPr>
          <c:invertIfNegative val="0"/>
          <c:cat>
            <c:strRef>
              <c:f>Sheet1!$A$2</c:f>
              <c:strCache>
                <c:ptCount val="1"/>
                <c:pt idx="0">
                  <c:v>Category 1</c:v>
                </c:pt>
              </c:strCache>
            </c:strRef>
          </c:cat>
          <c:val>
            <c:numRef>
              <c:f>Sheet1!$B$2</c:f>
              <c:numCache>
                <c:formatCode>General</c:formatCode>
                <c:ptCount val="1"/>
                <c:pt idx="0">
                  <c:v>45</c:v>
                </c:pt>
              </c:numCache>
            </c:numRef>
          </c:val>
          <c:extLst>
            <c:ext xmlns:c16="http://schemas.microsoft.com/office/drawing/2014/chart" uri="{C3380CC4-5D6E-409C-BE32-E72D297353CC}">
              <c16:uniqueId val="{00000000-3BB8-A147-BC62-D85614A6D5E0}"/>
            </c:ext>
          </c:extLst>
        </c:ser>
        <c:ser>
          <c:idx val="1"/>
          <c:order val="1"/>
          <c:tx>
            <c:strRef>
              <c:f>Sheet1!$C$1</c:f>
              <c:strCache>
                <c:ptCount val="1"/>
                <c:pt idx="0">
                  <c:v>Series 2</c:v>
                </c:pt>
              </c:strCache>
            </c:strRef>
          </c:tx>
          <c:spPr>
            <a:solidFill>
              <a:schemeClr val="bg2"/>
            </a:solidFill>
            <a:ln>
              <a:noFill/>
            </a:ln>
            <a:effectLst/>
          </c:spPr>
          <c:invertIfNegative val="0"/>
          <c:cat>
            <c:strRef>
              <c:f>Sheet1!$A$2</c:f>
              <c:strCache>
                <c:ptCount val="1"/>
                <c:pt idx="0">
                  <c:v>Category 1</c:v>
                </c:pt>
              </c:strCache>
            </c:strRef>
          </c:cat>
          <c:val>
            <c:numRef>
              <c:f>Sheet1!$C$2</c:f>
              <c:numCache>
                <c:formatCode>General</c:formatCode>
                <c:ptCount val="1"/>
                <c:pt idx="0">
                  <c:v>55</c:v>
                </c:pt>
              </c:numCache>
            </c:numRef>
          </c:val>
          <c:extLst>
            <c:ext xmlns:c16="http://schemas.microsoft.com/office/drawing/2014/chart" uri="{C3380CC4-5D6E-409C-BE32-E72D297353CC}">
              <c16:uniqueId val="{00000001-3BB8-A147-BC62-D85614A6D5E0}"/>
            </c:ext>
          </c:extLst>
        </c:ser>
        <c:dLbls>
          <c:showLegendKey val="0"/>
          <c:showVal val="0"/>
          <c:showCatName val="0"/>
          <c:showSerName val="0"/>
          <c:showPercent val="0"/>
          <c:showBubbleSize val="0"/>
        </c:dLbls>
        <c:gapWidth val="0"/>
        <c:overlap val="100"/>
        <c:axId val="401476688"/>
        <c:axId val="401478400"/>
      </c:barChart>
      <c:catAx>
        <c:axId val="401476688"/>
        <c:scaling>
          <c:orientation val="minMax"/>
        </c:scaling>
        <c:delete val="1"/>
        <c:axPos val="b"/>
        <c:numFmt formatCode="General" sourceLinked="1"/>
        <c:majorTickMark val="none"/>
        <c:minorTickMark val="none"/>
        <c:tickLblPos val="nextTo"/>
        <c:crossAx val="401478400"/>
        <c:crosses val="autoZero"/>
        <c:auto val="1"/>
        <c:lblAlgn val="ctr"/>
        <c:lblOffset val="100"/>
        <c:noMultiLvlLbl val="0"/>
      </c:catAx>
      <c:valAx>
        <c:axId val="401478400"/>
        <c:scaling>
          <c:orientation val="minMax"/>
        </c:scaling>
        <c:delete val="1"/>
        <c:axPos val="l"/>
        <c:majorGridlines>
          <c:spPr>
            <a:ln w="9525" cap="flat" cmpd="sng" algn="ctr">
              <a:noFill/>
              <a:round/>
            </a:ln>
            <a:effectLst/>
          </c:spPr>
        </c:majorGridlines>
        <c:numFmt formatCode="0%" sourceLinked="1"/>
        <c:majorTickMark val="none"/>
        <c:minorTickMark val="none"/>
        <c:tickLblPos val="nextTo"/>
        <c:crossAx val="40147668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chemeClr val="accent4"/>
            </a:solidFill>
            <a:ln>
              <a:noFill/>
            </a:ln>
            <a:effectLst/>
          </c:spPr>
          <c:invertIfNegative val="0"/>
          <c:cat>
            <c:strRef>
              <c:f>Sheet1!$A$2</c:f>
              <c:strCache>
                <c:ptCount val="1"/>
                <c:pt idx="0">
                  <c:v>Category 1</c:v>
                </c:pt>
              </c:strCache>
            </c:strRef>
          </c:cat>
          <c:val>
            <c:numRef>
              <c:f>Sheet1!$B$2</c:f>
              <c:numCache>
                <c:formatCode>General</c:formatCode>
                <c:ptCount val="1"/>
                <c:pt idx="0">
                  <c:v>25</c:v>
                </c:pt>
              </c:numCache>
            </c:numRef>
          </c:val>
          <c:extLst>
            <c:ext xmlns:c16="http://schemas.microsoft.com/office/drawing/2014/chart" uri="{C3380CC4-5D6E-409C-BE32-E72D297353CC}">
              <c16:uniqueId val="{00000000-D833-BC4F-974E-24306D1E1774}"/>
            </c:ext>
          </c:extLst>
        </c:ser>
        <c:ser>
          <c:idx val="1"/>
          <c:order val="1"/>
          <c:tx>
            <c:strRef>
              <c:f>Sheet1!$C$1</c:f>
              <c:strCache>
                <c:ptCount val="1"/>
                <c:pt idx="0">
                  <c:v>Series 2</c:v>
                </c:pt>
              </c:strCache>
            </c:strRef>
          </c:tx>
          <c:spPr>
            <a:solidFill>
              <a:schemeClr val="bg2"/>
            </a:solidFill>
            <a:ln>
              <a:noFill/>
            </a:ln>
            <a:effectLst/>
          </c:spPr>
          <c:invertIfNegative val="0"/>
          <c:cat>
            <c:strRef>
              <c:f>Sheet1!$A$2</c:f>
              <c:strCache>
                <c:ptCount val="1"/>
                <c:pt idx="0">
                  <c:v>Category 1</c:v>
                </c:pt>
              </c:strCache>
            </c:strRef>
          </c:cat>
          <c:val>
            <c:numRef>
              <c:f>Sheet1!$C$2</c:f>
              <c:numCache>
                <c:formatCode>General</c:formatCode>
                <c:ptCount val="1"/>
                <c:pt idx="0">
                  <c:v>75</c:v>
                </c:pt>
              </c:numCache>
            </c:numRef>
          </c:val>
          <c:extLst>
            <c:ext xmlns:c16="http://schemas.microsoft.com/office/drawing/2014/chart" uri="{C3380CC4-5D6E-409C-BE32-E72D297353CC}">
              <c16:uniqueId val="{00000001-D833-BC4F-974E-24306D1E1774}"/>
            </c:ext>
          </c:extLst>
        </c:ser>
        <c:dLbls>
          <c:showLegendKey val="0"/>
          <c:showVal val="0"/>
          <c:showCatName val="0"/>
          <c:showSerName val="0"/>
          <c:showPercent val="0"/>
          <c:showBubbleSize val="0"/>
        </c:dLbls>
        <c:gapWidth val="0"/>
        <c:overlap val="100"/>
        <c:axId val="244145264"/>
        <c:axId val="244146976"/>
      </c:barChart>
      <c:catAx>
        <c:axId val="244145264"/>
        <c:scaling>
          <c:orientation val="minMax"/>
        </c:scaling>
        <c:delete val="1"/>
        <c:axPos val="b"/>
        <c:numFmt formatCode="General" sourceLinked="1"/>
        <c:majorTickMark val="none"/>
        <c:minorTickMark val="none"/>
        <c:tickLblPos val="nextTo"/>
        <c:crossAx val="244146976"/>
        <c:crosses val="autoZero"/>
        <c:auto val="1"/>
        <c:lblAlgn val="ctr"/>
        <c:lblOffset val="100"/>
        <c:noMultiLvlLbl val="0"/>
      </c:catAx>
      <c:valAx>
        <c:axId val="244146976"/>
        <c:scaling>
          <c:orientation val="minMax"/>
        </c:scaling>
        <c:delete val="1"/>
        <c:axPos val="l"/>
        <c:majorGridlines>
          <c:spPr>
            <a:ln w="9525" cap="flat" cmpd="sng" algn="ctr">
              <a:noFill/>
              <a:round/>
            </a:ln>
            <a:effectLst/>
          </c:spPr>
        </c:majorGridlines>
        <c:numFmt formatCode="0%" sourceLinked="1"/>
        <c:majorTickMark val="none"/>
        <c:minorTickMark val="none"/>
        <c:tickLblPos val="nextTo"/>
        <c:crossAx val="24414526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chemeClr val="accent2"/>
            </a:solidFill>
            <a:ln>
              <a:noFill/>
            </a:ln>
            <a:effectLst/>
          </c:spPr>
          <c:invertIfNegative val="0"/>
          <c:cat>
            <c:strRef>
              <c:f>Sheet1!$A$2</c:f>
              <c:strCache>
                <c:ptCount val="1"/>
                <c:pt idx="0">
                  <c:v>Category 1</c:v>
                </c:pt>
              </c:strCache>
            </c:strRef>
          </c:cat>
          <c:val>
            <c:numRef>
              <c:f>Sheet1!$B$2</c:f>
              <c:numCache>
                <c:formatCode>General</c:formatCode>
                <c:ptCount val="1"/>
                <c:pt idx="0">
                  <c:v>68</c:v>
                </c:pt>
              </c:numCache>
            </c:numRef>
          </c:val>
          <c:extLst>
            <c:ext xmlns:c16="http://schemas.microsoft.com/office/drawing/2014/chart" uri="{C3380CC4-5D6E-409C-BE32-E72D297353CC}">
              <c16:uniqueId val="{00000000-E46B-8F47-9EC4-310FF3C15D8F}"/>
            </c:ext>
          </c:extLst>
        </c:ser>
        <c:ser>
          <c:idx val="1"/>
          <c:order val="1"/>
          <c:tx>
            <c:strRef>
              <c:f>Sheet1!$C$1</c:f>
              <c:strCache>
                <c:ptCount val="1"/>
                <c:pt idx="0">
                  <c:v>Series 2</c:v>
                </c:pt>
              </c:strCache>
            </c:strRef>
          </c:tx>
          <c:spPr>
            <a:solidFill>
              <a:schemeClr val="bg2"/>
            </a:solidFill>
            <a:ln>
              <a:noFill/>
            </a:ln>
            <a:effectLst/>
          </c:spPr>
          <c:invertIfNegative val="0"/>
          <c:cat>
            <c:strRef>
              <c:f>Sheet1!$A$2</c:f>
              <c:strCache>
                <c:ptCount val="1"/>
                <c:pt idx="0">
                  <c:v>Category 1</c:v>
                </c:pt>
              </c:strCache>
            </c:strRef>
          </c:cat>
          <c:val>
            <c:numRef>
              <c:f>Sheet1!$C$2</c:f>
              <c:numCache>
                <c:formatCode>General</c:formatCode>
                <c:ptCount val="1"/>
                <c:pt idx="0">
                  <c:v>32</c:v>
                </c:pt>
              </c:numCache>
            </c:numRef>
          </c:val>
          <c:extLst>
            <c:ext xmlns:c16="http://schemas.microsoft.com/office/drawing/2014/chart" uri="{C3380CC4-5D6E-409C-BE32-E72D297353CC}">
              <c16:uniqueId val="{00000001-E46B-8F47-9EC4-310FF3C15D8F}"/>
            </c:ext>
          </c:extLst>
        </c:ser>
        <c:dLbls>
          <c:showLegendKey val="0"/>
          <c:showVal val="0"/>
          <c:showCatName val="0"/>
          <c:showSerName val="0"/>
          <c:showPercent val="0"/>
          <c:showBubbleSize val="0"/>
        </c:dLbls>
        <c:gapWidth val="0"/>
        <c:overlap val="100"/>
        <c:axId val="593553808"/>
        <c:axId val="594368336"/>
      </c:barChart>
      <c:catAx>
        <c:axId val="593553808"/>
        <c:scaling>
          <c:orientation val="minMax"/>
        </c:scaling>
        <c:delete val="1"/>
        <c:axPos val="b"/>
        <c:numFmt formatCode="General" sourceLinked="1"/>
        <c:majorTickMark val="none"/>
        <c:minorTickMark val="none"/>
        <c:tickLblPos val="nextTo"/>
        <c:crossAx val="594368336"/>
        <c:crosses val="autoZero"/>
        <c:auto val="1"/>
        <c:lblAlgn val="ctr"/>
        <c:lblOffset val="100"/>
        <c:noMultiLvlLbl val="0"/>
      </c:catAx>
      <c:valAx>
        <c:axId val="594368336"/>
        <c:scaling>
          <c:orientation val="minMax"/>
        </c:scaling>
        <c:delete val="1"/>
        <c:axPos val="l"/>
        <c:majorGridlines>
          <c:spPr>
            <a:ln w="9525" cap="flat" cmpd="sng" algn="ctr">
              <a:noFill/>
              <a:round/>
            </a:ln>
            <a:effectLst/>
          </c:spPr>
        </c:majorGridlines>
        <c:numFmt formatCode="0%" sourceLinked="1"/>
        <c:majorTickMark val="none"/>
        <c:minorTickMark val="none"/>
        <c:tickLblPos val="nextTo"/>
        <c:crossAx val="59355380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chemeClr val="accent1"/>
            </a:solidFill>
            <a:ln>
              <a:noFill/>
            </a:ln>
            <a:effectLst/>
          </c:spPr>
          <c:invertIfNegative val="0"/>
          <c:cat>
            <c:strRef>
              <c:f>Sheet1!$A$2</c:f>
              <c:strCache>
                <c:ptCount val="1"/>
                <c:pt idx="0">
                  <c:v>Category 1</c:v>
                </c:pt>
              </c:strCache>
            </c:strRef>
          </c:cat>
          <c:val>
            <c:numRef>
              <c:f>Sheet1!$B$2</c:f>
              <c:numCache>
                <c:formatCode>General</c:formatCode>
                <c:ptCount val="1"/>
                <c:pt idx="0">
                  <c:v>91</c:v>
                </c:pt>
              </c:numCache>
            </c:numRef>
          </c:val>
          <c:extLst>
            <c:ext xmlns:c16="http://schemas.microsoft.com/office/drawing/2014/chart" uri="{C3380CC4-5D6E-409C-BE32-E72D297353CC}">
              <c16:uniqueId val="{00000000-1973-5E43-8087-F1996781B6C0}"/>
            </c:ext>
          </c:extLst>
        </c:ser>
        <c:ser>
          <c:idx val="1"/>
          <c:order val="1"/>
          <c:tx>
            <c:strRef>
              <c:f>Sheet1!$C$1</c:f>
              <c:strCache>
                <c:ptCount val="1"/>
                <c:pt idx="0">
                  <c:v>Series 2</c:v>
                </c:pt>
              </c:strCache>
            </c:strRef>
          </c:tx>
          <c:spPr>
            <a:solidFill>
              <a:schemeClr val="bg2"/>
            </a:solidFill>
            <a:ln>
              <a:noFill/>
            </a:ln>
            <a:effectLst/>
          </c:spPr>
          <c:invertIfNegative val="0"/>
          <c:cat>
            <c:strRef>
              <c:f>Sheet1!$A$2</c:f>
              <c:strCache>
                <c:ptCount val="1"/>
                <c:pt idx="0">
                  <c:v>Category 1</c:v>
                </c:pt>
              </c:strCache>
            </c:strRef>
          </c:cat>
          <c:val>
            <c:numRef>
              <c:f>Sheet1!$C$2</c:f>
              <c:numCache>
                <c:formatCode>General</c:formatCode>
                <c:ptCount val="1"/>
                <c:pt idx="0">
                  <c:v>9</c:v>
                </c:pt>
              </c:numCache>
            </c:numRef>
          </c:val>
          <c:extLst>
            <c:ext xmlns:c16="http://schemas.microsoft.com/office/drawing/2014/chart" uri="{C3380CC4-5D6E-409C-BE32-E72D297353CC}">
              <c16:uniqueId val="{00000001-1973-5E43-8087-F1996781B6C0}"/>
            </c:ext>
          </c:extLst>
        </c:ser>
        <c:dLbls>
          <c:showLegendKey val="0"/>
          <c:showVal val="0"/>
          <c:showCatName val="0"/>
          <c:showSerName val="0"/>
          <c:showPercent val="0"/>
          <c:showBubbleSize val="0"/>
        </c:dLbls>
        <c:gapWidth val="0"/>
        <c:overlap val="100"/>
        <c:axId val="244206992"/>
        <c:axId val="243853760"/>
      </c:barChart>
      <c:catAx>
        <c:axId val="244206992"/>
        <c:scaling>
          <c:orientation val="minMax"/>
        </c:scaling>
        <c:delete val="1"/>
        <c:axPos val="b"/>
        <c:numFmt formatCode="General" sourceLinked="1"/>
        <c:majorTickMark val="none"/>
        <c:minorTickMark val="none"/>
        <c:tickLblPos val="nextTo"/>
        <c:crossAx val="243853760"/>
        <c:crosses val="autoZero"/>
        <c:auto val="1"/>
        <c:lblAlgn val="ctr"/>
        <c:lblOffset val="100"/>
        <c:noMultiLvlLbl val="0"/>
      </c:catAx>
      <c:valAx>
        <c:axId val="243853760"/>
        <c:scaling>
          <c:orientation val="minMax"/>
          <c:min val="0"/>
        </c:scaling>
        <c:delete val="1"/>
        <c:axPos val="l"/>
        <c:majorGridlines>
          <c:spPr>
            <a:ln w="9525" cap="flat" cmpd="sng" algn="ctr">
              <a:noFill/>
              <a:round/>
            </a:ln>
            <a:effectLst/>
          </c:spPr>
        </c:majorGridlines>
        <c:numFmt formatCode="0%" sourceLinked="1"/>
        <c:majorTickMark val="none"/>
        <c:minorTickMark val="none"/>
        <c:tickLblPos val="nextTo"/>
        <c:crossAx val="2442069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percentStacked"/>
        <c:varyColors val="0"/>
        <c:ser>
          <c:idx val="0"/>
          <c:order val="0"/>
          <c:tx>
            <c:strRef>
              <c:f>Sheet1!$B$1</c:f>
              <c:strCache>
                <c:ptCount val="1"/>
                <c:pt idx="0">
                  <c:v>Series 1</c:v>
                </c:pt>
              </c:strCache>
            </c:strRef>
          </c:tx>
          <c:spPr>
            <a:solidFill>
              <a:schemeClr val="accent3"/>
            </a:solidFill>
            <a:ln>
              <a:noFill/>
            </a:ln>
            <a:effectLst/>
          </c:spPr>
          <c:invertIfNegative val="0"/>
          <c:cat>
            <c:strRef>
              <c:f>Sheet1!$A$2</c:f>
              <c:strCache>
                <c:ptCount val="1"/>
                <c:pt idx="0">
                  <c:v>Category 1</c:v>
                </c:pt>
              </c:strCache>
            </c:strRef>
          </c:cat>
          <c:val>
            <c:numRef>
              <c:f>Sheet1!$B$2</c:f>
              <c:numCache>
                <c:formatCode>General</c:formatCode>
                <c:ptCount val="1"/>
                <c:pt idx="0">
                  <c:v>12</c:v>
                </c:pt>
              </c:numCache>
            </c:numRef>
          </c:val>
          <c:extLst>
            <c:ext xmlns:c16="http://schemas.microsoft.com/office/drawing/2014/chart" uri="{C3380CC4-5D6E-409C-BE32-E72D297353CC}">
              <c16:uniqueId val="{00000000-AA82-984F-8908-F283B1A83700}"/>
            </c:ext>
          </c:extLst>
        </c:ser>
        <c:ser>
          <c:idx val="1"/>
          <c:order val="1"/>
          <c:tx>
            <c:strRef>
              <c:f>Sheet1!$C$1</c:f>
              <c:strCache>
                <c:ptCount val="1"/>
                <c:pt idx="0">
                  <c:v>Series 2</c:v>
                </c:pt>
              </c:strCache>
            </c:strRef>
          </c:tx>
          <c:spPr>
            <a:solidFill>
              <a:schemeClr val="bg2"/>
            </a:solidFill>
            <a:ln>
              <a:noFill/>
            </a:ln>
            <a:effectLst/>
          </c:spPr>
          <c:invertIfNegative val="0"/>
          <c:cat>
            <c:strRef>
              <c:f>Sheet1!$A$2</c:f>
              <c:strCache>
                <c:ptCount val="1"/>
                <c:pt idx="0">
                  <c:v>Category 1</c:v>
                </c:pt>
              </c:strCache>
            </c:strRef>
          </c:cat>
          <c:val>
            <c:numRef>
              <c:f>Sheet1!$C$2</c:f>
              <c:numCache>
                <c:formatCode>General</c:formatCode>
                <c:ptCount val="1"/>
                <c:pt idx="0">
                  <c:v>88</c:v>
                </c:pt>
              </c:numCache>
            </c:numRef>
          </c:val>
          <c:extLst>
            <c:ext xmlns:c16="http://schemas.microsoft.com/office/drawing/2014/chart" uri="{C3380CC4-5D6E-409C-BE32-E72D297353CC}">
              <c16:uniqueId val="{00000001-AA82-984F-8908-F283B1A83700}"/>
            </c:ext>
          </c:extLst>
        </c:ser>
        <c:dLbls>
          <c:showLegendKey val="0"/>
          <c:showVal val="0"/>
          <c:showCatName val="0"/>
          <c:showSerName val="0"/>
          <c:showPercent val="0"/>
          <c:showBubbleSize val="0"/>
        </c:dLbls>
        <c:gapWidth val="0"/>
        <c:overlap val="100"/>
        <c:axId val="1422013056"/>
        <c:axId val="1422020832"/>
      </c:barChart>
      <c:catAx>
        <c:axId val="1422013056"/>
        <c:scaling>
          <c:orientation val="minMax"/>
        </c:scaling>
        <c:delete val="1"/>
        <c:axPos val="b"/>
        <c:numFmt formatCode="General" sourceLinked="1"/>
        <c:majorTickMark val="none"/>
        <c:minorTickMark val="none"/>
        <c:tickLblPos val="nextTo"/>
        <c:crossAx val="1422020832"/>
        <c:crosses val="autoZero"/>
        <c:auto val="1"/>
        <c:lblAlgn val="ctr"/>
        <c:lblOffset val="100"/>
        <c:noMultiLvlLbl val="0"/>
      </c:catAx>
      <c:valAx>
        <c:axId val="1422020832"/>
        <c:scaling>
          <c:orientation val="minMax"/>
        </c:scaling>
        <c:delete val="1"/>
        <c:axPos val="l"/>
        <c:majorGridlines>
          <c:spPr>
            <a:ln w="9525" cap="flat" cmpd="sng" algn="ctr">
              <a:noFill/>
              <a:round/>
            </a:ln>
            <a:effectLst/>
          </c:spPr>
        </c:majorGridlines>
        <c:numFmt formatCode="0%" sourceLinked="1"/>
        <c:majorTickMark val="none"/>
        <c:minorTickMark val="none"/>
        <c:tickLblPos val="nextTo"/>
        <c:crossAx val="142201305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2740462049752314"/>
          <c:y val="6.7359726316164645E-2"/>
          <c:w val="0.59209463151577046"/>
          <c:h val="0.78945941439545486"/>
        </c:manualLayout>
      </c:layout>
      <c:pieChart>
        <c:varyColors val="1"/>
        <c:ser>
          <c:idx val="0"/>
          <c:order val="0"/>
          <c:tx>
            <c:strRef>
              <c:f>Sheet1!$B$1</c:f>
              <c:strCache>
                <c:ptCount val="1"/>
                <c:pt idx="0">
                  <c:v>Chart title</c:v>
                </c:pt>
              </c:strCache>
            </c:strRef>
          </c:tx>
          <c:spPr>
            <a:ln>
              <a:noFill/>
            </a:ln>
          </c:spPr>
          <c:dPt>
            <c:idx val="0"/>
            <c:bubble3D val="0"/>
            <c:spPr>
              <a:solidFill>
                <a:schemeClr val="tx1"/>
              </a:solidFill>
              <a:ln w="19050">
                <a:noFill/>
              </a:ln>
              <a:effectLst/>
            </c:spPr>
            <c:extLst>
              <c:ext xmlns:c16="http://schemas.microsoft.com/office/drawing/2014/chart" uri="{C3380CC4-5D6E-409C-BE32-E72D297353CC}">
                <c16:uniqueId val="{00000001-FA9D-D740-B82D-6599C80613A4}"/>
              </c:ext>
            </c:extLst>
          </c:dPt>
          <c:dPt>
            <c:idx val="1"/>
            <c:bubble3D val="0"/>
            <c:spPr>
              <a:solidFill>
                <a:schemeClr val="accent4"/>
              </a:solidFill>
              <a:ln w="19050">
                <a:noFill/>
              </a:ln>
              <a:effectLst/>
            </c:spPr>
            <c:extLst>
              <c:ext xmlns:c16="http://schemas.microsoft.com/office/drawing/2014/chart" uri="{C3380CC4-5D6E-409C-BE32-E72D297353CC}">
                <c16:uniqueId val="{00000003-FA9D-D740-B82D-6599C80613A4}"/>
              </c:ext>
            </c:extLst>
          </c:dPt>
          <c:dPt>
            <c:idx val="2"/>
            <c:bubble3D val="0"/>
            <c:spPr>
              <a:solidFill>
                <a:schemeClr val="accent3"/>
              </a:solidFill>
              <a:ln w="19050">
                <a:noFill/>
              </a:ln>
              <a:effectLst/>
            </c:spPr>
            <c:extLst>
              <c:ext xmlns:c16="http://schemas.microsoft.com/office/drawing/2014/chart" uri="{C3380CC4-5D6E-409C-BE32-E72D297353CC}">
                <c16:uniqueId val="{00000005-FA9D-D740-B82D-6599C80613A4}"/>
              </c:ext>
            </c:extLst>
          </c:dPt>
          <c:dPt>
            <c:idx val="3"/>
            <c:bubble3D val="0"/>
            <c:spPr>
              <a:solidFill>
                <a:schemeClr val="accent2"/>
              </a:solidFill>
              <a:ln w="19050">
                <a:noFill/>
              </a:ln>
              <a:effectLst/>
            </c:spPr>
            <c:extLst>
              <c:ext xmlns:c16="http://schemas.microsoft.com/office/drawing/2014/chart" uri="{C3380CC4-5D6E-409C-BE32-E72D297353CC}">
                <c16:uniqueId val="{00000007-FA9D-D740-B82D-6599C80613A4}"/>
              </c:ext>
            </c:extLst>
          </c:dPt>
          <c:dPt>
            <c:idx val="4"/>
            <c:bubble3D val="0"/>
            <c:spPr>
              <a:solidFill>
                <a:schemeClr val="accent1"/>
              </a:solidFill>
              <a:ln w="19050">
                <a:noFill/>
              </a:ln>
              <a:effectLst/>
            </c:spPr>
            <c:extLst>
              <c:ext xmlns:c16="http://schemas.microsoft.com/office/drawing/2014/chart" uri="{C3380CC4-5D6E-409C-BE32-E72D297353CC}">
                <c16:uniqueId val="{00000009-FA9D-D740-B82D-6599C80613A4}"/>
              </c:ext>
            </c:extLst>
          </c:dPt>
          <c:dPt>
            <c:idx val="5"/>
            <c:bubble3D val="0"/>
            <c:spPr>
              <a:solidFill>
                <a:schemeClr val="tx2"/>
              </a:solidFill>
              <a:ln w="19050">
                <a:noFill/>
              </a:ln>
              <a:effectLst/>
            </c:spPr>
            <c:extLst>
              <c:ext xmlns:c16="http://schemas.microsoft.com/office/drawing/2014/chart" uri="{C3380CC4-5D6E-409C-BE32-E72D297353CC}">
                <c16:uniqueId val="{0000000B-FA9D-D740-B82D-6599C80613A4}"/>
              </c:ext>
            </c:extLst>
          </c:dPt>
          <c:dLbls>
            <c:dLbl>
              <c:idx val="4"/>
              <c:dLblPos val="outEnd"/>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FA9D-D740-B82D-6599C80613A4}"/>
                </c:ext>
              </c:extLst>
            </c:dLbl>
            <c:dLbl>
              <c:idx val="5"/>
              <c:dLblPos val="outEnd"/>
              <c:showLegendKey val="0"/>
              <c:showVal val="1"/>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FA9D-D740-B82D-6599C80613A4}"/>
                </c:ext>
              </c:extLst>
            </c:dLbl>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ovistar Sans Medium" pitchFamily="2" charset="77"/>
                    <a:ea typeface="Movistar Sans Medium" pitchFamily="2" charset="77"/>
                    <a:cs typeface="+mn-cs"/>
                  </a:defRPr>
                </a:pPr>
                <a:endParaRPr lang="es-ES"/>
              </a:p>
            </c:txPr>
            <c:dLblPos val="outEnd"/>
            <c:showLegendKey val="0"/>
            <c:showVal val="1"/>
            <c:showCatName val="1"/>
            <c:showSerName val="0"/>
            <c:showPercent val="0"/>
            <c:showBubbleSize val="0"/>
            <c:showLeaderLines val="0"/>
            <c:extLst>
              <c:ext xmlns:c15="http://schemas.microsoft.com/office/drawing/2012/chart" uri="{CE6537A1-D6FC-4f65-9D91-7224C49458BB}"/>
            </c:extLst>
          </c:dLbls>
          <c:cat>
            <c:strRef>
              <c:f>Sheet1!$A$2:$A$7</c:f>
              <c:strCache>
                <c:ptCount val="6"/>
                <c:pt idx="0">
                  <c:v>Series 1</c:v>
                </c:pt>
                <c:pt idx="1">
                  <c:v>Series 2</c:v>
                </c:pt>
                <c:pt idx="2">
                  <c:v>Series 3</c:v>
                </c:pt>
                <c:pt idx="3">
                  <c:v>Series 4</c:v>
                </c:pt>
                <c:pt idx="4">
                  <c:v>Series 5</c:v>
                </c:pt>
                <c:pt idx="5">
                  <c:v>Series 6</c:v>
                </c:pt>
              </c:strCache>
            </c:strRef>
          </c:cat>
          <c:val>
            <c:numRef>
              <c:f>Sheet1!$B$2:$B$7</c:f>
              <c:numCache>
                <c:formatCode>General</c:formatCode>
                <c:ptCount val="6"/>
                <c:pt idx="0">
                  <c:v>8.1999999999999993</c:v>
                </c:pt>
                <c:pt idx="1">
                  <c:v>3.2</c:v>
                </c:pt>
                <c:pt idx="2">
                  <c:v>1.4</c:v>
                </c:pt>
                <c:pt idx="3">
                  <c:v>1.2</c:v>
                </c:pt>
                <c:pt idx="4">
                  <c:v>7.1</c:v>
                </c:pt>
                <c:pt idx="5">
                  <c:v>4.9000000000000004</c:v>
                </c:pt>
              </c:numCache>
            </c:numRef>
          </c:val>
          <c:extLst>
            <c:ext xmlns:c16="http://schemas.microsoft.com/office/drawing/2014/chart" uri="{C3380CC4-5D6E-409C-BE32-E72D297353CC}">
              <c16:uniqueId val="{0000000C-FA9D-D740-B82D-6599C80613A4}"/>
            </c:ext>
          </c:extLst>
        </c:ser>
        <c:dLbls>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b="0" i="0">
          <a:solidFill>
            <a:schemeClr val="accent4"/>
          </a:solidFill>
          <a:latin typeface="Movistar Sans Medium" pitchFamily="2" charset="77"/>
          <a:ea typeface="Movistar Sans Medium" pitchFamily="2" charset="77"/>
        </a:defRPr>
      </a:pPr>
      <a:endParaRPr lang="es-E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schemeClr val="tx1"/>
                </a:solidFill>
                <a:latin typeface="Movistar Sans" pitchFamily="2" charset="77"/>
                <a:ea typeface="Movistar Sans" pitchFamily="2" charset="77"/>
                <a:cs typeface="+mn-cs"/>
              </a:defRPr>
            </a:pPr>
            <a:r>
              <a:rPr kumimoji="0" lang="en-US" sz="1400" b="1" i="0" u="none" strike="noStrike" kern="1200" cap="none" spc="0" normalizeH="0" baseline="0" noProof="0" dirty="0">
                <a:ln>
                  <a:noFill/>
                </a:ln>
                <a:solidFill>
                  <a:schemeClr val="tx1"/>
                </a:solidFill>
                <a:effectLst/>
                <a:uLnTx/>
                <a:uFillTx/>
                <a:latin typeface="Movistar Sans" pitchFamily="2" charset="77"/>
                <a:ea typeface="Movistar Sans" pitchFamily="2" charset="77"/>
                <a:cs typeface="IberPangea Text Light" panose="020B0404000000000000" pitchFamily="34" charset="0"/>
              </a:rPr>
              <a:t>Chart title</a:t>
            </a:r>
          </a:p>
        </c:rich>
      </c:tx>
      <c:layout>
        <c:manualLayout>
          <c:xMode val="edge"/>
          <c:yMode val="edge"/>
          <c:x val="0.45732977713723277"/>
          <c:y val="0"/>
        </c:manualLayout>
      </c:layout>
      <c:overlay val="0"/>
      <c:spPr>
        <a:noFill/>
        <a:ln>
          <a:noFill/>
        </a:ln>
        <a:effectLst/>
      </c:spPr>
      <c:txPr>
        <a:bodyPr rot="0" spcFirstLastPara="1" vertOverflow="ellipsis" vert="horz" wrap="square" anchor="ctr" anchorCtr="1"/>
        <a:lstStyle/>
        <a:p>
          <a:pPr marL="0" marR="0" indent="0" algn="ctr" defTabSz="914400" rtl="0" eaLnBrk="1" fontAlgn="auto" latinLnBrk="0" hangingPunct="1">
            <a:lnSpc>
              <a:spcPct val="100000"/>
            </a:lnSpc>
            <a:spcBef>
              <a:spcPts val="0"/>
            </a:spcBef>
            <a:spcAft>
              <a:spcPts val="0"/>
            </a:spcAft>
            <a:buClrTx/>
            <a:buSzTx/>
            <a:buFontTx/>
            <a:buNone/>
            <a:tabLst/>
            <a:defRPr sz="1862" b="0" i="0" u="none" strike="noStrike" kern="1200" spc="0" baseline="0">
              <a:solidFill>
                <a:schemeClr val="tx1"/>
              </a:solidFill>
              <a:latin typeface="Movistar Sans" pitchFamily="2" charset="77"/>
              <a:ea typeface="Movistar Sans" pitchFamily="2" charset="77"/>
              <a:cs typeface="+mn-cs"/>
            </a:defRPr>
          </a:pPr>
          <a:endParaRPr lang="es-ES"/>
        </a:p>
      </c:txPr>
    </c:title>
    <c:autoTitleDeleted val="0"/>
    <c:plotArea>
      <c:layout>
        <c:manualLayout>
          <c:layoutTarget val="inner"/>
          <c:xMode val="edge"/>
          <c:yMode val="edge"/>
          <c:x val="2.6003585489313835E-2"/>
          <c:y val="0.11523235028807786"/>
          <c:w val="0.8164645142013498"/>
          <c:h val="0.85119001121738291"/>
        </c:manualLayout>
      </c:layout>
      <c:barChart>
        <c:barDir val="col"/>
        <c:grouping val="clustered"/>
        <c:varyColors val="0"/>
        <c:ser>
          <c:idx val="0"/>
          <c:order val="0"/>
          <c:tx>
            <c:strRef>
              <c:f>Sheet1!$B$1</c:f>
              <c:strCache>
                <c:ptCount val="1"/>
                <c:pt idx="0">
                  <c:v>Column2</c:v>
                </c:pt>
              </c:strCache>
            </c:strRef>
          </c:tx>
          <c:spPr>
            <a:solidFill>
              <a:schemeClr val="tx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Sheet1!$B$2</c:f>
              <c:numCache>
                <c:formatCode>General</c:formatCode>
                <c:ptCount val="1"/>
                <c:pt idx="0">
                  <c:v>2</c:v>
                </c:pt>
              </c:numCache>
            </c:numRef>
          </c:val>
          <c:extLst>
            <c:ext xmlns:c16="http://schemas.microsoft.com/office/drawing/2014/chart" uri="{C3380CC4-5D6E-409C-BE32-E72D297353CC}">
              <c16:uniqueId val="{00000000-FE27-0A49-A1A5-B7085AB172BC}"/>
            </c:ext>
          </c:extLst>
        </c:ser>
        <c:ser>
          <c:idx val="1"/>
          <c:order val="1"/>
          <c:tx>
            <c:strRef>
              <c:f>Sheet1!$C$1</c:f>
              <c:strCache>
                <c:ptCount val="1"/>
                <c:pt idx="0">
                  <c:v>Column3</c:v>
                </c:pt>
              </c:strCache>
            </c:strRef>
          </c:tx>
          <c:spPr>
            <a:solidFill>
              <a:schemeClr val="accent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Sheet1!$C$2</c:f>
              <c:numCache>
                <c:formatCode>General</c:formatCode>
                <c:ptCount val="1"/>
                <c:pt idx="0">
                  <c:v>3</c:v>
                </c:pt>
              </c:numCache>
            </c:numRef>
          </c:val>
          <c:extLst>
            <c:ext xmlns:c16="http://schemas.microsoft.com/office/drawing/2014/chart" uri="{C3380CC4-5D6E-409C-BE32-E72D297353CC}">
              <c16:uniqueId val="{00000001-FE27-0A49-A1A5-B7085AB172BC}"/>
            </c:ext>
          </c:extLst>
        </c:ser>
        <c:ser>
          <c:idx val="2"/>
          <c:order val="2"/>
          <c:tx>
            <c:strRef>
              <c:f>Sheet1!$D$1</c:f>
              <c:strCache>
                <c:ptCount val="1"/>
                <c:pt idx="0">
                  <c:v>Column4</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Sheet1!$D$2</c:f>
              <c:numCache>
                <c:formatCode>General</c:formatCode>
                <c:ptCount val="1"/>
                <c:pt idx="0">
                  <c:v>5</c:v>
                </c:pt>
              </c:numCache>
            </c:numRef>
          </c:val>
          <c:extLst>
            <c:ext xmlns:c16="http://schemas.microsoft.com/office/drawing/2014/chart" uri="{C3380CC4-5D6E-409C-BE32-E72D297353CC}">
              <c16:uniqueId val="{00000002-FE27-0A49-A1A5-B7085AB172BC}"/>
            </c:ext>
          </c:extLst>
        </c:ser>
        <c:ser>
          <c:idx val="3"/>
          <c:order val="3"/>
          <c:tx>
            <c:strRef>
              <c:f>Sheet1!$E$1</c:f>
              <c:strCache>
                <c:ptCount val="1"/>
                <c:pt idx="0">
                  <c:v>Column5</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Sheet1!$E$2</c:f>
              <c:numCache>
                <c:formatCode>General</c:formatCode>
                <c:ptCount val="1"/>
                <c:pt idx="0">
                  <c:v>3</c:v>
                </c:pt>
              </c:numCache>
            </c:numRef>
          </c:val>
          <c:extLst>
            <c:ext xmlns:c16="http://schemas.microsoft.com/office/drawing/2014/chart" uri="{C3380CC4-5D6E-409C-BE32-E72D297353CC}">
              <c16:uniqueId val="{00000003-FE27-0A49-A1A5-B7085AB172BC}"/>
            </c:ext>
          </c:extLst>
        </c:ser>
        <c:ser>
          <c:idx val="4"/>
          <c:order val="4"/>
          <c:tx>
            <c:strRef>
              <c:f>Sheet1!$F$1</c:f>
              <c:strCache>
                <c:ptCount val="1"/>
                <c:pt idx="0">
                  <c:v>Column6</c:v>
                </c:pt>
              </c:strCache>
            </c:strRef>
          </c:tx>
          <c:spPr>
            <a:solidFill>
              <a:schemeClr val="accent1"/>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5-FE27-0A49-A1A5-B7085AB172BC}"/>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Sheet1!$F$2</c:f>
              <c:numCache>
                <c:formatCode>General</c:formatCode>
                <c:ptCount val="1"/>
                <c:pt idx="0">
                  <c:v>7</c:v>
                </c:pt>
              </c:numCache>
            </c:numRef>
          </c:val>
          <c:extLst>
            <c:ext xmlns:c16="http://schemas.microsoft.com/office/drawing/2014/chart" uri="{C3380CC4-5D6E-409C-BE32-E72D297353CC}">
              <c16:uniqueId val="{00000006-FE27-0A49-A1A5-B7085AB172BC}"/>
            </c:ext>
          </c:extLst>
        </c:ser>
        <c:ser>
          <c:idx val="5"/>
          <c:order val="5"/>
          <c:tx>
            <c:strRef>
              <c:f>Sheet1!$G$1</c:f>
              <c:strCache>
                <c:ptCount val="1"/>
                <c:pt idx="0">
                  <c:v>Column7</c:v>
                </c:pt>
              </c:strCache>
            </c:strRef>
          </c:tx>
          <c:spPr>
            <a:solidFill>
              <a:schemeClr val="tx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accent3"/>
                    </a:solidFill>
                    <a:latin typeface="+mn-lt"/>
                    <a:ea typeface="+mn-ea"/>
                    <a:cs typeface="+mn-cs"/>
                  </a:defRPr>
                </a:pPr>
                <a:endParaRPr lang="es-E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Category 1</c:v>
                </c:pt>
              </c:strCache>
            </c:strRef>
          </c:cat>
          <c:val>
            <c:numRef>
              <c:f>Sheet1!$G$2</c:f>
              <c:numCache>
                <c:formatCode>General</c:formatCode>
                <c:ptCount val="1"/>
                <c:pt idx="0">
                  <c:v>2</c:v>
                </c:pt>
              </c:numCache>
            </c:numRef>
          </c:val>
          <c:extLst>
            <c:ext xmlns:c16="http://schemas.microsoft.com/office/drawing/2014/chart" uri="{C3380CC4-5D6E-409C-BE32-E72D297353CC}">
              <c16:uniqueId val="{00000007-FE27-0A49-A1A5-B7085AB172BC}"/>
            </c:ext>
          </c:extLst>
        </c:ser>
        <c:dLbls>
          <c:showLegendKey val="0"/>
          <c:showVal val="0"/>
          <c:showCatName val="0"/>
          <c:showSerName val="0"/>
          <c:showPercent val="0"/>
          <c:showBubbleSize val="0"/>
        </c:dLbls>
        <c:gapWidth val="250"/>
        <c:axId val="1095251536"/>
        <c:axId val="937995840"/>
      </c:barChart>
      <c:catAx>
        <c:axId val="1095251536"/>
        <c:scaling>
          <c:orientation val="minMax"/>
        </c:scaling>
        <c:delete val="1"/>
        <c:axPos val="b"/>
        <c:numFmt formatCode="General" sourceLinked="1"/>
        <c:majorTickMark val="none"/>
        <c:minorTickMark val="none"/>
        <c:tickLblPos val="nextTo"/>
        <c:crossAx val="937995840"/>
        <c:crosses val="autoZero"/>
        <c:auto val="1"/>
        <c:lblAlgn val="ctr"/>
        <c:lblOffset val="100"/>
        <c:noMultiLvlLbl val="0"/>
      </c:catAx>
      <c:valAx>
        <c:axId val="937995840"/>
        <c:scaling>
          <c:orientation val="minMax"/>
        </c:scaling>
        <c:delete val="1"/>
        <c:axPos val="l"/>
        <c:majorGridlines>
          <c:spPr>
            <a:ln w="9525" cap="flat" cmpd="sng" algn="ctr">
              <a:solidFill>
                <a:schemeClr val="tx1">
                  <a:lumMod val="25000"/>
                  <a:lumOff val="75000"/>
                </a:schemeClr>
              </a:solidFill>
              <a:round/>
            </a:ln>
            <a:effectLst/>
          </c:spPr>
        </c:majorGridlines>
        <c:numFmt formatCode="General" sourceLinked="1"/>
        <c:majorTickMark val="out"/>
        <c:minorTickMark val="none"/>
        <c:tickLblPos val="nextTo"/>
        <c:crossAx val="1095251536"/>
        <c:crosses val="autoZero"/>
        <c:crossBetween val="between"/>
      </c:valAx>
      <c:spPr>
        <a:noFill/>
        <a:ln w="25400">
          <a:noFill/>
        </a:ln>
        <a:effectLst/>
      </c:spPr>
    </c:plotArea>
    <c:legend>
      <c:legendPos val="r"/>
      <c:layout>
        <c:manualLayout>
          <c:xMode val="edge"/>
          <c:yMode val="edge"/>
          <c:x val="0.88934309969066372"/>
          <c:y val="0.62713970794207563"/>
          <c:w val="0.10710559969114571"/>
          <c:h val="0.37014846480811625"/>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solidFill>
              <a:latin typeface="Movistar Sans Medium" pitchFamily="2" charset="77"/>
              <a:ea typeface="Movistar Sans Medium" pitchFamily="2" charset="77"/>
              <a:cs typeface="+mn-cs"/>
            </a:defRPr>
          </a:pPr>
          <a:endParaRPr lang="es-E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s-E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5"/>
  <a:schemeClr val="accent4"/>
  <a:schemeClr val="accent3"/>
  <a:schemeClr val="accent2"/>
  <a:schemeClr val="accent1"/>
  <a:srgbClr val="3487FF"/>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5"/>
  <a:schemeClr val="accent4"/>
  <a:schemeClr val="accent3"/>
  <a:schemeClr val="accent2"/>
  <a:schemeClr val="accent1"/>
  <a:srgbClr val="3487FF"/>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0C70CF8-E28C-B426-9C1A-F92E4E2A14A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E9044AA-F370-8037-D404-BD4091CA22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EA7A08-807B-3E47-9D29-3050C2092140}" type="datetimeFigureOut">
              <a:rPr lang="en-US" smtClean="0"/>
              <a:t>3/20/26</a:t>
            </a:fld>
            <a:endParaRPr lang="en-US"/>
          </a:p>
        </p:txBody>
      </p:sp>
      <p:sp>
        <p:nvSpPr>
          <p:cNvPr id="4" name="Footer Placeholder 3">
            <a:extLst>
              <a:ext uri="{FF2B5EF4-FFF2-40B4-BE49-F238E27FC236}">
                <a16:creationId xmlns:a16="http://schemas.microsoft.com/office/drawing/2014/main" id="{EED0F44D-F2E4-2DC1-54FC-ABE1440204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9A1EAAF-0BDC-391C-81F4-6AC6AA60BED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53802B-5D62-C84F-995E-B41F00892593}" type="slidenum">
              <a:rPr lang="en-US" smtClean="0"/>
              <a:t>‹Nº›</a:t>
            </a:fld>
            <a:endParaRPr lang="en-US"/>
          </a:p>
        </p:txBody>
      </p:sp>
    </p:spTree>
    <p:extLst>
      <p:ext uri="{BB962C8B-B14F-4D97-AF65-F5344CB8AC3E}">
        <p14:creationId xmlns:p14="http://schemas.microsoft.com/office/powerpoint/2010/main" val="42473038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CF31BA8-06BD-104C-9B4B-F00B40EFFA38}" type="datetimeFigureOut">
              <a:rPr lang="en-GB" smtClean="0"/>
              <a:t>20/03/2026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459E3A-734C-B940-9D35-442B63F1D9B0}" type="slidenum">
              <a:rPr lang="en-GB" smtClean="0"/>
              <a:t>‹Nº›</a:t>
            </a:fld>
            <a:endParaRPr lang="en-GB"/>
          </a:p>
        </p:txBody>
      </p:sp>
    </p:spTree>
    <p:extLst>
      <p:ext uri="{BB962C8B-B14F-4D97-AF65-F5344CB8AC3E}">
        <p14:creationId xmlns:p14="http://schemas.microsoft.com/office/powerpoint/2010/main" val="36587016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E4144-A833-84D7-2A97-670DBBE5FE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4C7E7-9D9F-2FC8-BCDF-C1BC9AEE81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CF7BE-AE2A-E59B-51F2-A7A118507D4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84E851C-8D32-032E-5407-EE9BD424B0C0}"/>
              </a:ext>
            </a:extLst>
          </p:cNvPr>
          <p:cNvSpPr>
            <a:spLocks noGrp="1"/>
          </p:cNvSpPr>
          <p:nvPr>
            <p:ph type="sldNum" sz="quarter" idx="5"/>
          </p:nvPr>
        </p:nvSpPr>
        <p:spPr/>
        <p:txBody>
          <a:bodyPr/>
          <a:lstStyle/>
          <a:p>
            <a:fld id="{A6459E3A-734C-B940-9D35-442B63F1D9B0}" type="slidenum">
              <a:rPr lang="en-GB" smtClean="0"/>
              <a:t>3</a:t>
            </a:fld>
            <a:endParaRPr lang="en-GB"/>
          </a:p>
        </p:txBody>
      </p:sp>
    </p:spTree>
    <p:extLst>
      <p:ext uri="{BB962C8B-B14F-4D97-AF65-F5344CB8AC3E}">
        <p14:creationId xmlns:p14="http://schemas.microsoft.com/office/powerpoint/2010/main" val="38087948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A53A-C3FE-316B-5B11-D9F9B7B257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366007-24F8-9664-69FB-F5DF1E2B3F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B624FA-9FA7-0965-59A3-BEC8825875F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00076C9-B946-BAB9-6B11-111FE863DBD1}"/>
              </a:ext>
            </a:extLst>
          </p:cNvPr>
          <p:cNvSpPr>
            <a:spLocks noGrp="1"/>
          </p:cNvSpPr>
          <p:nvPr>
            <p:ph type="sldNum" sz="quarter" idx="5"/>
          </p:nvPr>
        </p:nvSpPr>
        <p:spPr/>
        <p:txBody>
          <a:bodyPr/>
          <a:lstStyle/>
          <a:p>
            <a:fld id="{A6459E3A-734C-B940-9D35-442B63F1D9B0}" type="slidenum">
              <a:rPr lang="en-GB" smtClean="0"/>
              <a:t>4</a:t>
            </a:fld>
            <a:endParaRPr lang="en-GB"/>
          </a:p>
        </p:txBody>
      </p:sp>
    </p:spTree>
    <p:extLst>
      <p:ext uri="{BB962C8B-B14F-4D97-AF65-F5344CB8AC3E}">
        <p14:creationId xmlns:p14="http://schemas.microsoft.com/office/powerpoint/2010/main" val="39315250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CROP OF IMAGE</a:t>
            </a:r>
          </a:p>
          <a:p>
            <a:endParaRPr lang="en-US" dirty="0"/>
          </a:p>
        </p:txBody>
      </p:sp>
      <p:sp>
        <p:nvSpPr>
          <p:cNvPr id="4" name="Slide Number Placeholder 3"/>
          <p:cNvSpPr>
            <a:spLocks noGrp="1"/>
          </p:cNvSpPr>
          <p:nvPr>
            <p:ph type="sldNum" sz="quarter" idx="5"/>
          </p:nvPr>
        </p:nvSpPr>
        <p:spPr/>
        <p:txBody>
          <a:bodyPr/>
          <a:lstStyle/>
          <a:p>
            <a:fld id="{A6459E3A-734C-B940-9D35-442B63F1D9B0}" type="slidenum">
              <a:rPr lang="en-GB" smtClean="0"/>
              <a:t>12</a:t>
            </a:fld>
            <a:endParaRPr lang="en-GB"/>
          </a:p>
        </p:txBody>
      </p:sp>
    </p:spTree>
    <p:extLst>
      <p:ext uri="{BB962C8B-B14F-4D97-AF65-F5344CB8AC3E}">
        <p14:creationId xmlns:p14="http://schemas.microsoft.com/office/powerpoint/2010/main" val="657576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CROP OF IMAGE</a:t>
            </a:r>
          </a:p>
          <a:p>
            <a:endParaRPr lang="en-US" dirty="0"/>
          </a:p>
        </p:txBody>
      </p:sp>
      <p:sp>
        <p:nvSpPr>
          <p:cNvPr id="4" name="Slide Number Placeholder 3"/>
          <p:cNvSpPr>
            <a:spLocks noGrp="1"/>
          </p:cNvSpPr>
          <p:nvPr>
            <p:ph type="sldNum" sz="quarter" idx="5"/>
          </p:nvPr>
        </p:nvSpPr>
        <p:spPr/>
        <p:txBody>
          <a:bodyPr/>
          <a:lstStyle/>
          <a:p>
            <a:fld id="{A6459E3A-734C-B940-9D35-442B63F1D9B0}" type="slidenum">
              <a:rPr lang="en-GB" smtClean="0"/>
              <a:t>14</a:t>
            </a:fld>
            <a:endParaRPr lang="en-GB"/>
          </a:p>
        </p:txBody>
      </p:sp>
    </p:spTree>
    <p:extLst>
      <p:ext uri="{BB962C8B-B14F-4D97-AF65-F5344CB8AC3E}">
        <p14:creationId xmlns:p14="http://schemas.microsoft.com/office/powerpoint/2010/main" val="10000371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6D8F1D-B956-140F-4BCF-6A5F6F69F7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A69EE4-F1C0-198A-BEC0-D2CFA780B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AE12D6-017F-1552-BE3C-68FCF652AD7D}"/>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8F4E4CAE-75D6-2033-8432-3B4952E2C6FA}"/>
              </a:ext>
            </a:extLst>
          </p:cNvPr>
          <p:cNvSpPr>
            <a:spLocks noGrp="1"/>
          </p:cNvSpPr>
          <p:nvPr>
            <p:ph type="sldNum" sz="quarter" idx="5"/>
          </p:nvPr>
        </p:nvSpPr>
        <p:spPr/>
        <p:txBody>
          <a:bodyPr/>
          <a:lstStyle/>
          <a:p>
            <a:fld id="{A6459E3A-734C-B940-9D35-442B63F1D9B0}" type="slidenum">
              <a:rPr lang="en-GB" smtClean="0"/>
              <a:t>16</a:t>
            </a:fld>
            <a:endParaRPr lang="en-GB"/>
          </a:p>
        </p:txBody>
      </p:sp>
    </p:spTree>
    <p:extLst>
      <p:ext uri="{BB962C8B-B14F-4D97-AF65-F5344CB8AC3E}">
        <p14:creationId xmlns:p14="http://schemas.microsoft.com/office/powerpoint/2010/main" val="2342092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78687-992D-2A72-CAA8-1849E4E47A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81AE9-45BD-FD13-9F12-006A76B762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E0EAED-1F85-CAF1-8699-F1FFCB0C66AC}"/>
              </a:ext>
            </a:extLst>
          </p:cNvPr>
          <p:cNvSpPr>
            <a:spLocks noGrp="1"/>
          </p:cNvSpPr>
          <p:nvPr>
            <p:ph type="body" idx="1"/>
          </p:nvPr>
        </p:nvSpPr>
        <p:spPr/>
        <p:txBody>
          <a:bodyPr/>
          <a:lstStyle/>
          <a:p>
            <a:endParaRPr lang="en-GB" dirty="0"/>
          </a:p>
        </p:txBody>
      </p:sp>
      <p:sp>
        <p:nvSpPr>
          <p:cNvPr id="4" name="Slide Number Placeholder 3">
            <a:extLst>
              <a:ext uri="{FF2B5EF4-FFF2-40B4-BE49-F238E27FC236}">
                <a16:creationId xmlns:a16="http://schemas.microsoft.com/office/drawing/2014/main" id="{31B1363C-2DFB-B09D-E2CC-2BF69998B047}"/>
              </a:ext>
            </a:extLst>
          </p:cNvPr>
          <p:cNvSpPr>
            <a:spLocks noGrp="1"/>
          </p:cNvSpPr>
          <p:nvPr>
            <p:ph type="sldNum" sz="quarter" idx="5"/>
          </p:nvPr>
        </p:nvSpPr>
        <p:spPr/>
        <p:txBody>
          <a:bodyPr/>
          <a:lstStyle/>
          <a:p>
            <a:fld id="{A6459E3A-734C-B940-9D35-442B63F1D9B0}" type="slidenum">
              <a:rPr lang="en-GB" smtClean="0"/>
              <a:t>17</a:t>
            </a:fld>
            <a:endParaRPr lang="en-GB"/>
          </a:p>
        </p:txBody>
      </p:sp>
    </p:spTree>
    <p:extLst>
      <p:ext uri="{BB962C8B-B14F-4D97-AF65-F5344CB8AC3E}">
        <p14:creationId xmlns:p14="http://schemas.microsoft.com/office/powerpoint/2010/main" val="8471593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6459E3A-734C-B940-9D35-442B63F1D9B0}" type="slidenum">
              <a:rPr lang="en-GB" smtClean="0"/>
              <a:t>19</a:t>
            </a:fld>
            <a:endParaRPr lang="en-GB"/>
          </a:p>
        </p:txBody>
      </p:sp>
    </p:spTree>
    <p:extLst>
      <p:ext uri="{BB962C8B-B14F-4D97-AF65-F5344CB8AC3E}">
        <p14:creationId xmlns:p14="http://schemas.microsoft.com/office/powerpoint/2010/main" val="2852498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459E3A-734C-B940-9D35-442B63F1D9B0}" type="slidenum">
              <a:rPr lang="en-GB" smtClean="0"/>
              <a:t>22</a:t>
            </a:fld>
            <a:endParaRPr lang="en-GB"/>
          </a:p>
        </p:txBody>
      </p:sp>
    </p:spTree>
    <p:extLst>
      <p:ext uri="{BB962C8B-B14F-4D97-AF65-F5344CB8AC3E}">
        <p14:creationId xmlns:p14="http://schemas.microsoft.com/office/powerpoint/2010/main" val="41156827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2.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 Id="rId3" Type="http://schemas.openxmlformats.org/officeDocument/2006/relationships/image" Target="../media/image8.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svg"/><Relationship Id="rId3" Type="http://schemas.openxmlformats.org/officeDocument/2006/relationships/image" Target="../media/image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svg"/><Relationship Id="rId3" Type="http://schemas.openxmlformats.org/officeDocument/2006/relationships/image" Target="../media/image1.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 Id="rId3" Type="http://schemas.openxmlformats.org/officeDocument/2006/relationships/image" Target="../media/image1.sv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svg"/><Relationship Id="rId3" Type="http://schemas.openxmlformats.org/officeDocument/2006/relationships/image" Target="../media/image7.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sv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4.sv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5.svg"/><Relationship Id="rId3" Type="http://schemas.openxmlformats.org/officeDocument/2006/relationships/image" Target="../media/image26.svg"/></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7.svg"/><Relationship Id="rId3" Type="http://schemas.openxmlformats.org/officeDocument/2006/relationships/image" Target="../media/image25.svg"/></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8.png"/></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9.sv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sv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Portado 01">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6D9-738F-C3E0-68FB-6A3923E98F6F}"/>
              </a:ext>
            </a:extLst>
          </p:cNvPr>
          <p:cNvSpPr>
            <a:spLocks noGrp="1" noRot="1" noMove="1" noResize="1" noEditPoints="1" noAdjustHandles="1" noChangeArrowheads="1" noChangeShapeType="1"/>
          </p:cNvSpPr>
          <p:nvPr>
            <p:ph type="ctrTitle"/>
          </p:nvPr>
        </p:nvSpPr>
        <p:spPr>
          <a:xfrm>
            <a:off x="360000" y="394258"/>
            <a:ext cx="11832000" cy="3240000"/>
          </a:xfrm>
        </p:spPr>
        <p:txBody>
          <a:bodyPr anchor="t" anchorCtr="0">
            <a:normAutofit/>
          </a:bodyPr>
          <a:lstStyle>
            <a:lvl1pPr algn="l">
              <a:lnSpc>
                <a:spcPct val="80000"/>
              </a:lnSpc>
              <a:defRPr sz="13400" spc="-400" baseline="0">
                <a:solidFill>
                  <a:schemeClr val="tx1"/>
                </a:solidFill>
              </a:defRPr>
            </a:lvl1pPr>
          </a:lstStyle>
          <a:p>
            <a:r>
              <a:rPr lang="en-US" dirty="0"/>
              <a:t>Click to edit Master 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pic>
        <p:nvPicPr>
          <p:cNvPr id="4" name="Gráfico 3">
            <a:extLst>
              <a:ext uri="{FF2B5EF4-FFF2-40B4-BE49-F238E27FC236}">
                <a16:creationId xmlns:a16="http://schemas.microsoft.com/office/drawing/2014/main" id="{ABE83539-AE21-72A9-C8C9-FFEA3A80C71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508742"/>
            <a:ext cx="738639" cy="205764"/>
          </a:xfrm>
          <a:prstGeom prst="rect">
            <a:avLst/>
          </a:prstGeom>
        </p:spPr>
      </p:pic>
      <p:sp>
        <p:nvSpPr>
          <p:cNvPr id="5" name="Date Placeholder 3">
            <a:extLst>
              <a:ext uri="{FF2B5EF4-FFF2-40B4-BE49-F238E27FC236}">
                <a16:creationId xmlns:a16="http://schemas.microsoft.com/office/drawing/2014/main" id="{9AF1C2BF-686E-AAEB-199A-6CFD373E1B6B}"/>
              </a:ext>
            </a:extLst>
          </p:cNvPr>
          <p:cNvSpPr>
            <a:spLocks noGrp="1"/>
          </p:cNvSpPr>
          <p:nvPr>
            <p:ph type="dt" sz="half" idx="11"/>
          </p:nvPr>
        </p:nvSpPr>
        <p:spPr>
          <a:xfrm>
            <a:off x="5526776" y="6575425"/>
            <a:ext cx="1138448" cy="144000"/>
          </a:xfrm>
        </p:spPr>
        <p:txBody>
          <a:bodyPr/>
          <a:lstStyle/>
          <a:p>
            <a:fld id="{94F536BF-90B5-F046-8AA2-8E31230A8BCA}" type="datetime1">
              <a:rPr lang="es-ES" smtClean="0"/>
              <a:t>20/3/26</a:t>
            </a:fld>
            <a:endParaRPr lang="en-GB" dirty="0"/>
          </a:p>
        </p:txBody>
      </p:sp>
      <p:sp>
        <p:nvSpPr>
          <p:cNvPr id="6" name="Text Placeholder 20">
            <a:extLst>
              <a:ext uri="{FF2B5EF4-FFF2-40B4-BE49-F238E27FC236}">
                <a16:creationId xmlns:a16="http://schemas.microsoft.com/office/drawing/2014/main" id="{E52F2724-BCA4-A01C-517E-3EFEF702599E}"/>
              </a:ext>
            </a:extLst>
          </p:cNvPr>
          <p:cNvSpPr>
            <a:spLocks noGrp="1"/>
          </p:cNvSpPr>
          <p:nvPr>
            <p:ph type="body" sz="quarter" idx="31" hasCustomPrompt="1"/>
          </p:nvPr>
        </p:nvSpPr>
        <p:spPr>
          <a:xfrm>
            <a:off x="1496905" y="6523674"/>
            <a:ext cx="2050615" cy="205764"/>
          </a:xfrm>
        </p:spPr>
        <p:txBody>
          <a:bodyPr anchor="ctr"/>
          <a:lstStyle>
            <a:lvl1pPr marL="6350" indent="-6350">
              <a:lnSpc>
                <a:spcPct val="100000"/>
              </a:lnSpc>
              <a:spcBef>
                <a:spcPts val="500"/>
              </a:spcBef>
              <a:buFont typeface="+mj-lt"/>
              <a:buNone/>
              <a:tabLst/>
              <a:defRPr lang="en-US" sz="800" b="0" i="0" kern="1200" dirty="0">
                <a:solidFill>
                  <a:schemeClr val="tx1">
                    <a:lumMod val="50000"/>
                    <a:lumOff val="50000"/>
                  </a:schemeClr>
                </a:solidFill>
                <a:latin typeface="Movistar Sans" pitchFamily="2" charset="77"/>
                <a:ea typeface="Movistar Sans" pitchFamily="2" charset="77"/>
                <a:cs typeface="+mn-cs"/>
              </a:defRPr>
            </a:lvl1pPr>
            <a:lvl2pPr>
              <a:lnSpc>
                <a:spcPct val="100000"/>
              </a:lnSpc>
              <a:spcBef>
                <a:spcPts val="500"/>
              </a:spcBef>
              <a:buFont typeface="+mj-lt"/>
              <a:buAutoNum type="arabicPeriod"/>
              <a:defRPr lang="en-US" sz="800" b="0" i="0" kern="1200" dirty="0">
                <a:solidFill>
                  <a:schemeClr val="tx1"/>
                </a:solidFill>
                <a:latin typeface="Movistar Sans" pitchFamily="2" charset="77"/>
                <a:ea typeface="Movistar Sans" pitchFamily="2" charset="77"/>
                <a:cs typeface="+mn-cs"/>
              </a:defRPr>
            </a:lvl2pPr>
          </a:lstStyle>
          <a:p>
            <a:pPr lvl="0"/>
            <a:r>
              <a:rPr lang="en-US" dirty="0"/>
              <a:t>Departamento I Lugar</a:t>
            </a:r>
          </a:p>
        </p:txBody>
      </p:sp>
      <p:cxnSp>
        <p:nvCxnSpPr>
          <p:cNvPr id="7" name="Straight Connector 14">
            <a:extLst>
              <a:ext uri="{FF2B5EF4-FFF2-40B4-BE49-F238E27FC236}">
                <a16:creationId xmlns:a16="http://schemas.microsoft.com/office/drawing/2014/main" id="{23CC632B-ED1A-9766-4062-71168C355D83}"/>
              </a:ext>
            </a:extLst>
          </p:cNvPr>
          <p:cNvCxnSpPr/>
          <p:nvPr userDrawn="1"/>
        </p:nvCxnSpPr>
        <p:spPr>
          <a:xfrm>
            <a:off x="1350559" y="6508742"/>
            <a:ext cx="0" cy="205764"/>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5569748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ortado 01 Ver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6D9-738F-C3E0-68FB-6A3923E98F6F}"/>
              </a:ext>
            </a:extLst>
          </p:cNvPr>
          <p:cNvSpPr>
            <a:spLocks noGrp="1" noRot="1" noMove="1" noResize="1" noEditPoints="1" noAdjustHandles="1" noChangeArrowheads="1" noChangeShapeType="1"/>
          </p:cNvSpPr>
          <p:nvPr>
            <p:ph type="ctrTitle"/>
          </p:nvPr>
        </p:nvSpPr>
        <p:spPr>
          <a:xfrm>
            <a:off x="360000" y="394258"/>
            <a:ext cx="11832000" cy="3240000"/>
          </a:xfrm>
        </p:spPr>
        <p:txBody>
          <a:bodyPr anchor="t" anchorCtr="0">
            <a:normAutofit/>
          </a:bodyPr>
          <a:lstStyle>
            <a:lvl1pPr algn="l">
              <a:lnSpc>
                <a:spcPct val="80000"/>
              </a:lnSpc>
              <a:defRPr sz="13400" spc="-400" baseline="0">
                <a:solidFill>
                  <a:schemeClr val="accent6"/>
                </a:solidFill>
              </a:defRPr>
            </a:lvl1pPr>
          </a:lstStyle>
          <a:p>
            <a:r>
              <a:rPr lang="en-US" dirty="0"/>
              <a:t>Click to edit Master 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3" name="Subtitle 2">
            <a:extLst>
              <a:ext uri="{FF2B5EF4-FFF2-40B4-BE49-F238E27FC236}">
                <a16:creationId xmlns:a16="http://schemas.microsoft.com/office/drawing/2014/main" id="{D18B317D-CD00-936E-1E12-2D62BA0017F4}"/>
              </a:ext>
            </a:extLst>
          </p:cNvPr>
          <p:cNvSpPr>
            <a:spLocks noGrp="1"/>
          </p:cNvSpPr>
          <p:nvPr>
            <p:ph type="subTitle" idx="1"/>
          </p:nvPr>
        </p:nvSpPr>
        <p:spPr>
          <a:xfrm>
            <a:off x="425450" y="5720706"/>
            <a:ext cx="6588808" cy="635058"/>
          </a:xfrm>
        </p:spPr>
        <p:txBody>
          <a:bodyPr anchor="b"/>
          <a:lstStyle>
            <a:lvl1pPr marL="0" indent="0" algn="l">
              <a:lnSpc>
                <a:spcPct val="90000"/>
              </a:lnSpc>
              <a:spcBef>
                <a:spcPts val="0"/>
              </a:spcBef>
              <a:buNone/>
              <a:defRPr sz="2400" b="0" i="0" spc="-30" baseline="0">
                <a:solidFill>
                  <a:schemeClr val="accent6"/>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10" name="Gráfico 9">
            <a:extLst>
              <a:ext uri="{FF2B5EF4-FFF2-40B4-BE49-F238E27FC236}">
                <a16:creationId xmlns:a16="http://schemas.microsoft.com/office/drawing/2014/main" id="{AF66166C-ED16-B633-C873-8F2E1198661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508742"/>
            <a:ext cx="738639" cy="205764"/>
          </a:xfrm>
          <a:prstGeom prst="rect">
            <a:avLst/>
          </a:prstGeom>
        </p:spPr>
      </p:pic>
      <p:sp>
        <p:nvSpPr>
          <p:cNvPr id="11" name="Date Placeholder 3">
            <a:extLst>
              <a:ext uri="{FF2B5EF4-FFF2-40B4-BE49-F238E27FC236}">
                <a16:creationId xmlns:a16="http://schemas.microsoft.com/office/drawing/2014/main" id="{089B80B6-D48D-6BFC-2A45-0661BC551CBD}"/>
              </a:ext>
            </a:extLst>
          </p:cNvPr>
          <p:cNvSpPr>
            <a:spLocks noGrp="1"/>
          </p:cNvSpPr>
          <p:nvPr>
            <p:ph type="dt" sz="half" idx="11"/>
          </p:nvPr>
        </p:nvSpPr>
        <p:spPr>
          <a:xfrm>
            <a:off x="5526776" y="6575425"/>
            <a:ext cx="1138448" cy="144000"/>
          </a:xfrm>
        </p:spPr>
        <p:txBody>
          <a:bodyPr/>
          <a:lstStyle>
            <a:lvl1pPr>
              <a:defRPr>
                <a:solidFill>
                  <a:schemeClr val="accent6"/>
                </a:solidFill>
              </a:defRPr>
            </a:lvl1pPr>
          </a:lstStyle>
          <a:p>
            <a:fld id="{94F536BF-90B5-F046-8AA2-8E31230A8BCA}" type="datetime1">
              <a:rPr lang="es-ES" smtClean="0"/>
              <a:pPr/>
              <a:t>20/3/26</a:t>
            </a:fld>
            <a:endParaRPr lang="en-GB" dirty="0"/>
          </a:p>
        </p:txBody>
      </p:sp>
      <p:sp>
        <p:nvSpPr>
          <p:cNvPr id="12" name="Text Placeholder 20">
            <a:extLst>
              <a:ext uri="{FF2B5EF4-FFF2-40B4-BE49-F238E27FC236}">
                <a16:creationId xmlns:a16="http://schemas.microsoft.com/office/drawing/2014/main" id="{064981B0-5666-2B32-4A14-3A930E73B96B}"/>
              </a:ext>
            </a:extLst>
          </p:cNvPr>
          <p:cNvSpPr>
            <a:spLocks noGrp="1"/>
          </p:cNvSpPr>
          <p:nvPr>
            <p:ph type="body" sz="quarter" idx="31" hasCustomPrompt="1"/>
          </p:nvPr>
        </p:nvSpPr>
        <p:spPr>
          <a:xfrm>
            <a:off x="1496905" y="6523674"/>
            <a:ext cx="2050615" cy="205764"/>
          </a:xfrm>
        </p:spPr>
        <p:txBody>
          <a:bodyPr anchor="ctr"/>
          <a:lstStyle>
            <a:lvl1pPr marL="6350" indent="-6350">
              <a:lnSpc>
                <a:spcPct val="100000"/>
              </a:lnSpc>
              <a:spcBef>
                <a:spcPts val="500"/>
              </a:spcBef>
              <a:buFont typeface="+mj-lt"/>
              <a:buNone/>
              <a:tabLst/>
              <a:defRPr lang="en-US" sz="800" b="0" i="0" kern="1200" dirty="0">
                <a:solidFill>
                  <a:schemeClr val="accent6"/>
                </a:solidFill>
                <a:latin typeface="Movistar Sans" pitchFamily="2" charset="77"/>
                <a:ea typeface="Movistar Sans" pitchFamily="2" charset="77"/>
                <a:cs typeface="+mn-cs"/>
              </a:defRPr>
            </a:lvl1pPr>
            <a:lvl2pPr>
              <a:lnSpc>
                <a:spcPct val="100000"/>
              </a:lnSpc>
              <a:spcBef>
                <a:spcPts val="500"/>
              </a:spcBef>
              <a:buFont typeface="+mj-lt"/>
              <a:buAutoNum type="arabicPeriod"/>
              <a:defRPr lang="en-US" sz="800" b="0" i="0" kern="1200" dirty="0">
                <a:solidFill>
                  <a:schemeClr val="tx1"/>
                </a:solidFill>
                <a:latin typeface="Movistar Sans" pitchFamily="2" charset="77"/>
                <a:ea typeface="Movistar Sans" pitchFamily="2" charset="77"/>
                <a:cs typeface="+mn-cs"/>
              </a:defRPr>
            </a:lvl2pPr>
          </a:lstStyle>
          <a:p>
            <a:pPr lvl="0"/>
            <a:r>
              <a:rPr lang="en-US" dirty="0"/>
              <a:t>Departamento I Lugar</a:t>
            </a:r>
          </a:p>
        </p:txBody>
      </p:sp>
      <p:cxnSp>
        <p:nvCxnSpPr>
          <p:cNvPr id="13" name="Straight Connector 14">
            <a:extLst>
              <a:ext uri="{FF2B5EF4-FFF2-40B4-BE49-F238E27FC236}">
                <a16:creationId xmlns:a16="http://schemas.microsoft.com/office/drawing/2014/main" id="{75AA0ACC-0F74-34E5-7305-6A5C8F2C6441}"/>
              </a:ext>
            </a:extLst>
          </p:cNvPr>
          <p:cNvCxnSpPr/>
          <p:nvPr userDrawn="1"/>
        </p:nvCxnSpPr>
        <p:spPr>
          <a:xfrm>
            <a:off x="1350559" y="6508742"/>
            <a:ext cx="0" cy="205764"/>
          </a:xfrm>
          <a:prstGeom prst="line">
            <a:avLst/>
          </a:prstGeom>
          <a:ln w="9525">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04025371"/>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ortado 01 Coral">
    <p:bg>
      <p:bgPr>
        <a:solidFill>
          <a:schemeClr val="accent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6D9-738F-C3E0-68FB-6A3923E98F6F}"/>
              </a:ext>
            </a:extLst>
          </p:cNvPr>
          <p:cNvSpPr>
            <a:spLocks noGrp="1" noRot="1" noMove="1" noResize="1" noEditPoints="1" noAdjustHandles="1" noChangeArrowheads="1" noChangeShapeType="1"/>
          </p:cNvSpPr>
          <p:nvPr>
            <p:ph type="ctrTitle"/>
          </p:nvPr>
        </p:nvSpPr>
        <p:spPr>
          <a:xfrm>
            <a:off x="360000" y="394258"/>
            <a:ext cx="11832000" cy="3240000"/>
          </a:xfrm>
        </p:spPr>
        <p:txBody>
          <a:bodyPr anchor="t" anchorCtr="0">
            <a:normAutofit/>
          </a:bodyPr>
          <a:lstStyle>
            <a:lvl1pPr algn="l">
              <a:lnSpc>
                <a:spcPct val="80000"/>
              </a:lnSpc>
              <a:defRPr sz="13400" spc="-400" baseline="0">
                <a:solidFill>
                  <a:srgbClr val="6A2C13"/>
                </a:solidFill>
              </a:defRPr>
            </a:lvl1pPr>
          </a:lstStyle>
          <a:p>
            <a:r>
              <a:rPr lang="en-US"/>
              <a:t>Click to edit Master 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3" name="Subtitle 2">
            <a:extLst>
              <a:ext uri="{FF2B5EF4-FFF2-40B4-BE49-F238E27FC236}">
                <a16:creationId xmlns:a16="http://schemas.microsoft.com/office/drawing/2014/main" id="{38CB42A2-ACA3-AB53-CF33-E9A1006541B6}"/>
              </a:ext>
            </a:extLst>
          </p:cNvPr>
          <p:cNvSpPr>
            <a:spLocks noGrp="1"/>
          </p:cNvSpPr>
          <p:nvPr>
            <p:ph type="subTitle" idx="1"/>
          </p:nvPr>
        </p:nvSpPr>
        <p:spPr>
          <a:xfrm>
            <a:off x="425450" y="5720706"/>
            <a:ext cx="6588808" cy="635058"/>
          </a:xfrm>
        </p:spPr>
        <p:txBody>
          <a:bodyPr anchor="b"/>
          <a:lstStyle>
            <a:lvl1pPr marL="0" indent="0" algn="l">
              <a:lnSpc>
                <a:spcPct val="90000"/>
              </a:lnSpc>
              <a:spcBef>
                <a:spcPts val="0"/>
              </a:spcBef>
              <a:buNone/>
              <a:defRPr sz="2400" b="0" i="0" spc="-30" baseline="0">
                <a:solidFill>
                  <a:srgbClr val="6A2C13"/>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9" name="Gráfico 8">
            <a:extLst>
              <a:ext uri="{FF2B5EF4-FFF2-40B4-BE49-F238E27FC236}">
                <a16:creationId xmlns:a16="http://schemas.microsoft.com/office/drawing/2014/main" id="{C97480E4-6AF4-5A02-E0AE-2747CF8C8F2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508742"/>
            <a:ext cx="738639" cy="205764"/>
          </a:xfrm>
          <a:prstGeom prst="rect">
            <a:avLst/>
          </a:prstGeom>
        </p:spPr>
      </p:pic>
      <p:sp>
        <p:nvSpPr>
          <p:cNvPr id="10" name="Date Placeholder 3">
            <a:extLst>
              <a:ext uri="{FF2B5EF4-FFF2-40B4-BE49-F238E27FC236}">
                <a16:creationId xmlns:a16="http://schemas.microsoft.com/office/drawing/2014/main" id="{68ADAAEE-D92E-10D0-99FF-FEC1D39B952F}"/>
              </a:ext>
            </a:extLst>
          </p:cNvPr>
          <p:cNvSpPr>
            <a:spLocks noGrp="1"/>
          </p:cNvSpPr>
          <p:nvPr>
            <p:ph type="dt" sz="half" idx="11"/>
          </p:nvPr>
        </p:nvSpPr>
        <p:spPr>
          <a:xfrm>
            <a:off x="5526776" y="6575425"/>
            <a:ext cx="1138448" cy="144000"/>
          </a:xfrm>
        </p:spPr>
        <p:txBody>
          <a:bodyPr/>
          <a:lstStyle>
            <a:lvl1pPr>
              <a:defRPr>
                <a:solidFill>
                  <a:srgbClr val="6A2C13"/>
                </a:solidFill>
              </a:defRPr>
            </a:lvl1pPr>
          </a:lstStyle>
          <a:p>
            <a:fld id="{94F536BF-90B5-F046-8AA2-8E31230A8BCA}" type="datetime1">
              <a:rPr lang="es-ES" smtClean="0"/>
              <a:pPr/>
              <a:t>20/3/26</a:t>
            </a:fld>
            <a:endParaRPr lang="en-GB" dirty="0"/>
          </a:p>
        </p:txBody>
      </p:sp>
      <p:sp>
        <p:nvSpPr>
          <p:cNvPr id="11" name="Text Placeholder 20">
            <a:extLst>
              <a:ext uri="{FF2B5EF4-FFF2-40B4-BE49-F238E27FC236}">
                <a16:creationId xmlns:a16="http://schemas.microsoft.com/office/drawing/2014/main" id="{FEE55929-2CD6-3183-DA37-FA8E5A5A39E4}"/>
              </a:ext>
            </a:extLst>
          </p:cNvPr>
          <p:cNvSpPr>
            <a:spLocks noGrp="1"/>
          </p:cNvSpPr>
          <p:nvPr>
            <p:ph type="body" sz="quarter" idx="31" hasCustomPrompt="1"/>
          </p:nvPr>
        </p:nvSpPr>
        <p:spPr>
          <a:xfrm>
            <a:off x="1496905" y="6523674"/>
            <a:ext cx="2050615" cy="205764"/>
          </a:xfrm>
        </p:spPr>
        <p:txBody>
          <a:bodyPr anchor="ctr"/>
          <a:lstStyle>
            <a:lvl1pPr marL="6350" indent="-6350">
              <a:lnSpc>
                <a:spcPct val="100000"/>
              </a:lnSpc>
              <a:spcBef>
                <a:spcPts val="500"/>
              </a:spcBef>
              <a:buFont typeface="+mj-lt"/>
              <a:buNone/>
              <a:tabLst/>
              <a:defRPr lang="en-US" sz="800" b="0" i="0" kern="1200" dirty="0">
                <a:solidFill>
                  <a:srgbClr val="6A2C13"/>
                </a:solidFill>
                <a:latin typeface="Movistar Sans" pitchFamily="2" charset="77"/>
                <a:ea typeface="Movistar Sans" pitchFamily="2" charset="77"/>
                <a:cs typeface="+mn-cs"/>
              </a:defRPr>
            </a:lvl1pPr>
            <a:lvl2pPr>
              <a:lnSpc>
                <a:spcPct val="100000"/>
              </a:lnSpc>
              <a:spcBef>
                <a:spcPts val="500"/>
              </a:spcBef>
              <a:buFont typeface="+mj-lt"/>
              <a:buAutoNum type="arabicPeriod"/>
              <a:defRPr lang="en-US" sz="800" b="0" i="0" kern="1200" dirty="0">
                <a:solidFill>
                  <a:schemeClr val="tx1"/>
                </a:solidFill>
                <a:latin typeface="Movistar Sans" pitchFamily="2" charset="77"/>
                <a:ea typeface="Movistar Sans" pitchFamily="2" charset="77"/>
                <a:cs typeface="+mn-cs"/>
              </a:defRPr>
            </a:lvl2pPr>
          </a:lstStyle>
          <a:p>
            <a:pPr lvl="0"/>
            <a:r>
              <a:rPr lang="en-US" dirty="0"/>
              <a:t>Departamento I Lugar</a:t>
            </a:r>
          </a:p>
        </p:txBody>
      </p:sp>
      <p:cxnSp>
        <p:nvCxnSpPr>
          <p:cNvPr id="12" name="Straight Connector 14">
            <a:extLst>
              <a:ext uri="{FF2B5EF4-FFF2-40B4-BE49-F238E27FC236}">
                <a16:creationId xmlns:a16="http://schemas.microsoft.com/office/drawing/2014/main" id="{1FE589DE-68EE-B3BA-39DF-4A0FC6D1FC86}"/>
              </a:ext>
            </a:extLst>
          </p:cNvPr>
          <p:cNvCxnSpPr/>
          <p:nvPr userDrawn="1"/>
        </p:nvCxnSpPr>
        <p:spPr>
          <a:xfrm>
            <a:off x="1350559" y="6508742"/>
            <a:ext cx="0" cy="205764"/>
          </a:xfrm>
          <a:prstGeom prst="line">
            <a:avLst/>
          </a:prstGeom>
          <a:ln w="9525">
            <a:solidFill>
              <a:srgbClr val="6A2C13"/>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249427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Portado 01 Amarillo">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6D9-738F-C3E0-68FB-6A3923E98F6F}"/>
              </a:ext>
            </a:extLst>
          </p:cNvPr>
          <p:cNvSpPr>
            <a:spLocks noGrp="1" noRot="1" noMove="1" noResize="1" noEditPoints="1" noAdjustHandles="1" noChangeArrowheads="1" noChangeShapeType="1"/>
          </p:cNvSpPr>
          <p:nvPr>
            <p:ph type="ctrTitle"/>
          </p:nvPr>
        </p:nvSpPr>
        <p:spPr>
          <a:xfrm>
            <a:off x="360000" y="394258"/>
            <a:ext cx="11832000" cy="3240000"/>
          </a:xfrm>
        </p:spPr>
        <p:txBody>
          <a:bodyPr anchor="t" anchorCtr="0">
            <a:normAutofit/>
          </a:bodyPr>
          <a:lstStyle>
            <a:lvl1pPr algn="l">
              <a:lnSpc>
                <a:spcPct val="80000"/>
              </a:lnSpc>
              <a:defRPr sz="13400" spc="-400" baseline="0">
                <a:solidFill>
                  <a:srgbClr val="624900"/>
                </a:solidFill>
              </a:defRPr>
            </a:lvl1pPr>
          </a:lstStyle>
          <a:p>
            <a:r>
              <a:rPr lang="en-US" dirty="0"/>
              <a:t>Click to edit Master 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3" name="Subtitle 2">
            <a:extLst>
              <a:ext uri="{FF2B5EF4-FFF2-40B4-BE49-F238E27FC236}">
                <a16:creationId xmlns:a16="http://schemas.microsoft.com/office/drawing/2014/main" id="{1D81B56A-BB1D-5BFD-BB49-387ABC54F3F7}"/>
              </a:ext>
            </a:extLst>
          </p:cNvPr>
          <p:cNvSpPr>
            <a:spLocks noGrp="1"/>
          </p:cNvSpPr>
          <p:nvPr>
            <p:ph type="subTitle" idx="1"/>
          </p:nvPr>
        </p:nvSpPr>
        <p:spPr>
          <a:xfrm>
            <a:off x="425450" y="5720706"/>
            <a:ext cx="6588808" cy="635058"/>
          </a:xfrm>
        </p:spPr>
        <p:txBody>
          <a:bodyPr anchor="b"/>
          <a:lstStyle>
            <a:lvl1pPr marL="0" indent="0" algn="l">
              <a:lnSpc>
                <a:spcPct val="90000"/>
              </a:lnSpc>
              <a:spcBef>
                <a:spcPts val="0"/>
              </a:spcBef>
              <a:buNone/>
              <a:defRPr sz="2400" b="0" i="0" spc="-30" baseline="0">
                <a:solidFill>
                  <a:srgbClr val="624900"/>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4" name="Gráfico 3">
            <a:extLst>
              <a:ext uri="{FF2B5EF4-FFF2-40B4-BE49-F238E27FC236}">
                <a16:creationId xmlns:a16="http://schemas.microsoft.com/office/drawing/2014/main" id="{93472892-8EB9-DF85-6238-95B859B85A2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508742"/>
            <a:ext cx="738639" cy="205764"/>
          </a:xfrm>
          <a:prstGeom prst="rect">
            <a:avLst/>
          </a:prstGeom>
        </p:spPr>
      </p:pic>
      <p:sp>
        <p:nvSpPr>
          <p:cNvPr id="5" name="Date Placeholder 3">
            <a:extLst>
              <a:ext uri="{FF2B5EF4-FFF2-40B4-BE49-F238E27FC236}">
                <a16:creationId xmlns:a16="http://schemas.microsoft.com/office/drawing/2014/main" id="{EA3E5DB0-F02C-DEA6-5351-ED6351B549D0}"/>
              </a:ext>
            </a:extLst>
          </p:cNvPr>
          <p:cNvSpPr>
            <a:spLocks noGrp="1"/>
          </p:cNvSpPr>
          <p:nvPr>
            <p:ph type="dt" sz="half" idx="11"/>
          </p:nvPr>
        </p:nvSpPr>
        <p:spPr>
          <a:xfrm>
            <a:off x="5526776" y="6575425"/>
            <a:ext cx="1138448" cy="144000"/>
          </a:xfrm>
        </p:spPr>
        <p:txBody>
          <a:bodyPr/>
          <a:lstStyle>
            <a:lvl1pPr>
              <a:defRPr>
                <a:solidFill>
                  <a:srgbClr val="624900"/>
                </a:solidFill>
              </a:defRPr>
            </a:lvl1pPr>
          </a:lstStyle>
          <a:p>
            <a:fld id="{94F536BF-90B5-F046-8AA2-8E31230A8BCA}" type="datetime1">
              <a:rPr lang="es-ES" smtClean="0"/>
              <a:pPr/>
              <a:t>20/3/26</a:t>
            </a:fld>
            <a:endParaRPr lang="en-GB" dirty="0"/>
          </a:p>
        </p:txBody>
      </p:sp>
      <p:sp>
        <p:nvSpPr>
          <p:cNvPr id="6" name="Text Placeholder 20">
            <a:extLst>
              <a:ext uri="{FF2B5EF4-FFF2-40B4-BE49-F238E27FC236}">
                <a16:creationId xmlns:a16="http://schemas.microsoft.com/office/drawing/2014/main" id="{9A449489-8EBC-8A83-EC25-C8F0B10D5E9F}"/>
              </a:ext>
            </a:extLst>
          </p:cNvPr>
          <p:cNvSpPr>
            <a:spLocks noGrp="1"/>
          </p:cNvSpPr>
          <p:nvPr>
            <p:ph type="body" sz="quarter" idx="31" hasCustomPrompt="1"/>
          </p:nvPr>
        </p:nvSpPr>
        <p:spPr>
          <a:xfrm>
            <a:off x="1496905" y="6523674"/>
            <a:ext cx="2050615" cy="205764"/>
          </a:xfrm>
        </p:spPr>
        <p:txBody>
          <a:bodyPr anchor="ctr"/>
          <a:lstStyle>
            <a:lvl1pPr marL="6350" indent="-6350">
              <a:lnSpc>
                <a:spcPct val="100000"/>
              </a:lnSpc>
              <a:spcBef>
                <a:spcPts val="500"/>
              </a:spcBef>
              <a:buFont typeface="+mj-lt"/>
              <a:buNone/>
              <a:tabLst/>
              <a:defRPr lang="en-US" sz="800" b="0" i="0" kern="1200" dirty="0">
                <a:solidFill>
                  <a:srgbClr val="624900"/>
                </a:solidFill>
                <a:latin typeface="Movistar Sans" pitchFamily="2" charset="77"/>
                <a:ea typeface="Movistar Sans" pitchFamily="2" charset="77"/>
                <a:cs typeface="+mn-cs"/>
              </a:defRPr>
            </a:lvl1pPr>
            <a:lvl2pPr>
              <a:lnSpc>
                <a:spcPct val="100000"/>
              </a:lnSpc>
              <a:spcBef>
                <a:spcPts val="500"/>
              </a:spcBef>
              <a:buFont typeface="+mj-lt"/>
              <a:buAutoNum type="arabicPeriod"/>
              <a:defRPr lang="en-US" sz="800" b="0" i="0" kern="1200" dirty="0">
                <a:solidFill>
                  <a:schemeClr val="tx1"/>
                </a:solidFill>
                <a:latin typeface="Movistar Sans" pitchFamily="2" charset="77"/>
                <a:ea typeface="Movistar Sans" pitchFamily="2" charset="77"/>
                <a:cs typeface="+mn-cs"/>
              </a:defRPr>
            </a:lvl2pPr>
          </a:lstStyle>
          <a:p>
            <a:pPr lvl="0"/>
            <a:r>
              <a:rPr lang="en-US" dirty="0"/>
              <a:t>Departamento I Lugar</a:t>
            </a:r>
          </a:p>
        </p:txBody>
      </p:sp>
      <p:cxnSp>
        <p:nvCxnSpPr>
          <p:cNvPr id="7" name="Straight Connector 14">
            <a:extLst>
              <a:ext uri="{FF2B5EF4-FFF2-40B4-BE49-F238E27FC236}">
                <a16:creationId xmlns:a16="http://schemas.microsoft.com/office/drawing/2014/main" id="{CACCCDDC-7645-61AA-FCEC-6583E1AC73F3}"/>
              </a:ext>
            </a:extLst>
          </p:cNvPr>
          <p:cNvCxnSpPr/>
          <p:nvPr userDrawn="1"/>
        </p:nvCxnSpPr>
        <p:spPr>
          <a:xfrm>
            <a:off x="1350559" y="6508742"/>
            <a:ext cx="0" cy="205764"/>
          </a:xfrm>
          <a:prstGeom prst="line">
            <a:avLst/>
          </a:prstGeom>
          <a:ln w="9525">
            <a:solidFill>
              <a:srgbClr val="6249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692021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Portado 01 Azul">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6D9-738F-C3E0-68FB-6A3923E98F6F}"/>
              </a:ext>
            </a:extLst>
          </p:cNvPr>
          <p:cNvSpPr>
            <a:spLocks noGrp="1" noRot="1" noMove="1" noResize="1" noEditPoints="1" noAdjustHandles="1" noChangeArrowheads="1" noChangeShapeType="1"/>
          </p:cNvSpPr>
          <p:nvPr>
            <p:ph type="ctrTitle"/>
          </p:nvPr>
        </p:nvSpPr>
        <p:spPr>
          <a:xfrm>
            <a:off x="360000" y="394258"/>
            <a:ext cx="11832000" cy="3240000"/>
          </a:xfrm>
        </p:spPr>
        <p:txBody>
          <a:bodyPr anchor="t" anchorCtr="0">
            <a:normAutofit/>
          </a:bodyPr>
          <a:lstStyle>
            <a:lvl1pPr algn="l">
              <a:lnSpc>
                <a:spcPct val="80000"/>
              </a:lnSpc>
              <a:defRPr sz="13400" spc="-400" baseline="0">
                <a:solidFill>
                  <a:schemeClr val="accent5"/>
                </a:solidFill>
              </a:defRPr>
            </a:lvl1pPr>
          </a:lstStyle>
          <a:p>
            <a:r>
              <a:rPr lang="en-US" dirty="0"/>
              <a:t>Click to edit Master 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3" name="Subtitle 2">
            <a:extLst>
              <a:ext uri="{FF2B5EF4-FFF2-40B4-BE49-F238E27FC236}">
                <a16:creationId xmlns:a16="http://schemas.microsoft.com/office/drawing/2014/main" id="{61006B42-DC7F-0791-9714-C7C2CA1D47D0}"/>
              </a:ext>
            </a:extLst>
          </p:cNvPr>
          <p:cNvSpPr>
            <a:spLocks noGrp="1"/>
          </p:cNvSpPr>
          <p:nvPr>
            <p:ph type="subTitle" idx="1"/>
          </p:nvPr>
        </p:nvSpPr>
        <p:spPr>
          <a:xfrm>
            <a:off x="425450" y="5720706"/>
            <a:ext cx="6588808" cy="635058"/>
          </a:xfrm>
        </p:spPr>
        <p:txBody>
          <a:bodyPr anchor="b"/>
          <a:lstStyle>
            <a:lvl1pPr marL="0" indent="0" algn="l">
              <a:lnSpc>
                <a:spcPct val="90000"/>
              </a:lnSpc>
              <a:spcBef>
                <a:spcPts val="0"/>
              </a:spcBef>
              <a:buNone/>
              <a:defRPr sz="2400" b="0" i="0" spc="-30" baseline="0">
                <a:solidFill>
                  <a:schemeClr val="accent5"/>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4" name="Gráfico 3">
            <a:extLst>
              <a:ext uri="{FF2B5EF4-FFF2-40B4-BE49-F238E27FC236}">
                <a16:creationId xmlns:a16="http://schemas.microsoft.com/office/drawing/2014/main" id="{7ABC1239-CA5C-1717-6563-177DBF68C89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508742"/>
            <a:ext cx="738639" cy="205764"/>
          </a:xfrm>
          <a:prstGeom prst="rect">
            <a:avLst/>
          </a:prstGeom>
        </p:spPr>
      </p:pic>
      <p:sp>
        <p:nvSpPr>
          <p:cNvPr id="5" name="Date Placeholder 3">
            <a:extLst>
              <a:ext uri="{FF2B5EF4-FFF2-40B4-BE49-F238E27FC236}">
                <a16:creationId xmlns:a16="http://schemas.microsoft.com/office/drawing/2014/main" id="{A85167CE-4E5A-9100-D199-5FDA606B188D}"/>
              </a:ext>
            </a:extLst>
          </p:cNvPr>
          <p:cNvSpPr>
            <a:spLocks noGrp="1"/>
          </p:cNvSpPr>
          <p:nvPr>
            <p:ph type="dt" sz="half" idx="11"/>
          </p:nvPr>
        </p:nvSpPr>
        <p:spPr>
          <a:xfrm>
            <a:off x="5526776" y="6575425"/>
            <a:ext cx="1138448" cy="144000"/>
          </a:xfrm>
        </p:spPr>
        <p:txBody>
          <a:bodyPr/>
          <a:lstStyle>
            <a:lvl1pPr>
              <a:defRPr>
                <a:solidFill>
                  <a:schemeClr val="accent5"/>
                </a:solidFill>
              </a:defRPr>
            </a:lvl1pPr>
          </a:lstStyle>
          <a:p>
            <a:fld id="{94F536BF-90B5-F046-8AA2-8E31230A8BCA}" type="datetime1">
              <a:rPr lang="es-ES" smtClean="0"/>
              <a:pPr/>
              <a:t>20/3/26</a:t>
            </a:fld>
            <a:endParaRPr lang="en-GB" dirty="0"/>
          </a:p>
        </p:txBody>
      </p:sp>
      <p:sp>
        <p:nvSpPr>
          <p:cNvPr id="6" name="Text Placeholder 20">
            <a:extLst>
              <a:ext uri="{FF2B5EF4-FFF2-40B4-BE49-F238E27FC236}">
                <a16:creationId xmlns:a16="http://schemas.microsoft.com/office/drawing/2014/main" id="{4869832E-3C73-5265-1ECA-09E2FF876EBC}"/>
              </a:ext>
            </a:extLst>
          </p:cNvPr>
          <p:cNvSpPr>
            <a:spLocks noGrp="1"/>
          </p:cNvSpPr>
          <p:nvPr>
            <p:ph type="body" sz="quarter" idx="31" hasCustomPrompt="1"/>
          </p:nvPr>
        </p:nvSpPr>
        <p:spPr>
          <a:xfrm>
            <a:off x="1496905" y="6523674"/>
            <a:ext cx="2050615" cy="205764"/>
          </a:xfrm>
        </p:spPr>
        <p:txBody>
          <a:bodyPr anchor="ctr"/>
          <a:lstStyle>
            <a:lvl1pPr marL="6350" indent="-6350">
              <a:lnSpc>
                <a:spcPct val="100000"/>
              </a:lnSpc>
              <a:spcBef>
                <a:spcPts val="500"/>
              </a:spcBef>
              <a:buFont typeface="+mj-lt"/>
              <a:buNone/>
              <a:tabLst/>
              <a:defRPr lang="en-US" sz="800" b="0" i="0" kern="1200" dirty="0">
                <a:solidFill>
                  <a:schemeClr val="accent5"/>
                </a:solidFill>
                <a:latin typeface="Movistar Sans" pitchFamily="2" charset="77"/>
                <a:ea typeface="Movistar Sans" pitchFamily="2" charset="77"/>
                <a:cs typeface="+mn-cs"/>
              </a:defRPr>
            </a:lvl1pPr>
            <a:lvl2pPr>
              <a:lnSpc>
                <a:spcPct val="100000"/>
              </a:lnSpc>
              <a:spcBef>
                <a:spcPts val="500"/>
              </a:spcBef>
              <a:buFont typeface="+mj-lt"/>
              <a:buAutoNum type="arabicPeriod"/>
              <a:defRPr lang="en-US" sz="800" b="0" i="0" kern="1200" dirty="0">
                <a:solidFill>
                  <a:schemeClr val="tx1"/>
                </a:solidFill>
                <a:latin typeface="Movistar Sans" pitchFamily="2" charset="77"/>
                <a:ea typeface="Movistar Sans" pitchFamily="2" charset="77"/>
                <a:cs typeface="+mn-cs"/>
              </a:defRPr>
            </a:lvl2pPr>
          </a:lstStyle>
          <a:p>
            <a:pPr lvl="0"/>
            <a:r>
              <a:rPr lang="en-US" dirty="0"/>
              <a:t>Departamento I Lugar</a:t>
            </a:r>
          </a:p>
        </p:txBody>
      </p:sp>
      <p:cxnSp>
        <p:nvCxnSpPr>
          <p:cNvPr id="7" name="Straight Connector 14">
            <a:extLst>
              <a:ext uri="{FF2B5EF4-FFF2-40B4-BE49-F238E27FC236}">
                <a16:creationId xmlns:a16="http://schemas.microsoft.com/office/drawing/2014/main" id="{9604EB5C-D983-2307-DD75-67DF32CFBCAC}"/>
              </a:ext>
            </a:extLst>
          </p:cNvPr>
          <p:cNvCxnSpPr/>
          <p:nvPr userDrawn="1"/>
        </p:nvCxnSpPr>
        <p:spPr>
          <a:xfrm>
            <a:off x="1350559" y="6508742"/>
            <a:ext cx="0" cy="205764"/>
          </a:xfrm>
          <a:prstGeom prst="line">
            <a:avLst/>
          </a:prstGeom>
          <a:ln w="9525">
            <a:solidFill>
              <a:schemeClr val="accent5"/>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8974123"/>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Portado 02">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6D9-738F-C3E0-68FB-6A3923E98F6F}"/>
              </a:ext>
            </a:extLst>
          </p:cNvPr>
          <p:cNvSpPr>
            <a:spLocks noGrp="1"/>
          </p:cNvSpPr>
          <p:nvPr>
            <p:ph type="ctrTitle"/>
          </p:nvPr>
        </p:nvSpPr>
        <p:spPr>
          <a:xfrm>
            <a:off x="672096" y="739204"/>
            <a:ext cx="11088104" cy="3240000"/>
          </a:xfrm>
        </p:spPr>
        <p:txBody>
          <a:bodyPr anchor="t" anchorCtr="0">
            <a:normAutofit/>
          </a:bodyPr>
          <a:lstStyle>
            <a:lvl1pPr algn="l">
              <a:lnSpc>
                <a:spcPct val="80000"/>
              </a:lnSpc>
              <a:defRPr sz="13400" spc="-400" baseline="0">
                <a:solidFill>
                  <a:schemeClr val="bg1"/>
                </a:solidFill>
              </a:defRPr>
            </a:lvl1pPr>
          </a:lstStyle>
          <a:p>
            <a:r>
              <a:rPr lang="en-US" dirty="0"/>
              <a:t>Click to edit Master 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4" name="Subtitle 2">
            <a:extLst>
              <a:ext uri="{FF2B5EF4-FFF2-40B4-BE49-F238E27FC236}">
                <a16:creationId xmlns:a16="http://schemas.microsoft.com/office/drawing/2014/main" id="{9707186B-D94C-894A-5E90-D0FC8A577E18}"/>
              </a:ext>
            </a:extLst>
          </p:cNvPr>
          <p:cNvSpPr>
            <a:spLocks noGrp="1"/>
          </p:cNvSpPr>
          <p:nvPr>
            <p:ph type="subTitle" idx="1"/>
          </p:nvPr>
        </p:nvSpPr>
        <p:spPr>
          <a:xfrm>
            <a:off x="672096" y="5801267"/>
            <a:ext cx="6588808" cy="635058"/>
          </a:xfrm>
        </p:spPr>
        <p:txBody>
          <a:bodyPr/>
          <a:lstStyle>
            <a:lvl1pPr marL="0" indent="0" algn="l">
              <a:lnSpc>
                <a:spcPct val="90000"/>
              </a:lnSpc>
              <a:spcBef>
                <a:spcPts val="0"/>
              </a:spcBef>
              <a:buNone/>
              <a:defRPr sz="2400" b="0" i="0" spc="-30" baseline="0">
                <a:solidFill>
                  <a:schemeClr val="bg1"/>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352163968"/>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_Portado 02">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016D9-738F-C3E0-68FB-6A3923E98F6F}"/>
              </a:ext>
            </a:extLst>
          </p:cNvPr>
          <p:cNvSpPr>
            <a:spLocks noGrp="1"/>
          </p:cNvSpPr>
          <p:nvPr>
            <p:ph type="ctrTitle" hasCustomPrompt="1"/>
          </p:nvPr>
        </p:nvSpPr>
        <p:spPr>
          <a:xfrm>
            <a:off x="672096" y="739204"/>
            <a:ext cx="11088104" cy="3240000"/>
          </a:xfrm>
        </p:spPr>
        <p:txBody>
          <a:bodyPr anchor="t" anchorCtr="0">
            <a:normAutofit/>
          </a:bodyPr>
          <a:lstStyle>
            <a:lvl1pPr algn="l">
              <a:lnSpc>
                <a:spcPct val="80000"/>
              </a:lnSpc>
              <a:defRPr sz="13400" spc="-400" baseline="0">
                <a:solidFill>
                  <a:schemeClr val="tx1"/>
                </a:solidFill>
              </a:defRPr>
            </a:lvl1pPr>
          </a:lstStyle>
          <a:p>
            <a:r>
              <a:rPr lang="en-US" dirty="0"/>
              <a:t>Click to edit Master 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4" name="Subtitle 2">
            <a:extLst>
              <a:ext uri="{FF2B5EF4-FFF2-40B4-BE49-F238E27FC236}">
                <a16:creationId xmlns:a16="http://schemas.microsoft.com/office/drawing/2014/main" id="{9707186B-D94C-894A-5E90-D0FC8A577E18}"/>
              </a:ext>
            </a:extLst>
          </p:cNvPr>
          <p:cNvSpPr>
            <a:spLocks noGrp="1"/>
          </p:cNvSpPr>
          <p:nvPr>
            <p:ph type="subTitle" idx="1" hasCustomPrompt="1"/>
          </p:nvPr>
        </p:nvSpPr>
        <p:spPr>
          <a:xfrm>
            <a:off x="672096" y="5801267"/>
            <a:ext cx="6588808" cy="635058"/>
          </a:xfrm>
        </p:spPr>
        <p:txBody>
          <a:bodyPr/>
          <a:lstStyle>
            <a:lvl1pPr marL="0" indent="0" algn="l">
              <a:lnSpc>
                <a:spcPct val="90000"/>
              </a:lnSpc>
              <a:spcBef>
                <a:spcPts val="0"/>
              </a:spcBef>
              <a:buNone/>
              <a:defRPr sz="2400" b="0" i="0" spc="-30" baseline="0">
                <a:solidFill>
                  <a:schemeClr val="tx1"/>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spTree>
    <p:extLst>
      <p:ext uri="{BB962C8B-B14F-4D97-AF65-F5344CB8AC3E}">
        <p14:creationId xmlns:p14="http://schemas.microsoft.com/office/powerpoint/2010/main" val="3357703442"/>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Portado 03">
    <p:bg>
      <p:bgPr>
        <a:solidFill>
          <a:schemeClr val="accent1"/>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B6C8A37-08FE-30B4-97B2-EFF1EAA9C035}"/>
              </a:ext>
            </a:extLst>
          </p:cNvPr>
          <p:cNvSpPr>
            <a:spLocks noGrp="1" noRot="1" noMove="1" noResize="1" noEditPoints="1" noAdjustHandles="1" noChangeArrowheads="1" noChangeShapeType="1"/>
          </p:cNvSpPr>
          <p:nvPr>
            <p:ph type="pic" sz="quarter" idx="10"/>
          </p:nvPr>
        </p:nvSpPr>
        <p:spPr>
          <a:xfrm>
            <a:off x="6732588" y="0"/>
            <a:ext cx="5459412" cy="6858000"/>
          </a:xfrm>
        </p:spPr>
        <p:txBody>
          <a:bodyPr/>
          <a:lstStyle/>
          <a:p>
            <a:r>
              <a:rPr lang="en-US"/>
              <a:t>Click icon to add picture</a:t>
            </a:r>
            <a:endParaRPr lang="en-GB"/>
          </a:p>
        </p:txBody>
      </p:sp>
      <p:sp>
        <p:nvSpPr>
          <p:cNvPr id="2" name="Title 1">
            <a:extLst>
              <a:ext uri="{FF2B5EF4-FFF2-40B4-BE49-F238E27FC236}">
                <a16:creationId xmlns:a16="http://schemas.microsoft.com/office/drawing/2014/main" id="{7D6016D9-738F-C3E0-68FB-6A3923E98F6F}"/>
              </a:ext>
            </a:extLst>
          </p:cNvPr>
          <p:cNvSpPr>
            <a:spLocks noGrp="1" noRot="1" noMove="1" noResize="1" noEditPoints="1" noAdjustHandles="1" noChangeArrowheads="1" noChangeShapeType="1"/>
          </p:cNvSpPr>
          <p:nvPr>
            <p:ph type="ctrTitle"/>
          </p:nvPr>
        </p:nvSpPr>
        <p:spPr>
          <a:xfrm>
            <a:off x="375475" y="1943605"/>
            <a:ext cx="6357113" cy="1800000"/>
          </a:xfrm>
        </p:spPr>
        <p:txBody>
          <a:bodyPr anchor="t" anchorCtr="0">
            <a:normAutofit/>
          </a:bodyPr>
          <a:lstStyle>
            <a:lvl1pPr algn="l">
              <a:lnSpc>
                <a:spcPct val="80000"/>
              </a:lnSpc>
              <a:defRPr sz="8100" spc="-200" baseline="0">
                <a:solidFill>
                  <a:schemeClr val="accent5"/>
                </a:solidFill>
              </a:defRPr>
            </a:lvl1pPr>
          </a:lstStyle>
          <a:p>
            <a:r>
              <a:rPr lang="en-US"/>
              <a:t>Click to edit Master title style</a:t>
            </a:r>
            <a:endParaRPr lang="en-GB" dirty="0"/>
          </a:p>
        </p:txBody>
      </p:sp>
      <p:sp>
        <p:nvSpPr>
          <p:cNvPr id="3" name="Subtitle 2">
            <a:extLst>
              <a:ext uri="{FF2B5EF4-FFF2-40B4-BE49-F238E27FC236}">
                <a16:creationId xmlns:a16="http://schemas.microsoft.com/office/drawing/2014/main" id="{7F37E9DB-E29F-B9DD-9981-492F79345823}"/>
              </a:ext>
            </a:extLst>
          </p:cNvPr>
          <p:cNvSpPr>
            <a:spLocks noGrp="1"/>
          </p:cNvSpPr>
          <p:nvPr>
            <p:ph type="subTitle" idx="1"/>
          </p:nvPr>
        </p:nvSpPr>
        <p:spPr>
          <a:xfrm>
            <a:off x="425449" y="5278281"/>
            <a:ext cx="5670551" cy="595837"/>
          </a:xfrm>
        </p:spPr>
        <p:txBody>
          <a:bodyPr/>
          <a:lstStyle>
            <a:lvl1pPr marL="0" indent="0" algn="l">
              <a:lnSpc>
                <a:spcPct val="90000"/>
              </a:lnSpc>
              <a:spcBef>
                <a:spcPts val="0"/>
              </a:spcBef>
              <a:buNone/>
              <a:defRPr sz="2600" b="0" i="0" spc="-30" baseline="0">
                <a:solidFill>
                  <a:schemeClr val="accent5"/>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425450" y="425450"/>
            <a:ext cx="1285200" cy="938534"/>
          </a:xfrm>
          <a:prstGeom prst="rect">
            <a:avLst/>
          </a:prstGeom>
        </p:spPr>
      </p:pic>
    </p:spTree>
    <p:extLst>
      <p:ext uri="{BB962C8B-B14F-4D97-AF65-F5344CB8AC3E}">
        <p14:creationId xmlns:p14="http://schemas.microsoft.com/office/powerpoint/2010/main" val="441393236"/>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_Portado 03">
    <p:bg>
      <p:bgPr>
        <a:solidFill>
          <a:schemeClr val="tx2"/>
        </a:solid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AB6C8A37-08FE-30B4-97B2-EFF1EAA9C035}"/>
              </a:ext>
            </a:extLst>
          </p:cNvPr>
          <p:cNvSpPr>
            <a:spLocks noGrp="1" noRot="1" noMove="1" noResize="1" noEditPoints="1" noAdjustHandles="1" noChangeArrowheads="1" noChangeShapeType="1"/>
          </p:cNvSpPr>
          <p:nvPr>
            <p:ph type="pic" sz="quarter" idx="10"/>
          </p:nvPr>
        </p:nvSpPr>
        <p:spPr>
          <a:xfrm>
            <a:off x="6732588" y="0"/>
            <a:ext cx="5459412" cy="6858000"/>
          </a:xfrm>
        </p:spPr>
        <p:txBody>
          <a:bodyPr/>
          <a:lstStyle/>
          <a:p>
            <a:r>
              <a:rPr lang="en-US"/>
              <a:t>Click icon to add picture</a:t>
            </a:r>
            <a:endParaRPr lang="en-GB"/>
          </a:p>
        </p:txBody>
      </p:sp>
      <p:sp>
        <p:nvSpPr>
          <p:cNvPr id="2" name="Title 1">
            <a:extLst>
              <a:ext uri="{FF2B5EF4-FFF2-40B4-BE49-F238E27FC236}">
                <a16:creationId xmlns:a16="http://schemas.microsoft.com/office/drawing/2014/main" id="{7D6016D9-738F-C3E0-68FB-6A3923E98F6F}"/>
              </a:ext>
            </a:extLst>
          </p:cNvPr>
          <p:cNvSpPr>
            <a:spLocks noGrp="1" noRot="1" noMove="1" noResize="1" noEditPoints="1" noAdjustHandles="1" noChangeArrowheads="1" noChangeShapeType="1"/>
          </p:cNvSpPr>
          <p:nvPr>
            <p:ph type="ctrTitle" hasCustomPrompt="1"/>
          </p:nvPr>
        </p:nvSpPr>
        <p:spPr>
          <a:xfrm>
            <a:off x="375475" y="1943605"/>
            <a:ext cx="6357113" cy="1800000"/>
          </a:xfrm>
        </p:spPr>
        <p:txBody>
          <a:bodyPr anchor="t" anchorCtr="0">
            <a:normAutofit/>
          </a:bodyPr>
          <a:lstStyle>
            <a:lvl1pPr algn="l">
              <a:lnSpc>
                <a:spcPct val="80000"/>
              </a:lnSpc>
              <a:defRPr sz="8100" spc="-200" baseline="0">
                <a:solidFill>
                  <a:schemeClr val="bg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7F37E9DB-E29F-B9DD-9981-492F79345823}"/>
              </a:ext>
            </a:extLst>
          </p:cNvPr>
          <p:cNvSpPr>
            <a:spLocks noGrp="1"/>
          </p:cNvSpPr>
          <p:nvPr>
            <p:ph type="subTitle" idx="1" hasCustomPrompt="1"/>
          </p:nvPr>
        </p:nvSpPr>
        <p:spPr>
          <a:xfrm>
            <a:off x="425449" y="5278281"/>
            <a:ext cx="5670551" cy="595837"/>
          </a:xfrm>
        </p:spPr>
        <p:txBody>
          <a:bodyPr/>
          <a:lstStyle>
            <a:lvl1pPr marL="0" indent="0" algn="l">
              <a:lnSpc>
                <a:spcPct val="90000"/>
              </a:lnSpc>
              <a:spcBef>
                <a:spcPts val="0"/>
              </a:spcBef>
              <a:buNone/>
              <a:defRPr sz="2600" b="0" i="0" spc="-30" baseline="0">
                <a:solidFill>
                  <a:schemeClr val="bg1"/>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425450" y="425450"/>
            <a:ext cx="1285200" cy="938534"/>
          </a:xfrm>
          <a:prstGeom prst="rect">
            <a:avLst/>
          </a:prstGeom>
        </p:spPr>
      </p:pic>
    </p:spTree>
    <p:extLst>
      <p:ext uri="{BB962C8B-B14F-4D97-AF65-F5344CB8AC3E}">
        <p14:creationId xmlns:p14="http://schemas.microsoft.com/office/powerpoint/2010/main" val="1006631649"/>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Portado 04">
    <p:bg>
      <p:bgPr>
        <a:solidFill>
          <a:schemeClr val="bg1"/>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493409E-DA6D-8CF0-343C-844D9CE16941}"/>
              </a:ext>
            </a:extLst>
          </p:cNvPr>
          <p:cNvSpPr>
            <a:spLocks noGrp="1" noRot="1" noMove="1" noResize="1" noEditPoints="1" noAdjustHandles="1" noChangeArrowheads="1" noChangeShapeType="1"/>
          </p:cNvSpPr>
          <p:nvPr>
            <p:ph type="pic" sz="quarter" idx="10"/>
          </p:nvPr>
        </p:nvSpPr>
        <p:spPr>
          <a:xfrm>
            <a:off x="425449" y="428285"/>
            <a:ext cx="11334750" cy="6004265"/>
          </a:xfrm>
          <a:custGeom>
            <a:avLst/>
            <a:gdLst>
              <a:gd name="csX0" fmla="*/ 7265222 w 11334750"/>
              <a:gd name="csY0" fmla="*/ 0 h 6004265"/>
              <a:gd name="csX1" fmla="*/ 11256862 w 11334750"/>
              <a:gd name="csY1" fmla="*/ 0 h 6004265"/>
              <a:gd name="csX2" fmla="*/ 11334750 w 11334750"/>
              <a:gd name="csY2" fmla="*/ 77888 h 6004265"/>
              <a:gd name="csX3" fmla="*/ 11334750 w 11334750"/>
              <a:gd name="csY3" fmla="*/ 4545251 h 6004265"/>
              <a:gd name="csX4" fmla="*/ 11287179 w 11334750"/>
              <a:gd name="csY4" fmla="*/ 4617018 h 6004265"/>
              <a:gd name="csX5" fmla="*/ 11262380 w 11334750"/>
              <a:gd name="csY5" fmla="*/ 4622025 h 6004265"/>
              <a:gd name="csX6" fmla="*/ 9693026 w 11334750"/>
              <a:gd name="csY6" fmla="*/ 4622025 h 6004265"/>
              <a:gd name="csX7" fmla="*/ 9621983 w 11334750"/>
              <a:gd name="csY7" fmla="*/ 4693068 h 6004265"/>
              <a:gd name="csX8" fmla="*/ 9621983 w 11334750"/>
              <a:gd name="csY8" fmla="*/ 5929374 h 6004265"/>
              <a:gd name="csX9" fmla="*/ 9616979 w 11334750"/>
              <a:gd name="csY9" fmla="*/ 5954160 h 6004265"/>
              <a:gd name="csX10" fmla="*/ 9541387 w 11334750"/>
              <a:gd name="csY10" fmla="*/ 6004265 h 6004265"/>
              <a:gd name="csX11" fmla="*/ 82039 w 11334750"/>
              <a:gd name="csY11" fmla="*/ 6004265 h 6004265"/>
              <a:gd name="csX12" fmla="*/ 0 w 11334750"/>
              <a:gd name="csY12" fmla="*/ 5922226 h 6004265"/>
              <a:gd name="csX13" fmla="*/ 0 w 11334750"/>
              <a:gd name="csY13" fmla="*/ 2575858 h 6004265"/>
              <a:gd name="csX14" fmla="*/ 82039 w 11334750"/>
              <a:gd name="csY14" fmla="*/ 2493819 h 6004265"/>
              <a:gd name="csX15" fmla="*/ 3106641 w 11334750"/>
              <a:gd name="csY15" fmla="*/ 2493819 h 6004265"/>
              <a:gd name="csX16" fmla="*/ 3111332 w 11334750"/>
              <a:gd name="csY16" fmla="*/ 2494766 h 6004265"/>
              <a:gd name="csX17" fmla="*/ 7116702 w 11334750"/>
              <a:gd name="csY17" fmla="*/ 2494766 h 6004265"/>
              <a:gd name="csX18" fmla="*/ 7187745 w 11334750"/>
              <a:gd name="csY18" fmla="*/ 2423723 h 6004265"/>
              <a:gd name="csX19" fmla="*/ 7187745 w 11334750"/>
              <a:gd name="csY19" fmla="*/ 120265 h 6004265"/>
              <a:gd name="csX20" fmla="*/ 7187334 w 11334750"/>
              <a:gd name="csY20" fmla="*/ 119273 h 6004265"/>
              <a:gd name="csX21" fmla="*/ 7187334 w 11334750"/>
              <a:gd name="csY21" fmla="*/ 77888 h 6004265"/>
              <a:gd name="csX22" fmla="*/ 7265222 w 11334750"/>
              <a:gd name="csY22" fmla="*/ 0 h 60042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1334750" h="6004265">
                <a:moveTo>
                  <a:pt x="7265222" y="0"/>
                </a:moveTo>
                <a:lnTo>
                  <a:pt x="11256862" y="0"/>
                </a:lnTo>
                <a:cubicBezTo>
                  <a:pt x="11299878" y="0"/>
                  <a:pt x="11334750" y="34872"/>
                  <a:pt x="11334750" y="77888"/>
                </a:cubicBezTo>
                <a:lnTo>
                  <a:pt x="11334750" y="4545251"/>
                </a:lnTo>
                <a:cubicBezTo>
                  <a:pt x="11334750" y="4577513"/>
                  <a:pt x="11315135" y="4605194"/>
                  <a:pt x="11287179" y="4617018"/>
                </a:cubicBezTo>
                <a:lnTo>
                  <a:pt x="11262380" y="4622025"/>
                </a:lnTo>
                <a:lnTo>
                  <a:pt x="9693026" y="4622025"/>
                </a:lnTo>
                <a:cubicBezTo>
                  <a:pt x="9653790" y="4622025"/>
                  <a:pt x="9621983" y="4653832"/>
                  <a:pt x="9621983" y="4693068"/>
                </a:cubicBezTo>
                <a:lnTo>
                  <a:pt x="9621983" y="5929374"/>
                </a:lnTo>
                <a:lnTo>
                  <a:pt x="9616979" y="5954160"/>
                </a:lnTo>
                <a:cubicBezTo>
                  <a:pt x="9604525" y="5983605"/>
                  <a:pt x="9575369" y="6004265"/>
                  <a:pt x="9541387" y="6004265"/>
                </a:cubicBezTo>
                <a:lnTo>
                  <a:pt x="82039" y="6004265"/>
                </a:lnTo>
                <a:cubicBezTo>
                  <a:pt x="36730" y="6004265"/>
                  <a:pt x="0" y="5967535"/>
                  <a:pt x="0" y="5922226"/>
                </a:cubicBezTo>
                <a:lnTo>
                  <a:pt x="0" y="2575858"/>
                </a:lnTo>
                <a:cubicBezTo>
                  <a:pt x="0" y="2530549"/>
                  <a:pt x="36730" y="2493819"/>
                  <a:pt x="82039" y="2493819"/>
                </a:cubicBezTo>
                <a:lnTo>
                  <a:pt x="3106641" y="2493819"/>
                </a:lnTo>
                <a:lnTo>
                  <a:pt x="3111332" y="2494766"/>
                </a:lnTo>
                <a:lnTo>
                  <a:pt x="7116702" y="2494766"/>
                </a:lnTo>
                <a:cubicBezTo>
                  <a:pt x="7155938" y="2494766"/>
                  <a:pt x="7187745" y="2462959"/>
                  <a:pt x="7187745" y="2423723"/>
                </a:cubicBezTo>
                <a:lnTo>
                  <a:pt x="7187745" y="120265"/>
                </a:lnTo>
                <a:lnTo>
                  <a:pt x="7187334" y="119273"/>
                </a:lnTo>
                <a:lnTo>
                  <a:pt x="7187334" y="77888"/>
                </a:lnTo>
                <a:cubicBezTo>
                  <a:pt x="7187334" y="34872"/>
                  <a:pt x="7222206" y="0"/>
                  <a:pt x="7265222" y="0"/>
                </a:cubicBezTo>
                <a:close/>
              </a:path>
            </a:pathLst>
          </a:custGeom>
        </p:spPr>
        <p:txBody>
          <a:bodyPr wrap="square">
            <a:noAutofit/>
          </a:bodyPr>
          <a:lstStyle>
            <a:lvl1pPr>
              <a:defRPr>
                <a:solidFill>
                  <a:schemeClr val="tx1">
                    <a:lumMod val="25000"/>
                    <a:lumOff val="75000"/>
                  </a:schemeClr>
                </a:solidFill>
              </a:defRPr>
            </a:lvl1pPr>
          </a:lstStyle>
          <a:p>
            <a:r>
              <a:rPr lang="en-US" dirty="0"/>
              <a:t>Click icon to add picture</a:t>
            </a:r>
            <a:endParaRPr lang="en-GB" dirty="0"/>
          </a:p>
        </p:txBody>
      </p:sp>
      <p:sp>
        <p:nvSpPr>
          <p:cNvPr id="2" name="Title 1">
            <a:extLst>
              <a:ext uri="{FF2B5EF4-FFF2-40B4-BE49-F238E27FC236}">
                <a16:creationId xmlns:a16="http://schemas.microsoft.com/office/drawing/2014/main" id="{7D6016D9-738F-C3E0-68FB-6A3923E98F6F}"/>
              </a:ext>
            </a:extLst>
          </p:cNvPr>
          <p:cNvSpPr>
            <a:spLocks noGrp="1"/>
          </p:cNvSpPr>
          <p:nvPr>
            <p:ph type="ctrTitle"/>
          </p:nvPr>
        </p:nvSpPr>
        <p:spPr>
          <a:xfrm>
            <a:off x="410400" y="486333"/>
            <a:ext cx="7185941" cy="1643409"/>
          </a:xfrm>
        </p:spPr>
        <p:txBody>
          <a:bodyPr anchor="t" anchorCtr="0">
            <a:normAutofit/>
          </a:bodyPr>
          <a:lstStyle>
            <a:lvl1pPr algn="l">
              <a:lnSpc>
                <a:spcPct val="80000"/>
              </a:lnSpc>
              <a:defRPr sz="6400" spc="-200" baseline="0">
                <a:solidFill>
                  <a:schemeClr val="tx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7F37E9DB-E29F-B9DD-9981-492F79345823}"/>
              </a:ext>
            </a:extLst>
          </p:cNvPr>
          <p:cNvSpPr>
            <a:spLocks noGrp="1"/>
          </p:cNvSpPr>
          <p:nvPr>
            <p:ph type="subTitle" idx="1"/>
          </p:nvPr>
        </p:nvSpPr>
        <p:spPr>
          <a:xfrm>
            <a:off x="450501" y="2480470"/>
            <a:ext cx="5762409" cy="362937"/>
          </a:xfrm>
        </p:spPr>
        <p:txBody>
          <a:bodyPr anchor="ctr"/>
          <a:lstStyle>
            <a:lvl1pPr marL="0" indent="0" algn="l">
              <a:lnSpc>
                <a:spcPct val="90000"/>
              </a:lnSpc>
              <a:spcBef>
                <a:spcPts val="0"/>
              </a:spcBef>
              <a:buNone/>
              <a:defRPr sz="1800" b="0" i="0" spc="-30" baseline="0">
                <a:solidFill>
                  <a:schemeClr val="tx1"/>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6" name="Date Placeholder 3">
            <a:extLst>
              <a:ext uri="{FF2B5EF4-FFF2-40B4-BE49-F238E27FC236}">
                <a16:creationId xmlns:a16="http://schemas.microsoft.com/office/drawing/2014/main" id="{3A9E942F-9CE7-241B-72A9-42299380FABD}"/>
              </a:ext>
            </a:extLst>
          </p:cNvPr>
          <p:cNvSpPr>
            <a:spLocks noGrp="1"/>
          </p:cNvSpPr>
          <p:nvPr>
            <p:ph type="dt" sz="half" idx="11"/>
          </p:nvPr>
        </p:nvSpPr>
        <p:spPr>
          <a:xfrm>
            <a:off x="6353493" y="2480470"/>
            <a:ext cx="1138448" cy="362937"/>
          </a:xfrm>
        </p:spPr>
        <p:txBody>
          <a:bodyPr anchor="ctr"/>
          <a:lstStyle>
            <a:lvl1pPr algn="r">
              <a:defRPr sz="1800"/>
            </a:lvl1pPr>
          </a:lstStyle>
          <a:p>
            <a:fld id="{8C39AD3B-62CC-AB41-A3F8-6396A88D5244}" type="datetime1">
              <a:rPr lang="es-ES" smtClean="0"/>
              <a:t>20/3/26</a:t>
            </a:fld>
            <a:endParaRPr lang="en-GB" sz="1800" dirty="0"/>
          </a:p>
        </p:txBody>
      </p:sp>
      <p:sp>
        <p:nvSpPr>
          <p:cNvPr id="11" name="TextBox 10">
            <a:extLst>
              <a:ext uri="{FF2B5EF4-FFF2-40B4-BE49-F238E27FC236}">
                <a16:creationId xmlns:a16="http://schemas.microsoft.com/office/drawing/2014/main" id="{96714765-5E74-EA13-E067-96502FA33E74}"/>
              </a:ext>
            </a:extLst>
          </p:cNvPr>
          <p:cNvSpPr txBox="1"/>
          <p:nvPr userDrawn="1"/>
        </p:nvSpPr>
        <p:spPr>
          <a:xfrm>
            <a:off x="4434214" y="-388307"/>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
        <p:nvSpPr>
          <p:cNvPr id="12" name="TextBox 11">
            <a:extLst>
              <a:ext uri="{FF2B5EF4-FFF2-40B4-BE49-F238E27FC236}">
                <a16:creationId xmlns:a16="http://schemas.microsoft.com/office/drawing/2014/main" id="{1BA71C02-6664-FDA3-7312-B5890386C2C4}"/>
              </a:ext>
            </a:extLst>
          </p:cNvPr>
          <p:cNvSpPr txBox="1"/>
          <p:nvPr userDrawn="1"/>
        </p:nvSpPr>
        <p:spPr>
          <a:xfrm>
            <a:off x="8680537" y="-638827"/>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Tree>
    <p:extLst>
      <p:ext uri="{BB962C8B-B14F-4D97-AF65-F5344CB8AC3E}">
        <p14:creationId xmlns:p14="http://schemas.microsoft.com/office/powerpoint/2010/main" val="3160505769"/>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1_Portado 04">
    <p:bg>
      <p:bgPr>
        <a:solidFill>
          <a:schemeClr val="bg1"/>
        </a:solidFill>
        <a:effectLst/>
      </p:bgPr>
    </p:bg>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D493409E-DA6D-8CF0-343C-844D9CE16941}"/>
              </a:ext>
            </a:extLst>
          </p:cNvPr>
          <p:cNvSpPr>
            <a:spLocks noGrp="1" noRot="1" noMove="1" noResize="1" noEditPoints="1" noAdjustHandles="1" noChangeArrowheads="1" noChangeShapeType="1"/>
          </p:cNvSpPr>
          <p:nvPr>
            <p:ph type="pic" sz="quarter" idx="10"/>
          </p:nvPr>
        </p:nvSpPr>
        <p:spPr>
          <a:xfrm>
            <a:off x="425449" y="428285"/>
            <a:ext cx="11334750" cy="6004265"/>
          </a:xfrm>
          <a:custGeom>
            <a:avLst/>
            <a:gdLst>
              <a:gd name="csX0" fmla="*/ 7265222 w 11334750"/>
              <a:gd name="csY0" fmla="*/ 0 h 6004265"/>
              <a:gd name="csX1" fmla="*/ 11256862 w 11334750"/>
              <a:gd name="csY1" fmla="*/ 0 h 6004265"/>
              <a:gd name="csX2" fmla="*/ 11334750 w 11334750"/>
              <a:gd name="csY2" fmla="*/ 77888 h 6004265"/>
              <a:gd name="csX3" fmla="*/ 11334750 w 11334750"/>
              <a:gd name="csY3" fmla="*/ 4545251 h 6004265"/>
              <a:gd name="csX4" fmla="*/ 11287179 w 11334750"/>
              <a:gd name="csY4" fmla="*/ 4617018 h 6004265"/>
              <a:gd name="csX5" fmla="*/ 11262380 w 11334750"/>
              <a:gd name="csY5" fmla="*/ 4622025 h 6004265"/>
              <a:gd name="csX6" fmla="*/ 9693026 w 11334750"/>
              <a:gd name="csY6" fmla="*/ 4622025 h 6004265"/>
              <a:gd name="csX7" fmla="*/ 9621983 w 11334750"/>
              <a:gd name="csY7" fmla="*/ 4693068 h 6004265"/>
              <a:gd name="csX8" fmla="*/ 9621983 w 11334750"/>
              <a:gd name="csY8" fmla="*/ 5929374 h 6004265"/>
              <a:gd name="csX9" fmla="*/ 9616979 w 11334750"/>
              <a:gd name="csY9" fmla="*/ 5954160 h 6004265"/>
              <a:gd name="csX10" fmla="*/ 9541387 w 11334750"/>
              <a:gd name="csY10" fmla="*/ 6004265 h 6004265"/>
              <a:gd name="csX11" fmla="*/ 82039 w 11334750"/>
              <a:gd name="csY11" fmla="*/ 6004265 h 6004265"/>
              <a:gd name="csX12" fmla="*/ 0 w 11334750"/>
              <a:gd name="csY12" fmla="*/ 5922226 h 6004265"/>
              <a:gd name="csX13" fmla="*/ 0 w 11334750"/>
              <a:gd name="csY13" fmla="*/ 2575858 h 6004265"/>
              <a:gd name="csX14" fmla="*/ 82039 w 11334750"/>
              <a:gd name="csY14" fmla="*/ 2493819 h 6004265"/>
              <a:gd name="csX15" fmla="*/ 3106641 w 11334750"/>
              <a:gd name="csY15" fmla="*/ 2493819 h 6004265"/>
              <a:gd name="csX16" fmla="*/ 3111332 w 11334750"/>
              <a:gd name="csY16" fmla="*/ 2494766 h 6004265"/>
              <a:gd name="csX17" fmla="*/ 7116702 w 11334750"/>
              <a:gd name="csY17" fmla="*/ 2494766 h 6004265"/>
              <a:gd name="csX18" fmla="*/ 7187745 w 11334750"/>
              <a:gd name="csY18" fmla="*/ 2423723 h 6004265"/>
              <a:gd name="csX19" fmla="*/ 7187745 w 11334750"/>
              <a:gd name="csY19" fmla="*/ 120265 h 6004265"/>
              <a:gd name="csX20" fmla="*/ 7187334 w 11334750"/>
              <a:gd name="csY20" fmla="*/ 119273 h 6004265"/>
              <a:gd name="csX21" fmla="*/ 7187334 w 11334750"/>
              <a:gd name="csY21" fmla="*/ 77888 h 6004265"/>
              <a:gd name="csX22" fmla="*/ 7265222 w 11334750"/>
              <a:gd name="csY22" fmla="*/ 0 h 60042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1334750" h="6004265">
                <a:moveTo>
                  <a:pt x="7265222" y="0"/>
                </a:moveTo>
                <a:lnTo>
                  <a:pt x="11256862" y="0"/>
                </a:lnTo>
                <a:cubicBezTo>
                  <a:pt x="11299878" y="0"/>
                  <a:pt x="11334750" y="34872"/>
                  <a:pt x="11334750" y="77888"/>
                </a:cubicBezTo>
                <a:lnTo>
                  <a:pt x="11334750" y="4545251"/>
                </a:lnTo>
                <a:cubicBezTo>
                  <a:pt x="11334750" y="4577513"/>
                  <a:pt x="11315135" y="4605194"/>
                  <a:pt x="11287179" y="4617018"/>
                </a:cubicBezTo>
                <a:lnTo>
                  <a:pt x="11262380" y="4622025"/>
                </a:lnTo>
                <a:lnTo>
                  <a:pt x="9693026" y="4622025"/>
                </a:lnTo>
                <a:cubicBezTo>
                  <a:pt x="9653790" y="4622025"/>
                  <a:pt x="9621983" y="4653832"/>
                  <a:pt x="9621983" y="4693068"/>
                </a:cubicBezTo>
                <a:lnTo>
                  <a:pt x="9621983" y="5929374"/>
                </a:lnTo>
                <a:lnTo>
                  <a:pt x="9616979" y="5954160"/>
                </a:lnTo>
                <a:cubicBezTo>
                  <a:pt x="9604525" y="5983605"/>
                  <a:pt x="9575369" y="6004265"/>
                  <a:pt x="9541387" y="6004265"/>
                </a:cubicBezTo>
                <a:lnTo>
                  <a:pt x="82039" y="6004265"/>
                </a:lnTo>
                <a:cubicBezTo>
                  <a:pt x="36730" y="6004265"/>
                  <a:pt x="0" y="5967535"/>
                  <a:pt x="0" y="5922226"/>
                </a:cubicBezTo>
                <a:lnTo>
                  <a:pt x="0" y="2575858"/>
                </a:lnTo>
                <a:cubicBezTo>
                  <a:pt x="0" y="2530549"/>
                  <a:pt x="36730" y="2493819"/>
                  <a:pt x="82039" y="2493819"/>
                </a:cubicBezTo>
                <a:lnTo>
                  <a:pt x="3106641" y="2493819"/>
                </a:lnTo>
                <a:lnTo>
                  <a:pt x="3111332" y="2494766"/>
                </a:lnTo>
                <a:lnTo>
                  <a:pt x="7116702" y="2494766"/>
                </a:lnTo>
                <a:cubicBezTo>
                  <a:pt x="7155938" y="2494766"/>
                  <a:pt x="7187745" y="2462959"/>
                  <a:pt x="7187745" y="2423723"/>
                </a:cubicBezTo>
                <a:lnTo>
                  <a:pt x="7187745" y="120265"/>
                </a:lnTo>
                <a:lnTo>
                  <a:pt x="7187334" y="119273"/>
                </a:lnTo>
                <a:lnTo>
                  <a:pt x="7187334" y="77888"/>
                </a:lnTo>
                <a:cubicBezTo>
                  <a:pt x="7187334" y="34872"/>
                  <a:pt x="7222206" y="0"/>
                  <a:pt x="7265222" y="0"/>
                </a:cubicBezTo>
                <a:close/>
              </a:path>
            </a:pathLst>
          </a:custGeom>
        </p:spPr>
        <p:txBody>
          <a:bodyPr wrap="square">
            <a:noAutofit/>
          </a:bodyPr>
          <a:lstStyle>
            <a:lvl1pPr>
              <a:defRPr>
                <a:solidFill>
                  <a:schemeClr val="tx1">
                    <a:lumMod val="25000"/>
                    <a:lumOff val="75000"/>
                  </a:schemeClr>
                </a:solidFill>
              </a:defRPr>
            </a:lvl1pPr>
          </a:lstStyle>
          <a:p>
            <a:r>
              <a:rPr lang="en-US" dirty="0"/>
              <a:t>Click icon to add picture</a:t>
            </a:r>
            <a:endParaRPr lang="en-GB" dirty="0"/>
          </a:p>
        </p:txBody>
      </p:sp>
      <p:sp>
        <p:nvSpPr>
          <p:cNvPr id="2" name="Title 1">
            <a:extLst>
              <a:ext uri="{FF2B5EF4-FFF2-40B4-BE49-F238E27FC236}">
                <a16:creationId xmlns:a16="http://schemas.microsoft.com/office/drawing/2014/main" id="{7D6016D9-738F-C3E0-68FB-6A3923E98F6F}"/>
              </a:ext>
            </a:extLst>
          </p:cNvPr>
          <p:cNvSpPr>
            <a:spLocks noGrp="1"/>
          </p:cNvSpPr>
          <p:nvPr>
            <p:ph type="ctrTitle"/>
          </p:nvPr>
        </p:nvSpPr>
        <p:spPr>
          <a:xfrm>
            <a:off x="410400" y="486333"/>
            <a:ext cx="7185941" cy="1643409"/>
          </a:xfrm>
        </p:spPr>
        <p:txBody>
          <a:bodyPr anchor="t" anchorCtr="0">
            <a:normAutofit/>
          </a:bodyPr>
          <a:lstStyle>
            <a:lvl1pPr algn="l">
              <a:lnSpc>
                <a:spcPct val="80000"/>
              </a:lnSpc>
              <a:defRPr sz="6400" spc="-200" baseline="0">
                <a:solidFill>
                  <a:schemeClr val="tx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7F37E9DB-E29F-B9DD-9981-492F79345823}"/>
              </a:ext>
            </a:extLst>
          </p:cNvPr>
          <p:cNvSpPr>
            <a:spLocks noGrp="1"/>
          </p:cNvSpPr>
          <p:nvPr>
            <p:ph type="subTitle" idx="1"/>
          </p:nvPr>
        </p:nvSpPr>
        <p:spPr>
          <a:xfrm>
            <a:off x="431801" y="2272617"/>
            <a:ext cx="5762409" cy="399231"/>
          </a:xfrm>
        </p:spPr>
        <p:txBody>
          <a:bodyPr anchor="ctr"/>
          <a:lstStyle>
            <a:lvl1pPr marL="0" indent="0" algn="l">
              <a:lnSpc>
                <a:spcPct val="90000"/>
              </a:lnSpc>
              <a:spcBef>
                <a:spcPts val="0"/>
              </a:spcBef>
              <a:buNone/>
              <a:defRPr sz="2800" b="0" i="0" spc="-30" baseline="0">
                <a:solidFill>
                  <a:schemeClr val="tx1"/>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11" name="TextBox 10">
            <a:extLst>
              <a:ext uri="{FF2B5EF4-FFF2-40B4-BE49-F238E27FC236}">
                <a16:creationId xmlns:a16="http://schemas.microsoft.com/office/drawing/2014/main" id="{96714765-5E74-EA13-E067-96502FA33E74}"/>
              </a:ext>
            </a:extLst>
          </p:cNvPr>
          <p:cNvSpPr txBox="1"/>
          <p:nvPr userDrawn="1"/>
        </p:nvSpPr>
        <p:spPr>
          <a:xfrm>
            <a:off x="4434214" y="-388307"/>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
        <p:nvSpPr>
          <p:cNvPr id="12" name="TextBox 11">
            <a:extLst>
              <a:ext uri="{FF2B5EF4-FFF2-40B4-BE49-F238E27FC236}">
                <a16:creationId xmlns:a16="http://schemas.microsoft.com/office/drawing/2014/main" id="{1BA71C02-6664-FDA3-7312-B5890386C2C4}"/>
              </a:ext>
            </a:extLst>
          </p:cNvPr>
          <p:cNvSpPr txBox="1"/>
          <p:nvPr userDrawn="1"/>
        </p:nvSpPr>
        <p:spPr>
          <a:xfrm>
            <a:off x="8680537" y="-638827"/>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pic>
        <p:nvPicPr>
          <p:cNvPr id="5" name="Gráfico 4">
            <a:extLst>
              <a:ext uri="{FF2B5EF4-FFF2-40B4-BE49-F238E27FC236}">
                <a16:creationId xmlns:a16="http://schemas.microsoft.com/office/drawing/2014/main" id="{9C024B82-9AFD-44B0-F922-EA24AD53B07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508742"/>
            <a:ext cx="738639" cy="205764"/>
          </a:xfrm>
          <a:prstGeom prst="rect">
            <a:avLst/>
          </a:prstGeom>
        </p:spPr>
      </p:pic>
      <p:sp>
        <p:nvSpPr>
          <p:cNvPr id="7" name="Date Placeholder 3">
            <a:extLst>
              <a:ext uri="{FF2B5EF4-FFF2-40B4-BE49-F238E27FC236}">
                <a16:creationId xmlns:a16="http://schemas.microsoft.com/office/drawing/2014/main" id="{C0C239A0-EDBD-F7C4-6113-D327FB3DEA9D}"/>
              </a:ext>
            </a:extLst>
          </p:cNvPr>
          <p:cNvSpPr>
            <a:spLocks noGrp="1"/>
          </p:cNvSpPr>
          <p:nvPr>
            <p:ph type="dt" sz="half" idx="11"/>
          </p:nvPr>
        </p:nvSpPr>
        <p:spPr>
          <a:xfrm>
            <a:off x="5526776" y="6575425"/>
            <a:ext cx="1138448" cy="144000"/>
          </a:xfrm>
        </p:spPr>
        <p:txBody>
          <a:bodyPr/>
          <a:lstStyle>
            <a:lvl1pPr>
              <a:defRPr>
                <a:solidFill>
                  <a:schemeClr val="tx1">
                    <a:lumMod val="75000"/>
                    <a:lumOff val="25000"/>
                  </a:schemeClr>
                </a:solidFill>
              </a:defRPr>
            </a:lvl1pPr>
          </a:lstStyle>
          <a:p>
            <a:fld id="{E02B166C-A4B2-4D4C-B59B-9B6208EE180C}" type="datetime1">
              <a:rPr lang="es-ES" smtClean="0"/>
              <a:pPr/>
              <a:t>20/3/26</a:t>
            </a:fld>
            <a:endParaRPr lang="en-GB" dirty="0"/>
          </a:p>
        </p:txBody>
      </p:sp>
      <p:sp>
        <p:nvSpPr>
          <p:cNvPr id="13" name="Text Placeholder 20">
            <a:extLst>
              <a:ext uri="{FF2B5EF4-FFF2-40B4-BE49-F238E27FC236}">
                <a16:creationId xmlns:a16="http://schemas.microsoft.com/office/drawing/2014/main" id="{0625B8BA-3CEE-5864-3039-7DF0F1BD1841}"/>
              </a:ext>
            </a:extLst>
          </p:cNvPr>
          <p:cNvSpPr>
            <a:spLocks noGrp="1"/>
          </p:cNvSpPr>
          <p:nvPr>
            <p:ph type="body" sz="quarter" idx="31" hasCustomPrompt="1"/>
          </p:nvPr>
        </p:nvSpPr>
        <p:spPr>
          <a:xfrm>
            <a:off x="1496905" y="6523674"/>
            <a:ext cx="2050615" cy="205764"/>
          </a:xfrm>
        </p:spPr>
        <p:txBody>
          <a:bodyPr anchor="ctr"/>
          <a:lstStyle>
            <a:lvl1pPr marL="6350" indent="-6350">
              <a:lnSpc>
                <a:spcPct val="100000"/>
              </a:lnSpc>
              <a:spcBef>
                <a:spcPts val="500"/>
              </a:spcBef>
              <a:buFont typeface="+mj-lt"/>
              <a:buNone/>
              <a:tabLst/>
              <a:defRPr lang="en-US" sz="800" b="0" i="0" kern="1200" dirty="0">
                <a:solidFill>
                  <a:schemeClr val="tx1">
                    <a:lumMod val="50000"/>
                    <a:lumOff val="50000"/>
                  </a:schemeClr>
                </a:solidFill>
                <a:latin typeface="Movistar Sans" pitchFamily="2" charset="77"/>
                <a:ea typeface="Movistar Sans" pitchFamily="2" charset="77"/>
                <a:cs typeface="+mn-cs"/>
              </a:defRPr>
            </a:lvl1pPr>
            <a:lvl2pPr>
              <a:lnSpc>
                <a:spcPct val="100000"/>
              </a:lnSpc>
              <a:spcBef>
                <a:spcPts val="500"/>
              </a:spcBef>
              <a:buFont typeface="+mj-lt"/>
              <a:buAutoNum type="arabicPeriod"/>
              <a:defRPr lang="en-US" sz="800" b="0" i="0" kern="1200" dirty="0">
                <a:solidFill>
                  <a:schemeClr val="tx1"/>
                </a:solidFill>
                <a:latin typeface="Movistar Sans" pitchFamily="2" charset="77"/>
                <a:ea typeface="Movistar Sans" pitchFamily="2" charset="77"/>
                <a:cs typeface="+mn-cs"/>
              </a:defRPr>
            </a:lvl2pPr>
          </a:lstStyle>
          <a:p>
            <a:pPr lvl="0"/>
            <a:r>
              <a:rPr lang="en-US" dirty="0"/>
              <a:t>Departamento I Lugar</a:t>
            </a:r>
          </a:p>
        </p:txBody>
      </p:sp>
      <p:cxnSp>
        <p:nvCxnSpPr>
          <p:cNvPr id="15" name="Straight Connector 14">
            <a:extLst>
              <a:ext uri="{FF2B5EF4-FFF2-40B4-BE49-F238E27FC236}">
                <a16:creationId xmlns:a16="http://schemas.microsoft.com/office/drawing/2014/main" id="{DDFD696D-3E6E-3573-2F19-5CAB60DD9487}"/>
              </a:ext>
            </a:extLst>
          </p:cNvPr>
          <p:cNvCxnSpPr/>
          <p:nvPr userDrawn="1"/>
        </p:nvCxnSpPr>
        <p:spPr>
          <a:xfrm>
            <a:off x="1350559" y="6508742"/>
            <a:ext cx="0" cy="205764"/>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6773504"/>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2_Portado 04">
    <p:bg>
      <p:bgPr>
        <a:solidFill>
          <a:schemeClr val="bg1"/>
        </a:solidFill>
        <a:effectLst/>
      </p:bgPr>
    </p:bg>
    <p:spTree>
      <p:nvGrpSpPr>
        <p:cNvPr id="1" name=""/>
        <p:cNvGrpSpPr/>
        <p:nvPr/>
      </p:nvGrpSpPr>
      <p:grpSpPr>
        <a:xfrm>
          <a:off x="0" y="0"/>
          <a:ext cx="0" cy="0"/>
          <a:chOff x="0" y="0"/>
          <a:chExt cx="0" cy="0"/>
        </a:xfrm>
      </p:grpSpPr>
      <p:sp>
        <p:nvSpPr>
          <p:cNvPr id="4" name="Picture Placeholder 4">
            <a:extLst>
              <a:ext uri="{FF2B5EF4-FFF2-40B4-BE49-F238E27FC236}">
                <a16:creationId xmlns:a16="http://schemas.microsoft.com/office/drawing/2014/main" id="{501781E5-2D61-8DAC-6998-A1736200CF9D}"/>
              </a:ext>
            </a:extLst>
          </p:cNvPr>
          <p:cNvSpPr>
            <a:spLocks noGrp="1"/>
          </p:cNvSpPr>
          <p:nvPr>
            <p:ph type="pic" sz="quarter" idx="10" hasCustomPrompt="1"/>
          </p:nvPr>
        </p:nvSpPr>
        <p:spPr>
          <a:xfrm>
            <a:off x="0" y="0"/>
            <a:ext cx="12192000" cy="6858000"/>
          </a:xfrm>
        </p:spPr>
        <p:txBody>
          <a:bodyPr/>
          <a:lstStyle>
            <a:lvl1pPr>
              <a:defRPr>
                <a:solidFill>
                  <a:schemeClr val="tx1">
                    <a:lumMod val="25000"/>
                    <a:lumOff val="75000"/>
                  </a:schemeClr>
                </a:solidFill>
              </a:defRPr>
            </a:lvl1pPr>
          </a:lstStyle>
          <a:p>
            <a:r>
              <a:rPr lang="en-US" dirty="0"/>
              <a:t>Click icon to add picture</a:t>
            </a:r>
            <a:endParaRPr lang="en-GB" dirty="0"/>
          </a:p>
        </p:txBody>
      </p:sp>
      <p:sp>
        <p:nvSpPr>
          <p:cNvPr id="2" name="Title 1">
            <a:extLst>
              <a:ext uri="{FF2B5EF4-FFF2-40B4-BE49-F238E27FC236}">
                <a16:creationId xmlns:a16="http://schemas.microsoft.com/office/drawing/2014/main" id="{7D6016D9-738F-C3E0-68FB-6A3923E98F6F}"/>
              </a:ext>
            </a:extLst>
          </p:cNvPr>
          <p:cNvSpPr>
            <a:spLocks noGrp="1"/>
          </p:cNvSpPr>
          <p:nvPr>
            <p:ph type="ctrTitle"/>
          </p:nvPr>
        </p:nvSpPr>
        <p:spPr>
          <a:xfrm>
            <a:off x="410400" y="486333"/>
            <a:ext cx="7185941" cy="1643409"/>
          </a:xfrm>
        </p:spPr>
        <p:txBody>
          <a:bodyPr anchor="t" anchorCtr="0">
            <a:normAutofit/>
          </a:bodyPr>
          <a:lstStyle>
            <a:lvl1pPr algn="l">
              <a:lnSpc>
                <a:spcPct val="80000"/>
              </a:lnSpc>
              <a:defRPr sz="6400" spc="-200" baseline="0">
                <a:solidFill>
                  <a:schemeClr val="tx1"/>
                </a:solidFill>
              </a:defRPr>
            </a:lvl1pPr>
          </a:lstStyle>
          <a:p>
            <a:r>
              <a:rPr lang="en-US" dirty="0"/>
              <a:t>Click to edit Master title style</a:t>
            </a:r>
            <a:endParaRPr lang="en-GB" dirty="0"/>
          </a:p>
        </p:txBody>
      </p:sp>
      <p:sp>
        <p:nvSpPr>
          <p:cNvPr id="3" name="Subtitle 2">
            <a:extLst>
              <a:ext uri="{FF2B5EF4-FFF2-40B4-BE49-F238E27FC236}">
                <a16:creationId xmlns:a16="http://schemas.microsoft.com/office/drawing/2014/main" id="{7F37E9DB-E29F-B9DD-9981-492F79345823}"/>
              </a:ext>
            </a:extLst>
          </p:cNvPr>
          <p:cNvSpPr>
            <a:spLocks noGrp="1"/>
          </p:cNvSpPr>
          <p:nvPr>
            <p:ph type="subTitle" idx="1"/>
          </p:nvPr>
        </p:nvSpPr>
        <p:spPr>
          <a:xfrm>
            <a:off x="431801" y="2272617"/>
            <a:ext cx="5762409" cy="399231"/>
          </a:xfrm>
        </p:spPr>
        <p:txBody>
          <a:bodyPr anchor="ctr"/>
          <a:lstStyle>
            <a:lvl1pPr marL="0" indent="0" algn="l">
              <a:lnSpc>
                <a:spcPct val="90000"/>
              </a:lnSpc>
              <a:spcBef>
                <a:spcPts val="0"/>
              </a:spcBef>
              <a:buNone/>
              <a:defRPr sz="2800" b="0" i="0" spc="-30" baseline="0">
                <a:solidFill>
                  <a:schemeClr val="tx1"/>
                </a:solidFill>
                <a:latin typeface="Movistar Sans" pitchFamily="2" charset="77"/>
                <a:ea typeface="Movistar Sa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endParaRPr lang="en-GB" dirty="0"/>
          </a:p>
        </p:txBody>
      </p:sp>
      <p:pic>
        <p:nvPicPr>
          <p:cNvPr id="8" name="Graphic 7">
            <a:extLst>
              <a:ext uri="{FF2B5EF4-FFF2-40B4-BE49-F238E27FC236}">
                <a16:creationId xmlns:a16="http://schemas.microsoft.com/office/drawing/2014/main" id="{7A8DA74C-A518-9114-4B96-4D6C6B964E74}"/>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11" name="TextBox 10">
            <a:extLst>
              <a:ext uri="{FF2B5EF4-FFF2-40B4-BE49-F238E27FC236}">
                <a16:creationId xmlns:a16="http://schemas.microsoft.com/office/drawing/2014/main" id="{96714765-5E74-EA13-E067-96502FA33E74}"/>
              </a:ext>
            </a:extLst>
          </p:cNvPr>
          <p:cNvSpPr txBox="1"/>
          <p:nvPr userDrawn="1"/>
        </p:nvSpPr>
        <p:spPr>
          <a:xfrm>
            <a:off x="4434214" y="-388307"/>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
        <p:nvSpPr>
          <p:cNvPr id="12" name="TextBox 11">
            <a:extLst>
              <a:ext uri="{FF2B5EF4-FFF2-40B4-BE49-F238E27FC236}">
                <a16:creationId xmlns:a16="http://schemas.microsoft.com/office/drawing/2014/main" id="{1BA71C02-6664-FDA3-7312-B5890386C2C4}"/>
              </a:ext>
            </a:extLst>
          </p:cNvPr>
          <p:cNvSpPr txBox="1"/>
          <p:nvPr userDrawn="1"/>
        </p:nvSpPr>
        <p:spPr>
          <a:xfrm>
            <a:off x="8680537" y="-638827"/>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pic>
        <p:nvPicPr>
          <p:cNvPr id="5" name="Gráfico 4">
            <a:extLst>
              <a:ext uri="{FF2B5EF4-FFF2-40B4-BE49-F238E27FC236}">
                <a16:creationId xmlns:a16="http://schemas.microsoft.com/office/drawing/2014/main" id="{9C024B82-9AFD-44B0-F922-EA24AD53B076}"/>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508742"/>
            <a:ext cx="738639" cy="205764"/>
          </a:xfrm>
          <a:prstGeom prst="rect">
            <a:avLst/>
          </a:prstGeom>
        </p:spPr>
      </p:pic>
      <p:sp>
        <p:nvSpPr>
          <p:cNvPr id="7" name="Date Placeholder 3">
            <a:extLst>
              <a:ext uri="{FF2B5EF4-FFF2-40B4-BE49-F238E27FC236}">
                <a16:creationId xmlns:a16="http://schemas.microsoft.com/office/drawing/2014/main" id="{C0C239A0-EDBD-F7C4-6113-D327FB3DEA9D}"/>
              </a:ext>
            </a:extLst>
          </p:cNvPr>
          <p:cNvSpPr>
            <a:spLocks noGrp="1"/>
          </p:cNvSpPr>
          <p:nvPr>
            <p:ph type="dt" sz="half" idx="11"/>
          </p:nvPr>
        </p:nvSpPr>
        <p:spPr>
          <a:xfrm>
            <a:off x="5526776" y="6575425"/>
            <a:ext cx="1138448" cy="144000"/>
          </a:xfrm>
        </p:spPr>
        <p:txBody>
          <a:bodyPr/>
          <a:lstStyle>
            <a:lvl1pPr>
              <a:defRPr>
                <a:solidFill>
                  <a:schemeClr val="tx1">
                    <a:lumMod val="75000"/>
                    <a:lumOff val="25000"/>
                  </a:schemeClr>
                </a:solidFill>
              </a:defRPr>
            </a:lvl1pPr>
          </a:lstStyle>
          <a:p>
            <a:fld id="{94F536BF-90B5-F046-8AA2-8E31230A8BCA}" type="datetime1">
              <a:rPr lang="es-ES" smtClean="0"/>
              <a:pPr/>
              <a:t>20/3/26</a:t>
            </a:fld>
            <a:endParaRPr lang="en-GB" dirty="0">
              <a:solidFill>
                <a:schemeClr val="tx1">
                  <a:lumMod val="75000"/>
                  <a:lumOff val="25000"/>
                </a:schemeClr>
              </a:solidFill>
            </a:endParaRPr>
          </a:p>
        </p:txBody>
      </p:sp>
      <p:sp>
        <p:nvSpPr>
          <p:cNvPr id="13" name="Text Placeholder 20">
            <a:extLst>
              <a:ext uri="{FF2B5EF4-FFF2-40B4-BE49-F238E27FC236}">
                <a16:creationId xmlns:a16="http://schemas.microsoft.com/office/drawing/2014/main" id="{0625B8BA-3CEE-5864-3039-7DF0F1BD1841}"/>
              </a:ext>
            </a:extLst>
          </p:cNvPr>
          <p:cNvSpPr>
            <a:spLocks noGrp="1"/>
          </p:cNvSpPr>
          <p:nvPr>
            <p:ph type="body" sz="quarter" idx="31" hasCustomPrompt="1"/>
          </p:nvPr>
        </p:nvSpPr>
        <p:spPr>
          <a:xfrm>
            <a:off x="1496905" y="6523674"/>
            <a:ext cx="2050615" cy="205764"/>
          </a:xfrm>
        </p:spPr>
        <p:txBody>
          <a:bodyPr anchor="ctr"/>
          <a:lstStyle>
            <a:lvl1pPr marL="6350" indent="-6350">
              <a:lnSpc>
                <a:spcPct val="100000"/>
              </a:lnSpc>
              <a:spcBef>
                <a:spcPts val="500"/>
              </a:spcBef>
              <a:buFont typeface="+mj-lt"/>
              <a:buNone/>
              <a:tabLst/>
              <a:defRPr lang="en-US" sz="800" b="0" i="0" kern="1200" dirty="0">
                <a:solidFill>
                  <a:schemeClr val="tx1">
                    <a:lumMod val="50000"/>
                    <a:lumOff val="50000"/>
                  </a:schemeClr>
                </a:solidFill>
                <a:latin typeface="Movistar Sans" pitchFamily="2" charset="77"/>
                <a:ea typeface="Movistar Sans" pitchFamily="2" charset="77"/>
                <a:cs typeface="+mn-cs"/>
              </a:defRPr>
            </a:lvl1pPr>
            <a:lvl2pPr>
              <a:lnSpc>
                <a:spcPct val="100000"/>
              </a:lnSpc>
              <a:spcBef>
                <a:spcPts val="500"/>
              </a:spcBef>
              <a:buFont typeface="+mj-lt"/>
              <a:buAutoNum type="arabicPeriod"/>
              <a:defRPr lang="en-US" sz="800" b="0" i="0" kern="1200" dirty="0">
                <a:solidFill>
                  <a:schemeClr val="tx1"/>
                </a:solidFill>
                <a:latin typeface="Movistar Sans" pitchFamily="2" charset="77"/>
                <a:ea typeface="Movistar Sans" pitchFamily="2" charset="77"/>
                <a:cs typeface="+mn-cs"/>
              </a:defRPr>
            </a:lvl2pPr>
          </a:lstStyle>
          <a:p>
            <a:pPr lvl="0"/>
            <a:r>
              <a:rPr lang="en-US" dirty="0"/>
              <a:t>Departamento I Lugar</a:t>
            </a:r>
          </a:p>
        </p:txBody>
      </p:sp>
      <p:cxnSp>
        <p:nvCxnSpPr>
          <p:cNvPr id="15" name="Straight Connector 14">
            <a:extLst>
              <a:ext uri="{FF2B5EF4-FFF2-40B4-BE49-F238E27FC236}">
                <a16:creationId xmlns:a16="http://schemas.microsoft.com/office/drawing/2014/main" id="{DDFD696D-3E6E-3573-2F19-5CAB60DD9487}"/>
              </a:ext>
            </a:extLst>
          </p:cNvPr>
          <p:cNvCxnSpPr/>
          <p:nvPr userDrawn="1"/>
        </p:nvCxnSpPr>
        <p:spPr>
          <a:xfrm>
            <a:off x="1350559" y="6508742"/>
            <a:ext cx="0" cy="205764"/>
          </a:xfrm>
          <a:prstGeom prst="line">
            <a:avLst/>
          </a:prstGeom>
          <a:ln w="9525">
            <a:solidFill>
              <a:schemeClr val="tx1">
                <a:lumMod val="25000"/>
                <a:lumOff val="75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32084655"/>
      </p:ext>
    </p:extLst>
  </p:cSld>
  <p:clrMapOvr>
    <a:masterClrMapping/>
  </p:clrMapOvr>
  <p:extLst>
    <p:ext uri="{DCECCB84-F9BA-43D5-87BE-67443E8EF086}">
      <p15:sldGuideLst xmlns:p15="http://schemas.microsoft.com/office/powerpoint/2012/main">
        <p15:guide id="2" pos="384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ext and Image 01">
    <p:bg>
      <p:bgPr>
        <a:solidFill>
          <a:schemeClr val="bg1"/>
        </a:solidFill>
        <a:effectLst/>
      </p:bgPr>
    </p:bg>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94CFF407-9E1F-B445-1F67-B084C9E7A7EA}"/>
              </a:ext>
            </a:extLst>
          </p:cNvPr>
          <p:cNvSpPr/>
          <p:nvPr userDrawn="1"/>
        </p:nvSpPr>
        <p:spPr>
          <a:xfrm>
            <a:off x="425448" y="3244516"/>
            <a:ext cx="3864225" cy="641684"/>
          </a:xfrm>
          <a:prstGeom prst="roundRect">
            <a:avLst>
              <a:gd name="adj" fmla="val 12381"/>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8" name="Rounded Rectangle 7">
            <a:extLst>
              <a:ext uri="{FF2B5EF4-FFF2-40B4-BE49-F238E27FC236}">
                <a16:creationId xmlns:a16="http://schemas.microsoft.com/office/drawing/2014/main" id="{78E4C7DF-7D27-D448-BDE4-195F09394039}"/>
              </a:ext>
            </a:extLst>
          </p:cNvPr>
          <p:cNvSpPr/>
          <p:nvPr userDrawn="1"/>
        </p:nvSpPr>
        <p:spPr>
          <a:xfrm>
            <a:off x="425449" y="3946358"/>
            <a:ext cx="3864225" cy="641684"/>
          </a:xfrm>
          <a:prstGeom prst="roundRect">
            <a:avLst>
              <a:gd name="adj" fmla="val 1238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1" name="Rounded Rectangle 10">
            <a:extLst>
              <a:ext uri="{FF2B5EF4-FFF2-40B4-BE49-F238E27FC236}">
                <a16:creationId xmlns:a16="http://schemas.microsoft.com/office/drawing/2014/main" id="{2197D9FE-902C-9DF7-EEAB-7B164443D9FA}"/>
              </a:ext>
            </a:extLst>
          </p:cNvPr>
          <p:cNvSpPr/>
          <p:nvPr userDrawn="1"/>
        </p:nvSpPr>
        <p:spPr>
          <a:xfrm>
            <a:off x="425449" y="4648200"/>
            <a:ext cx="3864225" cy="641684"/>
          </a:xfrm>
          <a:prstGeom prst="roundRect">
            <a:avLst>
              <a:gd name="adj" fmla="val 12381"/>
            </a:avLst>
          </a:prstGeom>
          <a:solidFill>
            <a:schemeClr val="tx1">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2" name="Rounded Rectangle 11">
            <a:extLst>
              <a:ext uri="{FF2B5EF4-FFF2-40B4-BE49-F238E27FC236}">
                <a16:creationId xmlns:a16="http://schemas.microsoft.com/office/drawing/2014/main" id="{89F44D0F-5F71-F0F3-0F79-34A28C880741}"/>
              </a:ext>
            </a:extLst>
          </p:cNvPr>
          <p:cNvSpPr/>
          <p:nvPr userDrawn="1"/>
        </p:nvSpPr>
        <p:spPr>
          <a:xfrm>
            <a:off x="413418" y="2542674"/>
            <a:ext cx="3864225" cy="641684"/>
          </a:xfrm>
          <a:prstGeom prst="roundRect">
            <a:avLst>
              <a:gd name="adj" fmla="val 1238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6" name="Rounded Rectangle 15">
            <a:extLst>
              <a:ext uri="{FF2B5EF4-FFF2-40B4-BE49-F238E27FC236}">
                <a16:creationId xmlns:a16="http://schemas.microsoft.com/office/drawing/2014/main" id="{2F7E9012-9D20-6A20-3C2C-110A03310393}"/>
              </a:ext>
            </a:extLst>
          </p:cNvPr>
          <p:cNvSpPr/>
          <p:nvPr userDrawn="1"/>
        </p:nvSpPr>
        <p:spPr>
          <a:xfrm>
            <a:off x="425449" y="5350044"/>
            <a:ext cx="3864225" cy="641684"/>
          </a:xfrm>
          <a:prstGeom prst="roundRect">
            <a:avLst>
              <a:gd name="adj" fmla="val 1238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18" name="Rounded Rectangle 17">
            <a:extLst>
              <a:ext uri="{FF2B5EF4-FFF2-40B4-BE49-F238E27FC236}">
                <a16:creationId xmlns:a16="http://schemas.microsoft.com/office/drawing/2014/main" id="{8F09A115-7473-CF43-25FB-2C64D6457A5E}"/>
              </a:ext>
            </a:extLst>
          </p:cNvPr>
          <p:cNvSpPr/>
          <p:nvPr userDrawn="1"/>
        </p:nvSpPr>
        <p:spPr>
          <a:xfrm>
            <a:off x="413418" y="1840832"/>
            <a:ext cx="3864225" cy="641684"/>
          </a:xfrm>
          <a:prstGeom prst="roundRect">
            <a:avLst>
              <a:gd name="adj" fmla="val 1238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9" name="Picture Placeholder 8">
            <a:extLst>
              <a:ext uri="{FF2B5EF4-FFF2-40B4-BE49-F238E27FC236}">
                <a16:creationId xmlns:a16="http://schemas.microsoft.com/office/drawing/2014/main" id="{623BA63E-562D-7412-06EF-FD3194499044}"/>
              </a:ext>
            </a:extLst>
          </p:cNvPr>
          <p:cNvSpPr>
            <a:spLocks noGrp="1" noRot="1" noMove="1" noResize="1" noEditPoints="1" noAdjustHandles="1" noChangeArrowheads="1" noChangeShapeType="1"/>
          </p:cNvSpPr>
          <p:nvPr>
            <p:ph type="pic" sz="quarter" idx="14"/>
          </p:nvPr>
        </p:nvSpPr>
        <p:spPr>
          <a:xfrm>
            <a:off x="4632325" y="425450"/>
            <a:ext cx="7127875" cy="6007100"/>
          </a:xfrm>
          <a:prstGeom prst="roundRect">
            <a:avLst>
              <a:gd name="adj" fmla="val 1128"/>
            </a:avLst>
          </a:prstGeom>
          <a:noFill/>
        </p:spPr>
        <p:txBody>
          <a:bodyPr/>
          <a:lstStyle/>
          <a:p>
            <a:r>
              <a:rPr lang="en-US"/>
              <a:t>Click icon to add picture</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lvl1pPr>
              <a:defRPr>
                <a:solidFill>
                  <a:schemeClr val="tx1">
                    <a:lumMod val="75000"/>
                    <a:lumOff val="25000"/>
                  </a:schemeClr>
                </a:solidFill>
              </a:defRPr>
            </a:lvl1pPr>
          </a:lstStyle>
          <a:p>
            <a:fld id="{752A6843-6CF9-904B-986F-F30C5B34E7DD}" type="datetime1">
              <a:rPr lang="es-ES" smtClean="0"/>
              <a:pPr/>
              <a:t>20/3/26</a:t>
            </a:fld>
            <a:endParaRPr lang="en-GB" dirty="0"/>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14" name="TextBox 13">
            <a:extLst>
              <a:ext uri="{FF2B5EF4-FFF2-40B4-BE49-F238E27FC236}">
                <a16:creationId xmlns:a16="http://schemas.microsoft.com/office/drawing/2014/main" id="{5FA4145D-9AC6-8691-89A1-9B98BE802D09}"/>
              </a:ext>
            </a:extLst>
          </p:cNvPr>
          <p:cNvSpPr txBox="1"/>
          <p:nvPr userDrawn="1"/>
        </p:nvSpPr>
        <p:spPr>
          <a:xfrm>
            <a:off x="4527395" y="-1092820"/>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
        <p:nvSpPr>
          <p:cNvPr id="15" name="Title 1">
            <a:extLst>
              <a:ext uri="{FF2B5EF4-FFF2-40B4-BE49-F238E27FC236}">
                <a16:creationId xmlns:a16="http://schemas.microsoft.com/office/drawing/2014/main" id="{8C87C35E-E1F4-3140-B26B-461DE1637F4D}"/>
              </a:ext>
            </a:extLst>
          </p:cNvPr>
          <p:cNvSpPr>
            <a:spLocks noGrp="1"/>
          </p:cNvSpPr>
          <p:nvPr>
            <p:ph type="title"/>
          </p:nvPr>
        </p:nvSpPr>
        <p:spPr>
          <a:xfrm>
            <a:off x="425450" y="465137"/>
            <a:ext cx="3857792" cy="1008000"/>
          </a:xfrm>
        </p:spPr>
        <p:txBody>
          <a:bodyPr/>
          <a:lstStyle>
            <a:lvl1pPr>
              <a:defRPr>
                <a:solidFill>
                  <a:schemeClr val="tx2"/>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312615C4-A517-6BB0-709D-9D280CC12B2D}"/>
              </a:ext>
            </a:extLst>
          </p:cNvPr>
          <p:cNvSpPr>
            <a:spLocks noGrp="1"/>
          </p:cNvSpPr>
          <p:nvPr>
            <p:ph idx="1"/>
          </p:nvPr>
        </p:nvSpPr>
        <p:spPr>
          <a:xfrm>
            <a:off x="565484" y="1900991"/>
            <a:ext cx="3681663" cy="549442"/>
          </a:xfrm>
        </p:spPr>
        <p:txBody>
          <a:bodyPr anchor="ctr"/>
          <a:lstStyle>
            <a:lvl1pPr algn="l">
              <a:defRPr/>
            </a:lvl1pPr>
          </a:lstStyle>
          <a:p>
            <a:pPr lvl="0"/>
            <a:r>
              <a:rPr lang="en-US" dirty="0"/>
              <a:t>Click to edit Master text styles</a:t>
            </a:r>
          </a:p>
        </p:txBody>
      </p:sp>
      <p:sp>
        <p:nvSpPr>
          <p:cNvPr id="19" name="Content Placeholder 2">
            <a:extLst>
              <a:ext uri="{FF2B5EF4-FFF2-40B4-BE49-F238E27FC236}">
                <a16:creationId xmlns:a16="http://schemas.microsoft.com/office/drawing/2014/main" id="{46EFCE67-A29B-7E13-F3BE-33F66F9DD113}"/>
              </a:ext>
            </a:extLst>
          </p:cNvPr>
          <p:cNvSpPr>
            <a:spLocks noGrp="1"/>
          </p:cNvSpPr>
          <p:nvPr>
            <p:ph idx="15"/>
          </p:nvPr>
        </p:nvSpPr>
        <p:spPr>
          <a:xfrm>
            <a:off x="565484" y="2602031"/>
            <a:ext cx="3681663" cy="549442"/>
          </a:xfrm>
        </p:spPr>
        <p:txBody>
          <a:bodyPr anchor="ctr"/>
          <a:lstStyle>
            <a:lvl1pPr algn="l">
              <a:defRPr/>
            </a:lvl1pPr>
          </a:lstStyle>
          <a:p>
            <a:pPr lvl="0"/>
            <a:r>
              <a:rPr lang="en-US" dirty="0"/>
              <a:t>Click to edit Master text styles</a:t>
            </a:r>
          </a:p>
        </p:txBody>
      </p:sp>
      <p:sp>
        <p:nvSpPr>
          <p:cNvPr id="20" name="Content Placeholder 2">
            <a:extLst>
              <a:ext uri="{FF2B5EF4-FFF2-40B4-BE49-F238E27FC236}">
                <a16:creationId xmlns:a16="http://schemas.microsoft.com/office/drawing/2014/main" id="{994D3ACA-7B27-DEBF-4179-71153F24E487}"/>
              </a:ext>
            </a:extLst>
          </p:cNvPr>
          <p:cNvSpPr>
            <a:spLocks noGrp="1"/>
          </p:cNvSpPr>
          <p:nvPr>
            <p:ph idx="16"/>
          </p:nvPr>
        </p:nvSpPr>
        <p:spPr>
          <a:xfrm>
            <a:off x="565484" y="3303071"/>
            <a:ext cx="3681663" cy="549442"/>
          </a:xfrm>
        </p:spPr>
        <p:txBody>
          <a:bodyPr anchor="ctr"/>
          <a:lstStyle>
            <a:lvl1pPr algn="l">
              <a:defRPr/>
            </a:lvl1pPr>
          </a:lstStyle>
          <a:p>
            <a:pPr lvl="0"/>
            <a:r>
              <a:rPr lang="en-US" dirty="0"/>
              <a:t>Click to edit Master text styles</a:t>
            </a:r>
          </a:p>
        </p:txBody>
      </p:sp>
      <p:sp>
        <p:nvSpPr>
          <p:cNvPr id="21" name="Content Placeholder 2">
            <a:extLst>
              <a:ext uri="{FF2B5EF4-FFF2-40B4-BE49-F238E27FC236}">
                <a16:creationId xmlns:a16="http://schemas.microsoft.com/office/drawing/2014/main" id="{2DF13699-6C1C-B70D-CFC7-A32A7D645348}"/>
              </a:ext>
            </a:extLst>
          </p:cNvPr>
          <p:cNvSpPr>
            <a:spLocks noGrp="1"/>
          </p:cNvSpPr>
          <p:nvPr>
            <p:ph idx="17"/>
          </p:nvPr>
        </p:nvSpPr>
        <p:spPr>
          <a:xfrm>
            <a:off x="565484" y="4004111"/>
            <a:ext cx="3681663" cy="549442"/>
          </a:xfrm>
        </p:spPr>
        <p:txBody>
          <a:bodyPr anchor="ctr"/>
          <a:lstStyle>
            <a:lvl1pPr algn="l">
              <a:defRPr/>
            </a:lvl1pPr>
          </a:lstStyle>
          <a:p>
            <a:pPr lvl="0"/>
            <a:r>
              <a:rPr lang="en-US" dirty="0"/>
              <a:t>Click to edit Master text styles</a:t>
            </a:r>
          </a:p>
        </p:txBody>
      </p:sp>
      <p:sp>
        <p:nvSpPr>
          <p:cNvPr id="22" name="Content Placeholder 2">
            <a:extLst>
              <a:ext uri="{FF2B5EF4-FFF2-40B4-BE49-F238E27FC236}">
                <a16:creationId xmlns:a16="http://schemas.microsoft.com/office/drawing/2014/main" id="{33B38F6F-B48D-E939-72CB-80F71244A8D6}"/>
              </a:ext>
            </a:extLst>
          </p:cNvPr>
          <p:cNvSpPr>
            <a:spLocks noGrp="1"/>
          </p:cNvSpPr>
          <p:nvPr>
            <p:ph idx="18"/>
          </p:nvPr>
        </p:nvSpPr>
        <p:spPr>
          <a:xfrm>
            <a:off x="565484" y="4705151"/>
            <a:ext cx="3681663" cy="549442"/>
          </a:xfrm>
        </p:spPr>
        <p:txBody>
          <a:bodyPr anchor="ctr"/>
          <a:lstStyle>
            <a:lvl1pPr algn="l">
              <a:defRPr/>
            </a:lvl1pPr>
          </a:lstStyle>
          <a:p>
            <a:pPr lvl="0"/>
            <a:r>
              <a:rPr lang="en-US" dirty="0"/>
              <a:t>Click to edit Master text styles</a:t>
            </a:r>
          </a:p>
        </p:txBody>
      </p:sp>
      <p:sp>
        <p:nvSpPr>
          <p:cNvPr id="23" name="Content Placeholder 2">
            <a:extLst>
              <a:ext uri="{FF2B5EF4-FFF2-40B4-BE49-F238E27FC236}">
                <a16:creationId xmlns:a16="http://schemas.microsoft.com/office/drawing/2014/main" id="{F5BFC548-1A0B-8AF9-6F0E-29723866480F}"/>
              </a:ext>
            </a:extLst>
          </p:cNvPr>
          <p:cNvSpPr>
            <a:spLocks noGrp="1"/>
          </p:cNvSpPr>
          <p:nvPr>
            <p:ph idx="19"/>
          </p:nvPr>
        </p:nvSpPr>
        <p:spPr>
          <a:xfrm>
            <a:off x="565484" y="5406192"/>
            <a:ext cx="3681663" cy="549442"/>
          </a:xfrm>
        </p:spPr>
        <p:txBody>
          <a:bodyPr anchor="ctr"/>
          <a:lstStyle>
            <a:lvl1pPr algn="l">
              <a:defRPr>
                <a:solidFill>
                  <a:schemeClr val="bg1"/>
                </a:solidFill>
              </a:defRPr>
            </a:lvl1pPr>
          </a:lstStyle>
          <a:p>
            <a:pPr lvl="0"/>
            <a:r>
              <a:rPr lang="en-US" dirty="0"/>
              <a:t>Click to edit Master text styles</a:t>
            </a:r>
          </a:p>
        </p:txBody>
      </p:sp>
    </p:spTree>
    <p:extLst>
      <p:ext uri="{BB962C8B-B14F-4D97-AF65-F5344CB8AC3E}">
        <p14:creationId xmlns:p14="http://schemas.microsoft.com/office/powerpoint/2010/main" val="18949606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1_Separador 1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4A5D-FCE5-B033-C2FF-56433F295CE0}"/>
              </a:ext>
            </a:extLst>
          </p:cNvPr>
          <p:cNvSpPr>
            <a:spLocks noGrp="1" noRot="1" noMove="1" noResize="1" noEditPoints="1" noAdjustHandles="1" noChangeArrowheads="1" noChangeShapeType="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79453A7B-13E6-5745-AE56-2320008EE266}"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solidFill>
                  <a:schemeClr val="bg1"/>
                </a:solidFill>
              </a:rPr>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8" name="Text Placeholder 17">
            <a:extLst>
              <a:ext uri="{FF2B5EF4-FFF2-40B4-BE49-F238E27FC236}">
                <a16:creationId xmlns:a16="http://schemas.microsoft.com/office/drawing/2014/main" id="{1011E7B2-E6C8-FB62-72B8-8666522BD8EC}"/>
              </a:ext>
            </a:extLst>
          </p:cNvPr>
          <p:cNvSpPr>
            <a:spLocks noGrp="1" noRot="1" noMove="1" noResize="1" noEditPoints="1" noAdjustHandles="1" noChangeArrowheads="1" noChangeShapeType="1"/>
          </p:cNvSpPr>
          <p:nvPr>
            <p:ph type="body" sz="quarter" idx="13" hasCustomPrompt="1"/>
          </p:nvPr>
        </p:nvSpPr>
        <p:spPr>
          <a:xfrm>
            <a:off x="435643"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sp>
        <p:nvSpPr>
          <p:cNvPr id="17" name="Text Placeholder 20">
            <a:extLst>
              <a:ext uri="{FF2B5EF4-FFF2-40B4-BE49-F238E27FC236}">
                <a16:creationId xmlns:a16="http://schemas.microsoft.com/office/drawing/2014/main" id="{60D49A75-C56D-9AA8-6A7E-6BA70ADF63CA}"/>
              </a:ext>
            </a:extLst>
          </p:cNvPr>
          <p:cNvSpPr>
            <a:spLocks noGrp="1"/>
          </p:cNvSpPr>
          <p:nvPr>
            <p:ph type="body" sz="quarter" idx="24"/>
          </p:nvPr>
        </p:nvSpPr>
        <p:spPr>
          <a:xfrm>
            <a:off x="691539"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19" name="Text Placeholder 20">
            <a:extLst>
              <a:ext uri="{FF2B5EF4-FFF2-40B4-BE49-F238E27FC236}">
                <a16:creationId xmlns:a16="http://schemas.microsoft.com/office/drawing/2014/main" id="{10F5EE38-FAF7-B19A-FF3F-1E6A114601DD}"/>
              </a:ext>
            </a:extLst>
          </p:cNvPr>
          <p:cNvSpPr>
            <a:spLocks noGrp="1"/>
          </p:cNvSpPr>
          <p:nvPr>
            <p:ph type="body" sz="quarter" idx="25"/>
          </p:nvPr>
        </p:nvSpPr>
        <p:spPr>
          <a:xfrm>
            <a:off x="696490"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4" name="Text Placeholder 17">
            <a:extLst>
              <a:ext uri="{FF2B5EF4-FFF2-40B4-BE49-F238E27FC236}">
                <a16:creationId xmlns:a16="http://schemas.microsoft.com/office/drawing/2014/main" id="{0CE302A5-B8A0-AF9B-B222-85F952008687}"/>
              </a:ext>
            </a:extLst>
          </p:cNvPr>
          <p:cNvSpPr>
            <a:spLocks noGrp="1" noRot="1" noMove="1" noResize="1" noEditPoints="1" noAdjustHandles="1" noChangeArrowheads="1" noChangeShapeType="1"/>
          </p:cNvSpPr>
          <p:nvPr>
            <p:ph type="body" sz="quarter" idx="26" hasCustomPrompt="1"/>
          </p:nvPr>
        </p:nvSpPr>
        <p:spPr>
          <a:xfrm>
            <a:off x="2720225"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2"/>
                </a:solidFill>
                <a:latin typeface="Movistar Sans" pitchFamily="2" charset="77"/>
                <a:ea typeface="Movistar Sans" pitchFamily="2" charset="77"/>
              </a:defRPr>
            </a:lvl1pPr>
          </a:lstStyle>
          <a:p>
            <a:pPr lvl="0"/>
            <a:r>
              <a:rPr lang="en-GB" dirty="0"/>
              <a:t>#</a:t>
            </a:r>
          </a:p>
        </p:txBody>
      </p:sp>
      <p:sp>
        <p:nvSpPr>
          <p:cNvPr id="25" name="Text Placeholder 17">
            <a:extLst>
              <a:ext uri="{FF2B5EF4-FFF2-40B4-BE49-F238E27FC236}">
                <a16:creationId xmlns:a16="http://schemas.microsoft.com/office/drawing/2014/main" id="{2FC5670D-26CB-3BF9-82A0-69051127B5A5}"/>
              </a:ext>
            </a:extLst>
          </p:cNvPr>
          <p:cNvSpPr>
            <a:spLocks noGrp="1" noRot="1" noMove="1" noResize="1" noEditPoints="1" noAdjustHandles="1" noChangeArrowheads="1" noChangeShapeType="1"/>
          </p:cNvSpPr>
          <p:nvPr>
            <p:ph type="body" sz="quarter" idx="27" hasCustomPrompt="1"/>
          </p:nvPr>
        </p:nvSpPr>
        <p:spPr>
          <a:xfrm>
            <a:off x="5004807"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3"/>
                </a:solidFill>
                <a:latin typeface="Movistar Sans" pitchFamily="2" charset="77"/>
                <a:ea typeface="Movistar Sans" pitchFamily="2" charset="77"/>
              </a:defRPr>
            </a:lvl1pPr>
          </a:lstStyle>
          <a:p>
            <a:pPr lvl="0"/>
            <a:r>
              <a:rPr lang="en-GB" dirty="0"/>
              <a:t>#</a:t>
            </a:r>
          </a:p>
        </p:txBody>
      </p:sp>
      <p:sp>
        <p:nvSpPr>
          <p:cNvPr id="26" name="Text Placeholder 17">
            <a:extLst>
              <a:ext uri="{FF2B5EF4-FFF2-40B4-BE49-F238E27FC236}">
                <a16:creationId xmlns:a16="http://schemas.microsoft.com/office/drawing/2014/main" id="{7DF6FA4D-5451-3C6E-D4A2-ABA533EDABFD}"/>
              </a:ext>
            </a:extLst>
          </p:cNvPr>
          <p:cNvSpPr>
            <a:spLocks noGrp="1" noRot="1" noMove="1" noResize="1" noEditPoints="1" noAdjustHandles="1" noChangeArrowheads="1" noChangeShapeType="1"/>
          </p:cNvSpPr>
          <p:nvPr>
            <p:ph type="body" sz="quarter" idx="28" hasCustomPrompt="1"/>
          </p:nvPr>
        </p:nvSpPr>
        <p:spPr>
          <a:xfrm>
            <a:off x="7289389"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4"/>
                </a:solidFill>
                <a:latin typeface="Movistar Sans" pitchFamily="2" charset="77"/>
                <a:ea typeface="Movistar Sans" pitchFamily="2" charset="77"/>
              </a:defRPr>
            </a:lvl1pPr>
          </a:lstStyle>
          <a:p>
            <a:pPr lvl="0"/>
            <a:r>
              <a:rPr lang="en-GB" dirty="0"/>
              <a:t>#</a:t>
            </a:r>
          </a:p>
        </p:txBody>
      </p:sp>
      <p:sp>
        <p:nvSpPr>
          <p:cNvPr id="27" name="Text Placeholder 17">
            <a:extLst>
              <a:ext uri="{FF2B5EF4-FFF2-40B4-BE49-F238E27FC236}">
                <a16:creationId xmlns:a16="http://schemas.microsoft.com/office/drawing/2014/main" id="{B81A2D6A-4ADB-A871-7981-D678D934426C}"/>
              </a:ext>
            </a:extLst>
          </p:cNvPr>
          <p:cNvSpPr>
            <a:spLocks noGrp="1" noRot="1" noMove="1" noResize="1" noEditPoints="1" noAdjustHandles="1" noChangeArrowheads="1" noChangeShapeType="1"/>
          </p:cNvSpPr>
          <p:nvPr>
            <p:ph type="body" sz="quarter" idx="29" hasCustomPrompt="1"/>
          </p:nvPr>
        </p:nvSpPr>
        <p:spPr>
          <a:xfrm>
            <a:off x="9573972"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sp>
        <p:nvSpPr>
          <p:cNvPr id="6" name="Text Placeholder 20">
            <a:extLst>
              <a:ext uri="{FF2B5EF4-FFF2-40B4-BE49-F238E27FC236}">
                <a16:creationId xmlns:a16="http://schemas.microsoft.com/office/drawing/2014/main" id="{C0185C7A-56D5-1E06-2239-C469D376F888}"/>
              </a:ext>
            </a:extLst>
          </p:cNvPr>
          <p:cNvSpPr>
            <a:spLocks noGrp="1"/>
          </p:cNvSpPr>
          <p:nvPr>
            <p:ph type="body" sz="quarter" idx="30"/>
          </p:nvPr>
        </p:nvSpPr>
        <p:spPr>
          <a:xfrm>
            <a:off x="2844433"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8" name="Text Placeholder 20">
            <a:extLst>
              <a:ext uri="{FF2B5EF4-FFF2-40B4-BE49-F238E27FC236}">
                <a16:creationId xmlns:a16="http://schemas.microsoft.com/office/drawing/2014/main" id="{ACE0420D-D8BC-2D4B-AEFB-885D5F5B668D}"/>
              </a:ext>
            </a:extLst>
          </p:cNvPr>
          <p:cNvSpPr>
            <a:spLocks noGrp="1"/>
          </p:cNvSpPr>
          <p:nvPr>
            <p:ph type="body" sz="quarter" idx="31"/>
          </p:nvPr>
        </p:nvSpPr>
        <p:spPr>
          <a:xfrm>
            <a:off x="2849384"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9" name="Text Placeholder 20">
            <a:extLst>
              <a:ext uri="{FF2B5EF4-FFF2-40B4-BE49-F238E27FC236}">
                <a16:creationId xmlns:a16="http://schemas.microsoft.com/office/drawing/2014/main" id="{BBD7E6DB-5E96-FF5F-AC61-13BBC3BE17F6}"/>
              </a:ext>
            </a:extLst>
          </p:cNvPr>
          <p:cNvSpPr>
            <a:spLocks noGrp="1"/>
          </p:cNvSpPr>
          <p:nvPr>
            <p:ph type="body" sz="quarter" idx="32"/>
          </p:nvPr>
        </p:nvSpPr>
        <p:spPr>
          <a:xfrm>
            <a:off x="5205666"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10" name="Text Placeholder 20">
            <a:extLst>
              <a:ext uri="{FF2B5EF4-FFF2-40B4-BE49-F238E27FC236}">
                <a16:creationId xmlns:a16="http://schemas.microsoft.com/office/drawing/2014/main" id="{CB0E4C84-382A-00BD-5CBD-1947BE343BE2}"/>
              </a:ext>
            </a:extLst>
          </p:cNvPr>
          <p:cNvSpPr>
            <a:spLocks noGrp="1"/>
          </p:cNvSpPr>
          <p:nvPr>
            <p:ph type="body" sz="quarter" idx="33"/>
          </p:nvPr>
        </p:nvSpPr>
        <p:spPr>
          <a:xfrm>
            <a:off x="5210617"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11" name="Text Placeholder 20">
            <a:extLst>
              <a:ext uri="{FF2B5EF4-FFF2-40B4-BE49-F238E27FC236}">
                <a16:creationId xmlns:a16="http://schemas.microsoft.com/office/drawing/2014/main" id="{176DB60C-5C6E-048A-791B-EC28E1F999E8}"/>
              </a:ext>
            </a:extLst>
          </p:cNvPr>
          <p:cNvSpPr>
            <a:spLocks noGrp="1"/>
          </p:cNvSpPr>
          <p:nvPr>
            <p:ph type="body" sz="quarter" idx="34"/>
          </p:nvPr>
        </p:nvSpPr>
        <p:spPr>
          <a:xfrm>
            <a:off x="7474304"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12" name="Text Placeholder 20">
            <a:extLst>
              <a:ext uri="{FF2B5EF4-FFF2-40B4-BE49-F238E27FC236}">
                <a16:creationId xmlns:a16="http://schemas.microsoft.com/office/drawing/2014/main" id="{8647BEBB-A1D9-5892-B048-DCA97E0361C0}"/>
              </a:ext>
            </a:extLst>
          </p:cNvPr>
          <p:cNvSpPr>
            <a:spLocks noGrp="1"/>
          </p:cNvSpPr>
          <p:nvPr>
            <p:ph type="body" sz="quarter" idx="35"/>
          </p:nvPr>
        </p:nvSpPr>
        <p:spPr>
          <a:xfrm>
            <a:off x="7479255"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13" name="Text Placeholder 20">
            <a:extLst>
              <a:ext uri="{FF2B5EF4-FFF2-40B4-BE49-F238E27FC236}">
                <a16:creationId xmlns:a16="http://schemas.microsoft.com/office/drawing/2014/main" id="{1F25682D-16FC-C2D5-BC54-D7D17A22ADF8}"/>
              </a:ext>
            </a:extLst>
          </p:cNvPr>
          <p:cNvSpPr>
            <a:spLocks noGrp="1"/>
          </p:cNvSpPr>
          <p:nvPr>
            <p:ph type="body" sz="quarter" idx="36"/>
          </p:nvPr>
        </p:nvSpPr>
        <p:spPr>
          <a:xfrm>
            <a:off x="9766092"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14" name="Text Placeholder 20">
            <a:extLst>
              <a:ext uri="{FF2B5EF4-FFF2-40B4-BE49-F238E27FC236}">
                <a16:creationId xmlns:a16="http://schemas.microsoft.com/office/drawing/2014/main" id="{01F1117A-183D-8F3F-AB2B-ECC9A7361635}"/>
              </a:ext>
            </a:extLst>
          </p:cNvPr>
          <p:cNvSpPr>
            <a:spLocks noGrp="1"/>
          </p:cNvSpPr>
          <p:nvPr>
            <p:ph type="body" sz="quarter" idx="37"/>
          </p:nvPr>
        </p:nvSpPr>
        <p:spPr>
          <a:xfrm>
            <a:off x="9771043"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pic>
        <p:nvPicPr>
          <p:cNvPr id="15" name="Graphic 7">
            <a:extLst>
              <a:ext uri="{FF2B5EF4-FFF2-40B4-BE49-F238E27FC236}">
                <a16:creationId xmlns:a16="http://schemas.microsoft.com/office/drawing/2014/main" id="{A05F971A-7279-ADE2-33CF-530CEFA6669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92668624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parador 12">
    <p:bg>
      <p:bgPr>
        <a:solidFill>
          <a:schemeClr val="tx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8893ECD7-5A34-9E98-879E-4BED2DAAAA70}"/>
              </a:ext>
            </a:extLst>
          </p:cNvPr>
          <p:cNvSpPr>
            <a:spLocks noGrp="1" noRot="1" noMove="1" noResize="1" noEditPoints="1" noAdjustHandles="1" noChangeArrowheads="1" noChangeShapeType="1"/>
          </p:cNvSpPr>
          <p:nvPr userDrawn="1"/>
        </p:nvSpPr>
        <p:spPr>
          <a:xfrm>
            <a:off x="425450" y="2514600"/>
            <a:ext cx="2108200" cy="3592286"/>
          </a:xfrm>
          <a:prstGeom prst="roundRect">
            <a:avLst>
              <a:gd name="adj" fmla="val 326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9724A5D-FCE5-B033-C2FF-56433F295CE0}"/>
              </a:ext>
            </a:extLst>
          </p:cNvPr>
          <p:cNvSpPr>
            <a:spLocks noGrp="1" noRot="1" noMove="1" noResize="1" noEditPoints="1" noAdjustHandles="1" noChangeArrowheads="1" noChangeShapeType="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FFA07702-15C3-6B40-9A98-ABDC9F8FA693}"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solidFill>
                  <a:schemeClr val="bg1"/>
                </a:solidFill>
              </a:rPr>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8" name="Text Placeholder 17">
            <a:extLst>
              <a:ext uri="{FF2B5EF4-FFF2-40B4-BE49-F238E27FC236}">
                <a16:creationId xmlns:a16="http://schemas.microsoft.com/office/drawing/2014/main" id="{1011E7B2-E6C8-FB62-72B8-8666522BD8EC}"/>
              </a:ext>
            </a:extLst>
          </p:cNvPr>
          <p:cNvSpPr>
            <a:spLocks noGrp="1" noRot="1" noMove="1" noResize="1" noEditPoints="1" noAdjustHandles="1" noChangeArrowheads="1" noChangeShapeType="1"/>
          </p:cNvSpPr>
          <p:nvPr>
            <p:ph type="body" sz="quarter" idx="13" hasCustomPrompt="1"/>
          </p:nvPr>
        </p:nvSpPr>
        <p:spPr>
          <a:xfrm>
            <a:off x="435643"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bg1"/>
                </a:solidFill>
                <a:latin typeface="Movistar Sans" pitchFamily="2" charset="77"/>
                <a:ea typeface="Movistar Sans" pitchFamily="2" charset="77"/>
              </a:defRPr>
            </a:lvl1pPr>
          </a:lstStyle>
          <a:p>
            <a:pPr lvl="0"/>
            <a:r>
              <a:rPr lang="en-GB" dirty="0"/>
              <a:t>#</a:t>
            </a:r>
          </a:p>
        </p:txBody>
      </p:sp>
      <p:sp>
        <p:nvSpPr>
          <p:cNvPr id="17" name="Text Placeholder 20">
            <a:extLst>
              <a:ext uri="{FF2B5EF4-FFF2-40B4-BE49-F238E27FC236}">
                <a16:creationId xmlns:a16="http://schemas.microsoft.com/office/drawing/2014/main" id="{60D49A75-C56D-9AA8-6A7E-6BA70ADF63CA}"/>
              </a:ext>
            </a:extLst>
          </p:cNvPr>
          <p:cNvSpPr>
            <a:spLocks noGrp="1" noRot="1" noMove="1" noResize="1" noEditPoints="1" noAdjustHandles="1" noChangeArrowheads="1" noChangeShapeType="1"/>
          </p:cNvSpPr>
          <p:nvPr>
            <p:ph type="body" sz="quarter" idx="24"/>
          </p:nvPr>
        </p:nvSpPr>
        <p:spPr>
          <a:xfrm>
            <a:off x="691539"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9" name="Text Placeholder 20">
            <a:extLst>
              <a:ext uri="{FF2B5EF4-FFF2-40B4-BE49-F238E27FC236}">
                <a16:creationId xmlns:a16="http://schemas.microsoft.com/office/drawing/2014/main" id="{10F5EE38-FAF7-B19A-FF3F-1E6A114601DD}"/>
              </a:ext>
            </a:extLst>
          </p:cNvPr>
          <p:cNvSpPr>
            <a:spLocks noGrp="1" noRot="1" noMove="1" noResize="1" noEditPoints="1" noAdjustHandles="1" noChangeArrowheads="1" noChangeShapeType="1"/>
          </p:cNvSpPr>
          <p:nvPr>
            <p:ph type="body" sz="quarter" idx="25"/>
          </p:nvPr>
        </p:nvSpPr>
        <p:spPr>
          <a:xfrm>
            <a:off x="696490"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4" name="Text Placeholder 17">
            <a:extLst>
              <a:ext uri="{FF2B5EF4-FFF2-40B4-BE49-F238E27FC236}">
                <a16:creationId xmlns:a16="http://schemas.microsoft.com/office/drawing/2014/main" id="{0CE302A5-B8A0-AF9B-B222-85F952008687}"/>
              </a:ext>
            </a:extLst>
          </p:cNvPr>
          <p:cNvSpPr>
            <a:spLocks noGrp="1" noRot="1" noMove="1" noResize="1" noEditPoints="1" noAdjustHandles="1" noChangeArrowheads="1" noChangeShapeType="1"/>
          </p:cNvSpPr>
          <p:nvPr>
            <p:ph type="body" sz="quarter" idx="26" hasCustomPrompt="1"/>
          </p:nvPr>
        </p:nvSpPr>
        <p:spPr>
          <a:xfrm>
            <a:off x="2720225"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2"/>
                </a:solidFill>
                <a:latin typeface="Movistar Sans" pitchFamily="2" charset="77"/>
                <a:ea typeface="Movistar Sans" pitchFamily="2" charset="77"/>
              </a:defRPr>
            </a:lvl1pPr>
          </a:lstStyle>
          <a:p>
            <a:pPr lvl="0"/>
            <a:r>
              <a:rPr lang="en-GB" dirty="0"/>
              <a:t>#</a:t>
            </a:r>
          </a:p>
        </p:txBody>
      </p:sp>
      <p:sp>
        <p:nvSpPr>
          <p:cNvPr id="25" name="Text Placeholder 17">
            <a:extLst>
              <a:ext uri="{FF2B5EF4-FFF2-40B4-BE49-F238E27FC236}">
                <a16:creationId xmlns:a16="http://schemas.microsoft.com/office/drawing/2014/main" id="{2FC5670D-26CB-3BF9-82A0-69051127B5A5}"/>
              </a:ext>
            </a:extLst>
          </p:cNvPr>
          <p:cNvSpPr>
            <a:spLocks noGrp="1" noRot="1" noMove="1" noResize="1" noEditPoints="1" noAdjustHandles="1" noChangeArrowheads="1" noChangeShapeType="1"/>
          </p:cNvSpPr>
          <p:nvPr>
            <p:ph type="body" sz="quarter" idx="27" hasCustomPrompt="1"/>
          </p:nvPr>
        </p:nvSpPr>
        <p:spPr>
          <a:xfrm>
            <a:off x="5004807"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3"/>
                </a:solidFill>
                <a:latin typeface="Movistar Sans" pitchFamily="2" charset="77"/>
                <a:ea typeface="Movistar Sans" pitchFamily="2" charset="77"/>
              </a:defRPr>
            </a:lvl1pPr>
          </a:lstStyle>
          <a:p>
            <a:pPr lvl="0"/>
            <a:r>
              <a:rPr lang="en-GB" dirty="0"/>
              <a:t>#</a:t>
            </a:r>
          </a:p>
        </p:txBody>
      </p:sp>
      <p:sp>
        <p:nvSpPr>
          <p:cNvPr id="26" name="Text Placeholder 17">
            <a:extLst>
              <a:ext uri="{FF2B5EF4-FFF2-40B4-BE49-F238E27FC236}">
                <a16:creationId xmlns:a16="http://schemas.microsoft.com/office/drawing/2014/main" id="{7DF6FA4D-5451-3C6E-D4A2-ABA533EDABFD}"/>
              </a:ext>
            </a:extLst>
          </p:cNvPr>
          <p:cNvSpPr>
            <a:spLocks noGrp="1" noRot="1" noMove="1" noResize="1" noEditPoints="1" noAdjustHandles="1" noChangeArrowheads="1" noChangeShapeType="1"/>
          </p:cNvSpPr>
          <p:nvPr>
            <p:ph type="body" sz="quarter" idx="28" hasCustomPrompt="1"/>
          </p:nvPr>
        </p:nvSpPr>
        <p:spPr>
          <a:xfrm>
            <a:off x="7289389"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4"/>
                </a:solidFill>
                <a:latin typeface="Movistar Sans" pitchFamily="2" charset="77"/>
                <a:ea typeface="Movistar Sans" pitchFamily="2" charset="77"/>
              </a:defRPr>
            </a:lvl1pPr>
          </a:lstStyle>
          <a:p>
            <a:pPr lvl="0"/>
            <a:r>
              <a:rPr lang="en-GB" dirty="0"/>
              <a:t>#</a:t>
            </a:r>
          </a:p>
        </p:txBody>
      </p:sp>
      <p:sp>
        <p:nvSpPr>
          <p:cNvPr id="27" name="Text Placeholder 17">
            <a:extLst>
              <a:ext uri="{FF2B5EF4-FFF2-40B4-BE49-F238E27FC236}">
                <a16:creationId xmlns:a16="http://schemas.microsoft.com/office/drawing/2014/main" id="{B81A2D6A-4ADB-A871-7981-D678D934426C}"/>
              </a:ext>
            </a:extLst>
          </p:cNvPr>
          <p:cNvSpPr>
            <a:spLocks noGrp="1" noRot="1" noMove="1" noResize="1" noEditPoints="1" noAdjustHandles="1" noChangeArrowheads="1" noChangeShapeType="1"/>
          </p:cNvSpPr>
          <p:nvPr>
            <p:ph type="body" sz="quarter" idx="29" hasCustomPrompt="1"/>
          </p:nvPr>
        </p:nvSpPr>
        <p:spPr>
          <a:xfrm>
            <a:off x="9573972"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pic>
        <p:nvPicPr>
          <p:cNvPr id="6" name="Graphic 7">
            <a:extLst>
              <a:ext uri="{FF2B5EF4-FFF2-40B4-BE49-F238E27FC236}">
                <a16:creationId xmlns:a16="http://schemas.microsoft.com/office/drawing/2014/main" id="{CBCFA7C6-961F-9A5E-E5BA-8068AEC548FA}"/>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0295333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parador 13">
    <p:bg>
      <p:bgPr>
        <a:solidFill>
          <a:schemeClr val="tx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8893ECD7-5A34-9E98-879E-4BED2DAAAA70}"/>
              </a:ext>
            </a:extLst>
          </p:cNvPr>
          <p:cNvSpPr>
            <a:spLocks noGrp="1" noRot="1" noMove="1" noResize="1" noEditPoints="1" noAdjustHandles="1" noChangeArrowheads="1" noChangeShapeType="1"/>
          </p:cNvSpPr>
          <p:nvPr userDrawn="1"/>
        </p:nvSpPr>
        <p:spPr>
          <a:xfrm>
            <a:off x="2720225" y="2514600"/>
            <a:ext cx="2108200" cy="3592286"/>
          </a:xfrm>
          <a:prstGeom prst="roundRect">
            <a:avLst>
              <a:gd name="adj" fmla="val 326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9724A5D-FCE5-B033-C2FF-56433F295CE0}"/>
              </a:ext>
            </a:extLst>
          </p:cNvPr>
          <p:cNvSpPr>
            <a:spLocks noGrp="1" noRot="1" noMove="1" noResize="1" noEditPoints="1" noAdjustHandles="1" noChangeArrowheads="1" noChangeShapeType="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363C1C0B-E6AB-8E4E-AA88-D12804C283D4}"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solidFill>
                  <a:schemeClr val="bg1"/>
                </a:solidFill>
              </a:rPr>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8" name="Text Placeholder 17">
            <a:extLst>
              <a:ext uri="{FF2B5EF4-FFF2-40B4-BE49-F238E27FC236}">
                <a16:creationId xmlns:a16="http://schemas.microsoft.com/office/drawing/2014/main" id="{1011E7B2-E6C8-FB62-72B8-8666522BD8EC}"/>
              </a:ext>
            </a:extLst>
          </p:cNvPr>
          <p:cNvSpPr>
            <a:spLocks noGrp="1" noRot="1" noMove="1" noResize="1" noEditPoints="1" noAdjustHandles="1" noChangeArrowheads="1" noChangeShapeType="1"/>
          </p:cNvSpPr>
          <p:nvPr>
            <p:ph type="body" sz="quarter" idx="13" hasCustomPrompt="1"/>
          </p:nvPr>
        </p:nvSpPr>
        <p:spPr>
          <a:xfrm>
            <a:off x="435643"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sp>
        <p:nvSpPr>
          <p:cNvPr id="17" name="Text Placeholder 20">
            <a:extLst>
              <a:ext uri="{FF2B5EF4-FFF2-40B4-BE49-F238E27FC236}">
                <a16:creationId xmlns:a16="http://schemas.microsoft.com/office/drawing/2014/main" id="{60D49A75-C56D-9AA8-6A7E-6BA70ADF63CA}"/>
              </a:ext>
            </a:extLst>
          </p:cNvPr>
          <p:cNvSpPr>
            <a:spLocks noGrp="1" noRot="1" noMove="1" noResize="1" noEditPoints="1" noAdjustHandles="1" noChangeArrowheads="1" noChangeShapeType="1"/>
          </p:cNvSpPr>
          <p:nvPr>
            <p:ph type="body" sz="quarter" idx="24"/>
          </p:nvPr>
        </p:nvSpPr>
        <p:spPr>
          <a:xfrm>
            <a:off x="2986314"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9" name="Text Placeholder 20">
            <a:extLst>
              <a:ext uri="{FF2B5EF4-FFF2-40B4-BE49-F238E27FC236}">
                <a16:creationId xmlns:a16="http://schemas.microsoft.com/office/drawing/2014/main" id="{10F5EE38-FAF7-B19A-FF3F-1E6A114601DD}"/>
              </a:ext>
            </a:extLst>
          </p:cNvPr>
          <p:cNvSpPr>
            <a:spLocks noGrp="1" noRot="1" noMove="1" noResize="1" noEditPoints="1" noAdjustHandles="1" noChangeArrowheads="1" noChangeShapeType="1"/>
          </p:cNvSpPr>
          <p:nvPr>
            <p:ph type="body" sz="quarter" idx="25"/>
          </p:nvPr>
        </p:nvSpPr>
        <p:spPr>
          <a:xfrm>
            <a:off x="2991265"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4" name="Text Placeholder 17">
            <a:extLst>
              <a:ext uri="{FF2B5EF4-FFF2-40B4-BE49-F238E27FC236}">
                <a16:creationId xmlns:a16="http://schemas.microsoft.com/office/drawing/2014/main" id="{0CE302A5-B8A0-AF9B-B222-85F952008687}"/>
              </a:ext>
            </a:extLst>
          </p:cNvPr>
          <p:cNvSpPr>
            <a:spLocks noGrp="1" noRot="1" noMove="1" noResize="1" noEditPoints="1" noAdjustHandles="1" noChangeArrowheads="1" noChangeShapeType="1"/>
          </p:cNvSpPr>
          <p:nvPr>
            <p:ph type="body" sz="quarter" idx="26" hasCustomPrompt="1"/>
          </p:nvPr>
        </p:nvSpPr>
        <p:spPr>
          <a:xfrm>
            <a:off x="2720225"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bg1"/>
                </a:solidFill>
                <a:latin typeface="Movistar Sans" pitchFamily="2" charset="77"/>
                <a:ea typeface="Movistar Sans" pitchFamily="2" charset="77"/>
              </a:defRPr>
            </a:lvl1pPr>
          </a:lstStyle>
          <a:p>
            <a:pPr lvl="0"/>
            <a:r>
              <a:rPr lang="en-GB" dirty="0"/>
              <a:t>#</a:t>
            </a:r>
          </a:p>
        </p:txBody>
      </p:sp>
      <p:sp>
        <p:nvSpPr>
          <p:cNvPr id="25" name="Text Placeholder 17">
            <a:extLst>
              <a:ext uri="{FF2B5EF4-FFF2-40B4-BE49-F238E27FC236}">
                <a16:creationId xmlns:a16="http://schemas.microsoft.com/office/drawing/2014/main" id="{2FC5670D-26CB-3BF9-82A0-69051127B5A5}"/>
              </a:ext>
            </a:extLst>
          </p:cNvPr>
          <p:cNvSpPr>
            <a:spLocks noGrp="1" noRot="1" noMove="1" noResize="1" noEditPoints="1" noAdjustHandles="1" noChangeArrowheads="1" noChangeShapeType="1"/>
          </p:cNvSpPr>
          <p:nvPr>
            <p:ph type="body" sz="quarter" idx="27" hasCustomPrompt="1"/>
          </p:nvPr>
        </p:nvSpPr>
        <p:spPr>
          <a:xfrm>
            <a:off x="5004807"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3"/>
                </a:solidFill>
                <a:latin typeface="Movistar Sans" pitchFamily="2" charset="77"/>
                <a:ea typeface="Movistar Sans" pitchFamily="2" charset="77"/>
              </a:defRPr>
            </a:lvl1pPr>
          </a:lstStyle>
          <a:p>
            <a:pPr lvl="0"/>
            <a:r>
              <a:rPr lang="en-GB" dirty="0"/>
              <a:t>#</a:t>
            </a:r>
          </a:p>
        </p:txBody>
      </p:sp>
      <p:sp>
        <p:nvSpPr>
          <p:cNvPr id="26" name="Text Placeholder 17">
            <a:extLst>
              <a:ext uri="{FF2B5EF4-FFF2-40B4-BE49-F238E27FC236}">
                <a16:creationId xmlns:a16="http://schemas.microsoft.com/office/drawing/2014/main" id="{7DF6FA4D-5451-3C6E-D4A2-ABA533EDABFD}"/>
              </a:ext>
            </a:extLst>
          </p:cNvPr>
          <p:cNvSpPr>
            <a:spLocks noGrp="1" noRot="1" noMove="1" noResize="1" noEditPoints="1" noAdjustHandles="1" noChangeArrowheads="1" noChangeShapeType="1"/>
          </p:cNvSpPr>
          <p:nvPr>
            <p:ph type="body" sz="quarter" idx="28" hasCustomPrompt="1"/>
          </p:nvPr>
        </p:nvSpPr>
        <p:spPr>
          <a:xfrm>
            <a:off x="7289389"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4"/>
                </a:solidFill>
                <a:latin typeface="Movistar Sans" pitchFamily="2" charset="77"/>
                <a:ea typeface="Movistar Sans" pitchFamily="2" charset="77"/>
              </a:defRPr>
            </a:lvl1pPr>
          </a:lstStyle>
          <a:p>
            <a:pPr lvl="0"/>
            <a:r>
              <a:rPr lang="en-GB" dirty="0"/>
              <a:t>#</a:t>
            </a:r>
          </a:p>
        </p:txBody>
      </p:sp>
      <p:sp>
        <p:nvSpPr>
          <p:cNvPr id="27" name="Text Placeholder 17">
            <a:extLst>
              <a:ext uri="{FF2B5EF4-FFF2-40B4-BE49-F238E27FC236}">
                <a16:creationId xmlns:a16="http://schemas.microsoft.com/office/drawing/2014/main" id="{B81A2D6A-4ADB-A871-7981-D678D934426C}"/>
              </a:ext>
            </a:extLst>
          </p:cNvPr>
          <p:cNvSpPr>
            <a:spLocks noGrp="1" noRot="1" noMove="1" noResize="1" noEditPoints="1" noAdjustHandles="1" noChangeArrowheads="1" noChangeShapeType="1"/>
          </p:cNvSpPr>
          <p:nvPr>
            <p:ph type="body" sz="quarter" idx="29" hasCustomPrompt="1"/>
          </p:nvPr>
        </p:nvSpPr>
        <p:spPr>
          <a:xfrm>
            <a:off x="9573972"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0B454C35-9D65-C71E-DE55-22066967CBA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919431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eparador 14">
    <p:bg>
      <p:bgPr>
        <a:solidFill>
          <a:schemeClr val="tx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8893ECD7-5A34-9E98-879E-4BED2DAAAA70}"/>
              </a:ext>
            </a:extLst>
          </p:cNvPr>
          <p:cNvSpPr>
            <a:spLocks noGrp="1" noRot="1" noMove="1" noResize="1" noEditPoints="1" noAdjustHandles="1" noChangeArrowheads="1" noChangeShapeType="1"/>
          </p:cNvSpPr>
          <p:nvPr userDrawn="1"/>
        </p:nvSpPr>
        <p:spPr>
          <a:xfrm>
            <a:off x="5004807" y="2514600"/>
            <a:ext cx="2108200" cy="3592286"/>
          </a:xfrm>
          <a:prstGeom prst="roundRect">
            <a:avLst>
              <a:gd name="adj" fmla="val 326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9724A5D-FCE5-B033-C2FF-56433F295CE0}"/>
              </a:ext>
            </a:extLst>
          </p:cNvPr>
          <p:cNvSpPr>
            <a:spLocks noGrp="1" noRot="1" noMove="1" noResize="1" noEditPoints="1" noAdjustHandles="1" noChangeArrowheads="1" noChangeShapeType="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C92DA477-1F91-FA44-9B37-74B154B97B89}"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solidFill>
                  <a:schemeClr val="bg1"/>
                </a:solidFill>
              </a:rPr>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8" name="Text Placeholder 17">
            <a:extLst>
              <a:ext uri="{FF2B5EF4-FFF2-40B4-BE49-F238E27FC236}">
                <a16:creationId xmlns:a16="http://schemas.microsoft.com/office/drawing/2014/main" id="{1011E7B2-E6C8-FB62-72B8-8666522BD8EC}"/>
              </a:ext>
            </a:extLst>
          </p:cNvPr>
          <p:cNvSpPr>
            <a:spLocks noGrp="1" noRot="1" noMove="1" noResize="1" noEditPoints="1" noAdjustHandles="1" noChangeArrowheads="1" noChangeShapeType="1"/>
          </p:cNvSpPr>
          <p:nvPr>
            <p:ph type="body" sz="quarter" idx="13" hasCustomPrompt="1"/>
          </p:nvPr>
        </p:nvSpPr>
        <p:spPr>
          <a:xfrm>
            <a:off x="435643"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sp>
        <p:nvSpPr>
          <p:cNvPr id="17" name="Text Placeholder 20">
            <a:extLst>
              <a:ext uri="{FF2B5EF4-FFF2-40B4-BE49-F238E27FC236}">
                <a16:creationId xmlns:a16="http://schemas.microsoft.com/office/drawing/2014/main" id="{60D49A75-C56D-9AA8-6A7E-6BA70ADF63CA}"/>
              </a:ext>
            </a:extLst>
          </p:cNvPr>
          <p:cNvSpPr>
            <a:spLocks noGrp="1" noRot="1" noMove="1" noResize="1" noEditPoints="1" noAdjustHandles="1" noChangeArrowheads="1" noChangeShapeType="1"/>
          </p:cNvSpPr>
          <p:nvPr>
            <p:ph type="body" sz="quarter" idx="24"/>
          </p:nvPr>
        </p:nvSpPr>
        <p:spPr>
          <a:xfrm>
            <a:off x="5270896"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9" name="Text Placeholder 20">
            <a:extLst>
              <a:ext uri="{FF2B5EF4-FFF2-40B4-BE49-F238E27FC236}">
                <a16:creationId xmlns:a16="http://schemas.microsoft.com/office/drawing/2014/main" id="{10F5EE38-FAF7-B19A-FF3F-1E6A114601DD}"/>
              </a:ext>
            </a:extLst>
          </p:cNvPr>
          <p:cNvSpPr>
            <a:spLocks noGrp="1" noRot="1" noMove="1" noResize="1" noEditPoints="1" noAdjustHandles="1" noChangeArrowheads="1" noChangeShapeType="1"/>
          </p:cNvSpPr>
          <p:nvPr>
            <p:ph type="body" sz="quarter" idx="25"/>
          </p:nvPr>
        </p:nvSpPr>
        <p:spPr>
          <a:xfrm>
            <a:off x="5275847"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4" name="Text Placeholder 17">
            <a:extLst>
              <a:ext uri="{FF2B5EF4-FFF2-40B4-BE49-F238E27FC236}">
                <a16:creationId xmlns:a16="http://schemas.microsoft.com/office/drawing/2014/main" id="{0CE302A5-B8A0-AF9B-B222-85F952008687}"/>
              </a:ext>
            </a:extLst>
          </p:cNvPr>
          <p:cNvSpPr>
            <a:spLocks noGrp="1" noRot="1" noMove="1" noResize="1" noEditPoints="1" noAdjustHandles="1" noChangeArrowheads="1" noChangeShapeType="1"/>
          </p:cNvSpPr>
          <p:nvPr>
            <p:ph type="body" sz="quarter" idx="26" hasCustomPrompt="1"/>
          </p:nvPr>
        </p:nvSpPr>
        <p:spPr>
          <a:xfrm>
            <a:off x="2720225"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3"/>
                </a:solidFill>
                <a:latin typeface="Movistar Sans" pitchFamily="2" charset="77"/>
                <a:ea typeface="Movistar Sans" pitchFamily="2" charset="77"/>
              </a:defRPr>
            </a:lvl1pPr>
          </a:lstStyle>
          <a:p>
            <a:pPr lvl="0"/>
            <a:r>
              <a:rPr lang="en-GB" dirty="0"/>
              <a:t>#</a:t>
            </a:r>
          </a:p>
        </p:txBody>
      </p:sp>
      <p:sp>
        <p:nvSpPr>
          <p:cNvPr id="25" name="Text Placeholder 17">
            <a:extLst>
              <a:ext uri="{FF2B5EF4-FFF2-40B4-BE49-F238E27FC236}">
                <a16:creationId xmlns:a16="http://schemas.microsoft.com/office/drawing/2014/main" id="{2FC5670D-26CB-3BF9-82A0-69051127B5A5}"/>
              </a:ext>
            </a:extLst>
          </p:cNvPr>
          <p:cNvSpPr>
            <a:spLocks noGrp="1" noRot="1" noMove="1" noResize="1" noEditPoints="1" noAdjustHandles="1" noChangeArrowheads="1" noChangeShapeType="1"/>
          </p:cNvSpPr>
          <p:nvPr>
            <p:ph type="body" sz="quarter" idx="27" hasCustomPrompt="1"/>
          </p:nvPr>
        </p:nvSpPr>
        <p:spPr>
          <a:xfrm>
            <a:off x="5004807"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bg1"/>
                </a:solidFill>
                <a:latin typeface="Movistar Sans" pitchFamily="2" charset="77"/>
                <a:ea typeface="Movistar Sans" pitchFamily="2" charset="77"/>
              </a:defRPr>
            </a:lvl1pPr>
          </a:lstStyle>
          <a:p>
            <a:pPr lvl="0"/>
            <a:r>
              <a:rPr lang="en-GB" dirty="0"/>
              <a:t>#</a:t>
            </a:r>
          </a:p>
        </p:txBody>
      </p:sp>
      <p:sp>
        <p:nvSpPr>
          <p:cNvPr id="26" name="Text Placeholder 17">
            <a:extLst>
              <a:ext uri="{FF2B5EF4-FFF2-40B4-BE49-F238E27FC236}">
                <a16:creationId xmlns:a16="http://schemas.microsoft.com/office/drawing/2014/main" id="{7DF6FA4D-5451-3C6E-D4A2-ABA533EDABFD}"/>
              </a:ext>
            </a:extLst>
          </p:cNvPr>
          <p:cNvSpPr>
            <a:spLocks noGrp="1" noRot="1" noMove="1" noResize="1" noEditPoints="1" noAdjustHandles="1" noChangeArrowheads="1" noChangeShapeType="1"/>
          </p:cNvSpPr>
          <p:nvPr>
            <p:ph type="body" sz="quarter" idx="28" hasCustomPrompt="1"/>
          </p:nvPr>
        </p:nvSpPr>
        <p:spPr>
          <a:xfrm>
            <a:off x="7289389"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4"/>
                </a:solidFill>
                <a:latin typeface="Movistar Sans" pitchFamily="2" charset="77"/>
                <a:ea typeface="Movistar Sans" pitchFamily="2" charset="77"/>
              </a:defRPr>
            </a:lvl1pPr>
          </a:lstStyle>
          <a:p>
            <a:pPr lvl="0"/>
            <a:r>
              <a:rPr lang="en-GB" dirty="0"/>
              <a:t>#</a:t>
            </a:r>
          </a:p>
        </p:txBody>
      </p:sp>
      <p:sp>
        <p:nvSpPr>
          <p:cNvPr id="27" name="Text Placeholder 17">
            <a:extLst>
              <a:ext uri="{FF2B5EF4-FFF2-40B4-BE49-F238E27FC236}">
                <a16:creationId xmlns:a16="http://schemas.microsoft.com/office/drawing/2014/main" id="{B81A2D6A-4ADB-A871-7981-D678D934426C}"/>
              </a:ext>
            </a:extLst>
          </p:cNvPr>
          <p:cNvSpPr>
            <a:spLocks noGrp="1" noRot="1" noMove="1" noResize="1" noEditPoints="1" noAdjustHandles="1" noChangeArrowheads="1" noChangeShapeType="1"/>
          </p:cNvSpPr>
          <p:nvPr>
            <p:ph type="body" sz="quarter" idx="29" hasCustomPrompt="1"/>
          </p:nvPr>
        </p:nvSpPr>
        <p:spPr>
          <a:xfrm>
            <a:off x="9573972"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18E4309C-EA07-58F4-A683-72E11A5FE12E}"/>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0070726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Separador 15">
    <p:bg>
      <p:bgPr>
        <a:solidFill>
          <a:schemeClr val="tx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8893ECD7-5A34-9E98-879E-4BED2DAAAA70}"/>
              </a:ext>
            </a:extLst>
          </p:cNvPr>
          <p:cNvSpPr>
            <a:spLocks noGrp="1" noRot="1" noMove="1" noResize="1" noEditPoints="1" noAdjustHandles="1" noChangeArrowheads="1" noChangeShapeType="1"/>
          </p:cNvSpPr>
          <p:nvPr userDrawn="1"/>
        </p:nvSpPr>
        <p:spPr>
          <a:xfrm>
            <a:off x="7289389" y="2514600"/>
            <a:ext cx="2108200" cy="3592286"/>
          </a:xfrm>
          <a:prstGeom prst="roundRect">
            <a:avLst>
              <a:gd name="adj" fmla="val 326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9724A5D-FCE5-B033-C2FF-56433F295CE0}"/>
              </a:ext>
            </a:extLst>
          </p:cNvPr>
          <p:cNvSpPr>
            <a:spLocks noGrp="1" noRot="1" noMove="1" noResize="1" noEditPoints="1" noAdjustHandles="1" noChangeArrowheads="1" noChangeShapeType="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DECCE39F-B4AB-4743-BFEF-BA3954DE796B}"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solidFill>
                  <a:schemeClr val="bg1"/>
                </a:solidFill>
              </a:rPr>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8" name="Text Placeholder 17">
            <a:extLst>
              <a:ext uri="{FF2B5EF4-FFF2-40B4-BE49-F238E27FC236}">
                <a16:creationId xmlns:a16="http://schemas.microsoft.com/office/drawing/2014/main" id="{1011E7B2-E6C8-FB62-72B8-8666522BD8EC}"/>
              </a:ext>
            </a:extLst>
          </p:cNvPr>
          <p:cNvSpPr>
            <a:spLocks noGrp="1" noRot="1" noMove="1" noResize="1" noEditPoints="1" noAdjustHandles="1" noChangeArrowheads="1" noChangeShapeType="1"/>
          </p:cNvSpPr>
          <p:nvPr>
            <p:ph type="body" sz="quarter" idx="13" hasCustomPrompt="1"/>
          </p:nvPr>
        </p:nvSpPr>
        <p:spPr>
          <a:xfrm>
            <a:off x="435643"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sp>
        <p:nvSpPr>
          <p:cNvPr id="17" name="Text Placeholder 20">
            <a:extLst>
              <a:ext uri="{FF2B5EF4-FFF2-40B4-BE49-F238E27FC236}">
                <a16:creationId xmlns:a16="http://schemas.microsoft.com/office/drawing/2014/main" id="{60D49A75-C56D-9AA8-6A7E-6BA70ADF63CA}"/>
              </a:ext>
            </a:extLst>
          </p:cNvPr>
          <p:cNvSpPr>
            <a:spLocks noGrp="1" noRot="1" noMove="1" noResize="1" noEditPoints="1" noAdjustHandles="1" noChangeArrowheads="1" noChangeShapeType="1"/>
          </p:cNvSpPr>
          <p:nvPr>
            <p:ph type="body" sz="quarter" idx="24"/>
          </p:nvPr>
        </p:nvSpPr>
        <p:spPr>
          <a:xfrm>
            <a:off x="7555478"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9" name="Text Placeholder 20">
            <a:extLst>
              <a:ext uri="{FF2B5EF4-FFF2-40B4-BE49-F238E27FC236}">
                <a16:creationId xmlns:a16="http://schemas.microsoft.com/office/drawing/2014/main" id="{10F5EE38-FAF7-B19A-FF3F-1E6A114601DD}"/>
              </a:ext>
            </a:extLst>
          </p:cNvPr>
          <p:cNvSpPr>
            <a:spLocks noGrp="1" noRot="1" noMove="1" noResize="1" noEditPoints="1" noAdjustHandles="1" noChangeArrowheads="1" noChangeShapeType="1"/>
          </p:cNvSpPr>
          <p:nvPr>
            <p:ph type="body" sz="quarter" idx="25"/>
          </p:nvPr>
        </p:nvSpPr>
        <p:spPr>
          <a:xfrm>
            <a:off x="7560429"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4" name="Text Placeholder 17">
            <a:extLst>
              <a:ext uri="{FF2B5EF4-FFF2-40B4-BE49-F238E27FC236}">
                <a16:creationId xmlns:a16="http://schemas.microsoft.com/office/drawing/2014/main" id="{0CE302A5-B8A0-AF9B-B222-85F952008687}"/>
              </a:ext>
            </a:extLst>
          </p:cNvPr>
          <p:cNvSpPr>
            <a:spLocks noGrp="1" noRot="1" noMove="1" noResize="1" noEditPoints="1" noAdjustHandles="1" noChangeArrowheads="1" noChangeShapeType="1"/>
          </p:cNvSpPr>
          <p:nvPr>
            <p:ph type="body" sz="quarter" idx="26" hasCustomPrompt="1"/>
          </p:nvPr>
        </p:nvSpPr>
        <p:spPr>
          <a:xfrm>
            <a:off x="2720225"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3"/>
                </a:solidFill>
                <a:latin typeface="Movistar Sans" pitchFamily="2" charset="77"/>
                <a:ea typeface="Movistar Sans" pitchFamily="2" charset="77"/>
              </a:defRPr>
            </a:lvl1pPr>
          </a:lstStyle>
          <a:p>
            <a:pPr lvl="0"/>
            <a:r>
              <a:rPr lang="en-GB" dirty="0"/>
              <a:t>#</a:t>
            </a:r>
          </a:p>
        </p:txBody>
      </p:sp>
      <p:sp>
        <p:nvSpPr>
          <p:cNvPr id="25" name="Text Placeholder 17">
            <a:extLst>
              <a:ext uri="{FF2B5EF4-FFF2-40B4-BE49-F238E27FC236}">
                <a16:creationId xmlns:a16="http://schemas.microsoft.com/office/drawing/2014/main" id="{2FC5670D-26CB-3BF9-82A0-69051127B5A5}"/>
              </a:ext>
            </a:extLst>
          </p:cNvPr>
          <p:cNvSpPr>
            <a:spLocks noGrp="1" noRot="1" noMove="1" noResize="1" noEditPoints="1" noAdjustHandles="1" noChangeArrowheads="1" noChangeShapeType="1"/>
          </p:cNvSpPr>
          <p:nvPr>
            <p:ph type="body" sz="quarter" idx="27" hasCustomPrompt="1"/>
          </p:nvPr>
        </p:nvSpPr>
        <p:spPr>
          <a:xfrm>
            <a:off x="5004807"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4"/>
                </a:solidFill>
                <a:latin typeface="Movistar Sans" pitchFamily="2" charset="77"/>
                <a:ea typeface="Movistar Sans" pitchFamily="2" charset="77"/>
              </a:defRPr>
            </a:lvl1pPr>
          </a:lstStyle>
          <a:p>
            <a:pPr lvl="0"/>
            <a:r>
              <a:rPr lang="en-GB" dirty="0"/>
              <a:t>#</a:t>
            </a:r>
          </a:p>
        </p:txBody>
      </p:sp>
      <p:sp>
        <p:nvSpPr>
          <p:cNvPr id="26" name="Text Placeholder 17">
            <a:extLst>
              <a:ext uri="{FF2B5EF4-FFF2-40B4-BE49-F238E27FC236}">
                <a16:creationId xmlns:a16="http://schemas.microsoft.com/office/drawing/2014/main" id="{7DF6FA4D-5451-3C6E-D4A2-ABA533EDABFD}"/>
              </a:ext>
            </a:extLst>
          </p:cNvPr>
          <p:cNvSpPr>
            <a:spLocks noGrp="1" noRot="1" noMove="1" noResize="1" noEditPoints="1" noAdjustHandles="1" noChangeArrowheads="1" noChangeShapeType="1"/>
          </p:cNvSpPr>
          <p:nvPr>
            <p:ph type="body" sz="quarter" idx="28" hasCustomPrompt="1"/>
          </p:nvPr>
        </p:nvSpPr>
        <p:spPr>
          <a:xfrm>
            <a:off x="7289389"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bg1"/>
                </a:solidFill>
                <a:latin typeface="Movistar Sans" pitchFamily="2" charset="77"/>
                <a:ea typeface="Movistar Sans" pitchFamily="2" charset="77"/>
              </a:defRPr>
            </a:lvl1pPr>
          </a:lstStyle>
          <a:p>
            <a:pPr lvl="0"/>
            <a:r>
              <a:rPr lang="en-GB" dirty="0"/>
              <a:t>#</a:t>
            </a:r>
          </a:p>
        </p:txBody>
      </p:sp>
      <p:sp>
        <p:nvSpPr>
          <p:cNvPr id="27" name="Text Placeholder 17">
            <a:extLst>
              <a:ext uri="{FF2B5EF4-FFF2-40B4-BE49-F238E27FC236}">
                <a16:creationId xmlns:a16="http://schemas.microsoft.com/office/drawing/2014/main" id="{B81A2D6A-4ADB-A871-7981-D678D934426C}"/>
              </a:ext>
            </a:extLst>
          </p:cNvPr>
          <p:cNvSpPr>
            <a:spLocks noGrp="1" noRot="1" noMove="1" noResize="1" noEditPoints="1" noAdjustHandles="1" noChangeArrowheads="1" noChangeShapeType="1"/>
          </p:cNvSpPr>
          <p:nvPr>
            <p:ph type="body" sz="quarter" idx="29" hasCustomPrompt="1"/>
          </p:nvPr>
        </p:nvSpPr>
        <p:spPr>
          <a:xfrm>
            <a:off x="9573972"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FD8EA966-EE02-0C7D-513C-A35C5ECAE184}"/>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16407071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parador 16">
    <p:bg>
      <p:bgPr>
        <a:solidFill>
          <a:schemeClr val="tx1"/>
        </a:solidFill>
        <a:effectLst/>
      </p:bgPr>
    </p:bg>
    <p:spTree>
      <p:nvGrpSpPr>
        <p:cNvPr id="1" name=""/>
        <p:cNvGrpSpPr/>
        <p:nvPr/>
      </p:nvGrpSpPr>
      <p:grpSpPr>
        <a:xfrm>
          <a:off x="0" y="0"/>
          <a:ext cx="0" cy="0"/>
          <a:chOff x="0" y="0"/>
          <a:chExt cx="0" cy="0"/>
        </a:xfrm>
      </p:grpSpPr>
      <p:sp>
        <p:nvSpPr>
          <p:cNvPr id="28" name="Rounded Rectangle 27">
            <a:extLst>
              <a:ext uri="{FF2B5EF4-FFF2-40B4-BE49-F238E27FC236}">
                <a16:creationId xmlns:a16="http://schemas.microsoft.com/office/drawing/2014/main" id="{8893ECD7-5A34-9E98-879E-4BED2DAAAA70}"/>
              </a:ext>
            </a:extLst>
          </p:cNvPr>
          <p:cNvSpPr>
            <a:spLocks noGrp="1" noRot="1" noMove="1" noResize="1" noEditPoints="1" noAdjustHandles="1" noChangeArrowheads="1" noChangeShapeType="1"/>
          </p:cNvSpPr>
          <p:nvPr userDrawn="1"/>
        </p:nvSpPr>
        <p:spPr>
          <a:xfrm>
            <a:off x="9573971" y="2514600"/>
            <a:ext cx="2108200" cy="3592286"/>
          </a:xfrm>
          <a:prstGeom prst="roundRect">
            <a:avLst>
              <a:gd name="adj" fmla="val 3263"/>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29724A5D-FCE5-B033-C2FF-56433F295CE0}"/>
              </a:ext>
            </a:extLst>
          </p:cNvPr>
          <p:cNvSpPr>
            <a:spLocks noGrp="1" noRot="1" noMove="1" noResize="1" noEditPoints="1" noAdjustHandles="1" noChangeArrowheads="1" noChangeShapeType="1"/>
          </p:cNvSpPr>
          <p:nvPr>
            <p:ph type="title"/>
          </p:nvPr>
        </p:nvSpPr>
        <p:spPr/>
        <p:txBody>
          <a:bodyPr/>
          <a:lstStyle>
            <a:lvl1pPr>
              <a:defRPr>
                <a:solidFill>
                  <a:schemeClr val="bg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69F1E11C-C80F-DF43-AC54-3EC0489514DE}"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solidFill>
                  <a:schemeClr val="bg1"/>
                </a:solidFill>
              </a:rPr>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8" name="Text Placeholder 17">
            <a:extLst>
              <a:ext uri="{FF2B5EF4-FFF2-40B4-BE49-F238E27FC236}">
                <a16:creationId xmlns:a16="http://schemas.microsoft.com/office/drawing/2014/main" id="{1011E7B2-E6C8-FB62-72B8-8666522BD8EC}"/>
              </a:ext>
            </a:extLst>
          </p:cNvPr>
          <p:cNvSpPr>
            <a:spLocks noGrp="1" noRot="1" noMove="1" noResize="1" noEditPoints="1" noAdjustHandles="1" noChangeArrowheads="1" noChangeShapeType="1"/>
          </p:cNvSpPr>
          <p:nvPr>
            <p:ph type="body" sz="quarter" idx="13" hasCustomPrompt="1"/>
          </p:nvPr>
        </p:nvSpPr>
        <p:spPr>
          <a:xfrm>
            <a:off x="435643"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sp>
        <p:nvSpPr>
          <p:cNvPr id="17" name="Text Placeholder 20">
            <a:extLst>
              <a:ext uri="{FF2B5EF4-FFF2-40B4-BE49-F238E27FC236}">
                <a16:creationId xmlns:a16="http://schemas.microsoft.com/office/drawing/2014/main" id="{60D49A75-C56D-9AA8-6A7E-6BA70ADF63CA}"/>
              </a:ext>
            </a:extLst>
          </p:cNvPr>
          <p:cNvSpPr>
            <a:spLocks noGrp="1" noRot="1" noMove="1" noResize="1" noEditPoints="1" noAdjustHandles="1" noChangeArrowheads="1" noChangeShapeType="1"/>
          </p:cNvSpPr>
          <p:nvPr>
            <p:ph type="body" sz="quarter" idx="24"/>
          </p:nvPr>
        </p:nvSpPr>
        <p:spPr>
          <a:xfrm>
            <a:off x="9840060" y="4256088"/>
            <a:ext cx="1816101" cy="356424"/>
          </a:xfrm>
        </p:spPr>
        <p:txBody>
          <a:bodyPr/>
          <a:lstStyle>
            <a:lvl1pPr>
              <a:lnSpc>
                <a:spcPct val="85000"/>
              </a:lnSpc>
              <a:spcBef>
                <a:spcPts val="0"/>
              </a:spcBef>
              <a:defRPr sz="2400" b="1" i="0" spc="-40" baseline="0">
                <a:solidFill>
                  <a:schemeClr val="bg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9" name="Text Placeholder 20">
            <a:extLst>
              <a:ext uri="{FF2B5EF4-FFF2-40B4-BE49-F238E27FC236}">
                <a16:creationId xmlns:a16="http://schemas.microsoft.com/office/drawing/2014/main" id="{10F5EE38-FAF7-B19A-FF3F-1E6A114601DD}"/>
              </a:ext>
            </a:extLst>
          </p:cNvPr>
          <p:cNvSpPr>
            <a:spLocks noGrp="1" noRot="1" noMove="1" noResize="1" noEditPoints="1" noAdjustHandles="1" noChangeArrowheads="1" noChangeShapeType="1"/>
          </p:cNvSpPr>
          <p:nvPr>
            <p:ph type="body" sz="quarter" idx="25"/>
          </p:nvPr>
        </p:nvSpPr>
        <p:spPr>
          <a:xfrm>
            <a:off x="9845011" y="4612513"/>
            <a:ext cx="1816100" cy="1494373"/>
          </a:xfrm>
        </p:spPr>
        <p:txBody>
          <a:bodyPr/>
          <a:lstStyle>
            <a:lvl1pPr marL="6350" indent="-6350">
              <a:lnSpc>
                <a:spcPct val="100000"/>
              </a:lnSpc>
              <a:spcBef>
                <a:spcPts val="500"/>
              </a:spcBef>
              <a:buFont typeface="+mj-lt"/>
              <a:buNone/>
              <a:tabLst/>
              <a:defRPr sz="1100" b="0" i="0" spc="-3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100" b="0" i="0" spc="-3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4" name="Text Placeholder 17">
            <a:extLst>
              <a:ext uri="{FF2B5EF4-FFF2-40B4-BE49-F238E27FC236}">
                <a16:creationId xmlns:a16="http://schemas.microsoft.com/office/drawing/2014/main" id="{0CE302A5-B8A0-AF9B-B222-85F952008687}"/>
              </a:ext>
            </a:extLst>
          </p:cNvPr>
          <p:cNvSpPr>
            <a:spLocks noGrp="1" noRot="1" noMove="1" noResize="1" noEditPoints="1" noAdjustHandles="1" noChangeArrowheads="1" noChangeShapeType="1"/>
          </p:cNvSpPr>
          <p:nvPr>
            <p:ph type="body" sz="quarter" idx="26" hasCustomPrompt="1"/>
          </p:nvPr>
        </p:nvSpPr>
        <p:spPr>
          <a:xfrm>
            <a:off x="2720225"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3"/>
                </a:solidFill>
                <a:latin typeface="Movistar Sans" pitchFamily="2" charset="77"/>
                <a:ea typeface="Movistar Sans" pitchFamily="2" charset="77"/>
              </a:defRPr>
            </a:lvl1pPr>
          </a:lstStyle>
          <a:p>
            <a:pPr lvl="0"/>
            <a:r>
              <a:rPr lang="en-GB" dirty="0"/>
              <a:t>#</a:t>
            </a:r>
          </a:p>
        </p:txBody>
      </p:sp>
      <p:sp>
        <p:nvSpPr>
          <p:cNvPr id="25" name="Text Placeholder 17">
            <a:extLst>
              <a:ext uri="{FF2B5EF4-FFF2-40B4-BE49-F238E27FC236}">
                <a16:creationId xmlns:a16="http://schemas.microsoft.com/office/drawing/2014/main" id="{2FC5670D-26CB-3BF9-82A0-69051127B5A5}"/>
              </a:ext>
            </a:extLst>
          </p:cNvPr>
          <p:cNvSpPr>
            <a:spLocks noGrp="1" noRot="1" noMove="1" noResize="1" noEditPoints="1" noAdjustHandles="1" noChangeArrowheads="1" noChangeShapeType="1"/>
          </p:cNvSpPr>
          <p:nvPr>
            <p:ph type="body" sz="quarter" idx="27" hasCustomPrompt="1"/>
          </p:nvPr>
        </p:nvSpPr>
        <p:spPr>
          <a:xfrm>
            <a:off x="5004807"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4"/>
                </a:solidFill>
                <a:latin typeface="Movistar Sans" pitchFamily="2" charset="77"/>
                <a:ea typeface="Movistar Sans" pitchFamily="2" charset="77"/>
              </a:defRPr>
            </a:lvl1pPr>
          </a:lstStyle>
          <a:p>
            <a:pPr lvl="0"/>
            <a:r>
              <a:rPr lang="en-GB" dirty="0"/>
              <a:t>#</a:t>
            </a:r>
          </a:p>
        </p:txBody>
      </p:sp>
      <p:sp>
        <p:nvSpPr>
          <p:cNvPr id="26" name="Text Placeholder 17">
            <a:extLst>
              <a:ext uri="{FF2B5EF4-FFF2-40B4-BE49-F238E27FC236}">
                <a16:creationId xmlns:a16="http://schemas.microsoft.com/office/drawing/2014/main" id="{7DF6FA4D-5451-3C6E-D4A2-ABA533EDABFD}"/>
              </a:ext>
            </a:extLst>
          </p:cNvPr>
          <p:cNvSpPr>
            <a:spLocks noGrp="1" noRot="1" noMove="1" noResize="1" noEditPoints="1" noAdjustHandles="1" noChangeArrowheads="1" noChangeShapeType="1"/>
          </p:cNvSpPr>
          <p:nvPr>
            <p:ph type="body" sz="quarter" idx="28" hasCustomPrompt="1"/>
          </p:nvPr>
        </p:nvSpPr>
        <p:spPr>
          <a:xfrm>
            <a:off x="7289389"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accent1"/>
                </a:solidFill>
                <a:latin typeface="Movistar Sans" pitchFamily="2" charset="77"/>
                <a:ea typeface="Movistar Sans" pitchFamily="2" charset="77"/>
              </a:defRPr>
            </a:lvl1pPr>
          </a:lstStyle>
          <a:p>
            <a:pPr lvl="0"/>
            <a:r>
              <a:rPr lang="en-GB" dirty="0"/>
              <a:t>#</a:t>
            </a:r>
          </a:p>
        </p:txBody>
      </p:sp>
      <p:sp>
        <p:nvSpPr>
          <p:cNvPr id="27" name="Text Placeholder 17">
            <a:extLst>
              <a:ext uri="{FF2B5EF4-FFF2-40B4-BE49-F238E27FC236}">
                <a16:creationId xmlns:a16="http://schemas.microsoft.com/office/drawing/2014/main" id="{B81A2D6A-4ADB-A871-7981-D678D934426C}"/>
              </a:ext>
            </a:extLst>
          </p:cNvPr>
          <p:cNvSpPr>
            <a:spLocks noGrp="1" noRot="1" noMove="1" noResize="1" noEditPoints="1" noAdjustHandles="1" noChangeArrowheads="1" noChangeShapeType="1"/>
          </p:cNvSpPr>
          <p:nvPr>
            <p:ph type="body" sz="quarter" idx="29" hasCustomPrompt="1"/>
          </p:nvPr>
        </p:nvSpPr>
        <p:spPr>
          <a:xfrm>
            <a:off x="9573972" y="2900515"/>
            <a:ext cx="1997314" cy="1355573"/>
          </a:xfrm>
          <a:prstGeom prst="rect">
            <a:avLst/>
          </a:prstGeom>
          <a:noFill/>
        </p:spPr>
        <p:txBody>
          <a:bodyPr anchor="t" anchorCtr="0">
            <a:noAutofit/>
          </a:bodyPr>
          <a:lstStyle>
            <a:lvl1pPr algn="ctr">
              <a:lnSpc>
                <a:spcPct val="80000"/>
              </a:lnSpc>
              <a:spcBef>
                <a:spcPts val="0"/>
              </a:spcBef>
              <a:defRPr sz="10000" b="1" i="0" spc="-300">
                <a:solidFill>
                  <a:schemeClr val="bg1"/>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24F92D7B-3674-DBE6-9F8F-A7C2E8948888}"/>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12503488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parador 17">
    <p:bg>
      <p:bgPr>
        <a:solidFill>
          <a:schemeClr val="tx1"/>
        </a:solidFill>
        <a:effectLst/>
      </p:bgPr>
    </p:bg>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35ADE20B-1F30-6BDC-DCC2-1EB5C7B70BAA}"/>
              </a:ext>
            </a:extLst>
          </p:cNvPr>
          <p:cNvSpPr>
            <a:spLocks noGrp="1" noRot="1" noMove="1" noResize="1" noEditPoints="1" noAdjustHandles="1" noChangeArrowheads="1" noChangeShapeType="1"/>
          </p:cNvSpPr>
          <p:nvPr userDrawn="1"/>
        </p:nvSpPr>
        <p:spPr>
          <a:xfrm>
            <a:off x="425449" y="428625"/>
            <a:ext cx="11334750" cy="6003925"/>
          </a:xfrm>
          <a:custGeom>
            <a:avLst/>
            <a:gdLst>
              <a:gd name="csX0" fmla="*/ 63248 w 11334750"/>
              <a:gd name="csY0" fmla="*/ 0 h 6003925"/>
              <a:gd name="csX1" fmla="*/ 2049952 w 11334750"/>
              <a:gd name="csY1" fmla="*/ 0 h 6003925"/>
              <a:gd name="csX2" fmla="*/ 2108230 w 11334750"/>
              <a:gd name="csY2" fmla="*/ 38629 h 6003925"/>
              <a:gd name="csX3" fmla="*/ 2112294 w 11334750"/>
              <a:gd name="csY3" fmla="*/ 58761 h 6003925"/>
              <a:gd name="csX4" fmla="*/ 2112294 w 11334750"/>
              <a:gd name="csY4" fmla="*/ 387572 h 6003925"/>
              <a:gd name="csX5" fmla="*/ 2175542 w 11334750"/>
              <a:gd name="csY5" fmla="*/ 450820 h 6003925"/>
              <a:gd name="csX6" fmla="*/ 2228851 w 11334750"/>
              <a:gd name="csY6" fmla="*/ 450820 h 6003925"/>
              <a:gd name="csX7" fmla="*/ 2228851 w 11334750"/>
              <a:gd name="csY7" fmla="*/ 450850 h 6003925"/>
              <a:gd name="csX8" fmla="*/ 11260394 w 11334750"/>
              <a:gd name="csY8" fmla="*/ 450850 h 6003925"/>
              <a:gd name="csX9" fmla="*/ 11334750 w 11334750"/>
              <a:gd name="csY9" fmla="*/ 525206 h 6003925"/>
              <a:gd name="csX10" fmla="*/ 11334750 w 11334750"/>
              <a:gd name="csY10" fmla="*/ 5929569 h 6003925"/>
              <a:gd name="csX11" fmla="*/ 11260394 w 11334750"/>
              <a:gd name="csY11" fmla="*/ 6003925 h 6003925"/>
              <a:gd name="csX12" fmla="*/ 74357 w 11334750"/>
              <a:gd name="csY12" fmla="*/ 6003925 h 6003925"/>
              <a:gd name="csX13" fmla="*/ 1 w 11334750"/>
              <a:gd name="csY13" fmla="*/ 5929569 h 6003925"/>
              <a:gd name="csX14" fmla="*/ 1 w 11334750"/>
              <a:gd name="csY14" fmla="*/ 5489830 h 6003925"/>
              <a:gd name="csX15" fmla="*/ 0 w 11334750"/>
              <a:gd name="csY15" fmla="*/ 5489827 h 6003925"/>
              <a:gd name="csX16" fmla="*/ 0 w 11334750"/>
              <a:gd name="csY16" fmla="*/ 63248 h 6003925"/>
              <a:gd name="csX17" fmla="*/ 63248 w 11334750"/>
              <a:gd name="csY17" fmla="*/ 0 h 6003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334750" h="6003925">
                <a:moveTo>
                  <a:pt x="63248" y="0"/>
                </a:moveTo>
                <a:lnTo>
                  <a:pt x="2049952" y="0"/>
                </a:lnTo>
                <a:cubicBezTo>
                  <a:pt x="2076151" y="0"/>
                  <a:pt x="2098628" y="15929"/>
                  <a:pt x="2108230" y="38629"/>
                </a:cubicBezTo>
                <a:lnTo>
                  <a:pt x="2112294" y="58761"/>
                </a:lnTo>
                <a:lnTo>
                  <a:pt x="2112294" y="387572"/>
                </a:lnTo>
                <a:cubicBezTo>
                  <a:pt x="2112294" y="422503"/>
                  <a:pt x="2140611" y="450820"/>
                  <a:pt x="2175542" y="450820"/>
                </a:cubicBezTo>
                <a:lnTo>
                  <a:pt x="2228851" y="450820"/>
                </a:lnTo>
                <a:lnTo>
                  <a:pt x="2228851" y="450850"/>
                </a:lnTo>
                <a:lnTo>
                  <a:pt x="11260394" y="450850"/>
                </a:lnTo>
                <a:cubicBezTo>
                  <a:pt x="11301460" y="450850"/>
                  <a:pt x="11334750" y="484140"/>
                  <a:pt x="11334750" y="525206"/>
                </a:cubicBezTo>
                <a:lnTo>
                  <a:pt x="11334750" y="5929569"/>
                </a:lnTo>
                <a:cubicBezTo>
                  <a:pt x="11334750" y="5970635"/>
                  <a:pt x="11301460" y="6003925"/>
                  <a:pt x="11260394" y="6003925"/>
                </a:cubicBezTo>
                <a:lnTo>
                  <a:pt x="74357" y="6003925"/>
                </a:lnTo>
                <a:cubicBezTo>
                  <a:pt x="33291" y="6003925"/>
                  <a:pt x="1" y="5970635"/>
                  <a:pt x="1" y="5929569"/>
                </a:cubicBezTo>
                <a:lnTo>
                  <a:pt x="1" y="5489830"/>
                </a:lnTo>
                <a:lnTo>
                  <a:pt x="0" y="5489827"/>
                </a:lnTo>
                <a:lnTo>
                  <a:pt x="0" y="63248"/>
                </a:lnTo>
                <a:cubicBezTo>
                  <a:pt x="0" y="28317"/>
                  <a:pt x="28317" y="0"/>
                  <a:pt x="63248"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bg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bg1"/>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AD3EF855-9E80-E448-A7A9-470B4222EBC3}"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0" name="Text Placeholder 20">
            <a:extLst>
              <a:ext uri="{FF2B5EF4-FFF2-40B4-BE49-F238E27FC236}">
                <a16:creationId xmlns:a16="http://schemas.microsoft.com/office/drawing/2014/main" id="{C460FA36-C394-08C5-BF07-BED0D96C765A}"/>
              </a:ext>
            </a:extLst>
          </p:cNvPr>
          <p:cNvSpPr>
            <a:spLocks noGrp="1" noRot="1" noMove="1" noResize="1" noEditPoints="1" noAdjustHandles="1" noChangeArrowheads="1" noChangeShapeType="1"/>
          </p:cNvSpPr>
          <p:nvPr>
            <p:ph type="body" sz="quarter" idx="15"/>
          </p:nvPr>
        </p:nvSpPr>
        <p:spPr>
          <a:xfrm>
            <a:off x="9349708" y="3576559"/>
            <a:ext cx="2195178" cy="2646050"/>
          </a:xfrm>
        </p:spPr>
        <p:txBody>
          <a:bodyPr/>
          <a:lstStyle>
            <a:lvl1pPr marL="179388" indent="-179388">
              <a:lnSpc>
                <a:spcPct val="100000"/>
              </a:lnSpc>
              <a:spcBef>
                <a:spcPts val="500"/>
              </a:spcBef>
              <a:buFont typeface="+mj-lt"/>
              <a:buAutoNum type="arabicPeriod"/>
              <a:tabLst/>
              <a:defRPr sz="1250" b="0" i="0" spc="0" baseline="0">
                <a:solidFill>
                  <a:schemeClr val="bg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bg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p:nvPr>
        </p:nvSpPr>
        <p:spPr>
          <a:xfrm>
            <a:off x="425450" y="552450"/>
            <a:ext cx="2117725" cy="492125"/>
          </a:xfrm>
        </p:spPr>
        <p:txBody>
          <a:bodyPr/>
          <a:lstStyle>
            <a:lvl1pPr algn="ctr">
              <a:spcBef>
                <a:spcPts val="0"/>
              </a:spcBef>
              <a:defRPr b="1" i="0">
                <a:solidFill>
                  <a:schemeClr val="bg1"/>
                </a:solidFill>
                <a:latin typeface="Movistar Sans" pitchFamily="2" charset="77"/>
                <a:ea typeface="Movistar Sans" pitchFamily="2" charset="77"/>
              </a:defRPr>
            </a:lvl1pPr>
          </a:lstStyle>
          <a:p>
            <a:pPr lvl="0"/>
            <a:r>
              <a:rPr lang="en-US"/>
              <a:t>Click to edit Master text styles</a:t>
            </a:r>
          </a:p>
        </p:txBody>
      </p:sp>
      <p:sp>
        <p:nvSpPr>
          <p:cNvPr id="22" name="Text Placeholder 21">
            <a:extLst>
              <a:ext uri="{FF2B5EF4-FFF2-40B4-BE49-F238E27FC236}">
                <a16:creationId xmlns:a16="http://schemas.microsoft.com/office/drawing/2014/main" id="{ECBEEED6-C430-9ADE-44C6-B86D802EED99}"/>
              </a:ext>
            </a:extLst>
          </p:cNvPr>
          <p:cNvSpPr>
            <a:spLocks noGrp="1" noRot="1" noMove="1" noResize="1" noEditPoints="1" noAdjustHandles="1" noChangeArrowheads="1" noChangeShapeType="1"/>
          </p:cNvSpPr>
          <p:nvPr>
            <p:ph type="body" sz="quarter" idx="17"/>
          </p:nvPr>
        </p:nvSpPr>
        <p:spPr>
          <a:xfrm>
            <a:off x="5048969" y="428625"/>
            <a:ext cx="2105025" cy="282575"/>
          </a:xfrm>
          <a:prstGeom prst="roundRect">
            <a:avLst/>
          </a:prstGeom>
          <a:solidFill>
            <a:schemeClr val="accent3"/>
          </a:solidFill>
        </p:spPr>
        <p:txBody>
          <a:bodyPr anchor="ctr" anchorCtr="1"/>
          <a:lstStyle>
            <a:lvl1pPr algn="ctr">
              <a:defRPr sz="1100" b="0" i="0">
                <a:solidFill>
                  <a:srgbClr val="624900"/>
                </a:solidFill>
                <a:latin typeface="Movistar Sans" pitchFamily="2" charset="77"/>
                <a:ea typeface="Movistar Sans" pitchFamily="2" charset="77"/>
              </a:defRPr>
            </a:lvl1pPr>
          </a:lstStyle>
          <a:p>
            <a:pPr lvl="0"/>
            <a:r>
              <a:rPr lang="en-US"/>
              <a:t>Click to edit Master text styles</a:t>
            </a:r>
          </a:p>
        </p:txBody>
      </p:sp>
      <p:sp>
        <p:nvSpPr>
          <p:cNvPr id="23" name="Text Placeholder 21">
            <a:extLst>
              <a:ext uri="{FF2B5EF4-FFF2-40B4-BE49-F238E27FC236}">
                <a16:creationId xmlns:a16="http://schemas.microsoft.com/office/drawing/2014/main" id="{AE56A764-485E-31B2-5CA7-B1F1680DF687}"/>
              </a:ext>
            </a:extLst>
          </p:cNvPr>
          <p:cNvSpPr>
            <a:spLocks noGrp="1" noRot="1" noMove="1" noResize="1" noEditPoints="1" noAdjustHandles="1" noChangeArrowheads="1" noChangeShapeType="1"/>
          </p:cNvSpPr>
          <p:nvPr>
            <p:ph type="body" sz="quarter" idx="18"/>
          </p:nvPr>
        </p:nvSpPr>
        <p:spPr>
          <a:xfrm>
            <a:off x="2743199" y="428625"/>
            <a:ext cx="2105025" cy="282575"/>
          </a:xfrm>
          <a:prstGeom prst="roundRect">
            <a:avLst/>
          </a:prstGeom>
          <a:solidFill>
            <a:schemeClr val="accent2"/>
          </a:solidFill>
        </p:spPr>
        <p:txBody>
          <a:bodyPr anchor="ctr" anchorCtr="1"/>
          <a:lstStyle>
            <a:lvl1pPr algn="ctr">
              <a:defRPr sz="1100" b="0" i="0">
                <a:solidFill>
                  <a:schemeClr val="accent6"/>
                </a:solidFill>
                <a:latin typeface="Movistar Sans" pitchFamily="2" charset="77"/>
                <a:ea typeface="Movistar Sans" pitchFamily="2" charset="77"/>
              </a:defRPr>
            </a:lvl1pPr>
          </a:lstStyle>
          <a:p>
            <a:pPr lvl="0"/>
            <a:r>
              <a:rPr lang="en-US"/>
              <a:t>Click to edit Master text styles</a:t>
            </a:r>
          </a:p>
        </p:txBody>
      </p:sp>
      <p:sp>
        <p:nvSpPr>
          <p:cNvPr id="24" name="Text Placeholder 21">
            <a:extLst>
              <a:ext uri="{FF2B5EF4-FFF2-40B4-BE49-F238E27FC236}">
                <a16:creationId xmlns:a16="http://schemas.microsoft.com/office/drawing/2014/main" id="{45A25445-2B7A-DEA1-3AE4-1F4D04256C5B}"/>
              </a:ext>
            </a:extLst>
          </p:cNvPr>
          <p:cNvSpPr>
            <a:spLocks noGrp="1" noRot="1" noMove="1" noResize="1" noEditPoints="1" noAdjustHandles="1" noChangeArrowheads="1" noChangeShapeType="1"/>
          </p:cNvSpPr>
          <p:nvPr>
            <p:ph type="body" sz="quarter" idx="19"/>
          </p:nvPr>
        </p:nvSpPr>
        <p:spPr>
          <a:xfrm>
            <a:off x="7354739" y="428625"/>
            <a:ext cx="2105025" cy="282575"/>
          </a:xfrm>
          <a:prstGeom prst="roundRect">
            <a:avLst/>
          </a:prstGeom>
          <a:solidFill>
            <a:schemeClr val="accent4"/>
          </a:solidFill>
        </p:spPr>
        <p:txBody>
          <a:bodyPr anchor="ctr" anchorCtr="1"/>
          <a:lstStyle>
            <a:lvl1pPr algn="ctr">
              <a:defRPr sz="1100" b="0" i="0">
                <a:solidFill>
                  <a:srgbClr val="6A2C13"/>
                </a:solidFill>
                <a:latin typeface="Movistar Sans" pitchFamily="2" charset="77"/>
                <a:ea typeface="Movistar Sans" pitchFamily="2" charset="77"/>
              </a:defRPr>
            </a:lvl1pPr>
          </a:lstStyle>
          <a:p>
            <a:pPr lvl="0"/>
            <a:r>
              <a:rPr lang="en-US"/>
              <a:t>Click to edit Master text styles</a:t>
            </a:r>
          </a:p>
        </p:txBody>
      </p:sp>
      <p:sp>
        <p:nvSpPr>
          <p:cNvPr id="25" name="Text Placeholder 21">
            <a:extLst>
              <a:ext uri="{FF2B5EF4-FFF2-40B4-BE49-F238E27FC236}">
                <a16:creationId xmlns:a16="http://schemas.microsoft.com/office/drawing/2014/main" id="{2C46FB7A-0799-2405-93C2-26E28868B409}"/>
              </a:ext>
            </a:extLst>
          </p:cNvPr>
          <p:cNvSpPr>
            <a:spLocks noGrp="1" noRot="1" noMove="1" noResize="1" noEditPoints="1" noAdjustHandles="1" noChangeArrowheads="1" noChangeShapeType="1"/>
          </p:cNvSpPr>
          <p:nvPr>
            <p:ph type="body" sz="quarter" idx="20"/>
          </p:nvPr>
        </p:nvSpPr>
        <p:spPr>
          <a:xfrm>
            <a:off x="9660509" y="428625"/>
            <a:ext cx="2105025" cy="282575"/>
          </a:xfrm>
          <a:prstGeom prst="roundRect">
            <a:avLst/>
          </a:prstGeom>
          <a:solidFill>
            <a:schemeClr val="accent1"/>
          </a:solidFill>
        </p:spPr>
        <p:txBody>
          <a:bodyPr anchor="ctr" anchorCtr="1"/>
          <a:lstStyle>
            <a:lvl1pPr algn="ctr">
              <a:defRPr sz="1100" b="0" i="0">
                <a:solidFill>
                  <a:schemeClr val="accent5"/>
                </a:solidFill>
                <a:latin typeface="Movistar Sans" pitchFamily="2" charset="77"/>
                <a:ea typeface="Movistar Sans" pitchFamily="2" charset="77"/>
              </a:defRPr>
            </a:lvl1pPr>
          </a:lstStyle>
          <a:p>
            <a:pPr lvl="0"/>
            <a:r>
              <a:rPr lang="en-US"/>
              <a:t>Click to edit Master text styles</a:t>
            </a:r>
          </a:p>
        </p:txBody>
      </p:sp>
      <p:pic>
        <p:nvPicPr>
          <p:cNvPr id="7" name="Graphic 7">
            <a:extLst>
              <a:ext uri="{FF2B5EF4-FFF2-40B4-BE49-F238E27FC236}">
                <a16:creationId xmlns:a16="http://schemas.microsoft.com/office/drawing/2014/main" id="{5DA87DA1-0A3B-C729-87DD-DFB2926AC3CC}"/>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12951280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Separador 18">
    <p:bg>
      <p:bgPr>
        <a:solidFill>
          <a:schemeClr val="tx1"/>
        </a:solidFill>
        <a:effectLst/>
      </p:bgPr>
    </p:bg>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99258918-8691-4B30-7ABE-ED2309BDC69D}"/>
              </a:ext>
            </a:extLst>
          </p:cNvPr>
          <p:cNvSpPr>
            <a:spLocks noGrp="1" noRot="1" noMove="1" noResize="1" noEditPoints="1" noAdjustHandles="1" noChangeArrowheads="1" noChangeShapeType="1"/>
          </p:cNvSpPr>
          <p:nvPr userDrawn="1"/>
        </p:nvSpPr>
        <p:spPr>
          <a:xfrm>
            <a:off x="425450" y="428625"/>
            <a:ext cx="11334749" cy="6003925"/>
          </a:xfrm>
          <a:custGeom>
            <a:avLst/>
            <a:gdLst>
              <a:gd name="csX0" fmla="*/ 2358767 w 11334749"/>
              <a:gd name="csY0" fmla="*/ 0 h 6003925"/>
              <a:gd name="csX1" fmla="*/ 4364531 w 11334749"/>
              <a:gd name="csY1" fmla="*/ 0 h 6003925"/>
              <a:gd name="csX2" fmla="*/ 4418249 w 11334749"/>
              <a:gd name="csY2" fmla="*/ 53718 h 6003925"/>
              <a:gd name="csX3" fmla="*/ 4418249 w 11334749"/>
              <a:gd name="csY3" fmla="*/ 333375 h 6003925"/>
              <a:gd name="csX4" fmla="*/ 4420177 w 11334749"/>
              <a:gd name="csY4" fmla="*/ 333375 h 6003925"/>
              <a:gd name="csX5" fmla="*/ 4420177 w 11334749"/>
              <a:gd name="csY5" fmla="*/ 394592 h 6003925"/>
              <a:gd name="csX6" fmla="*/ 4473895 w 11334749"/>
              <a:gd name="csY6" fmla="*/ 448310 h 6003925"/>
              <a:gd name="csX7" fmla="*/ 4533900 w 11334749"/>
              <a:gd name="csY7" fmla="*/ 448310 h 6003925"/>
              <a:gd name="csX8" fmla="*/ 4533900 w 11334749"/>
              <a:gd name="csY8" fmla="*/ 450850 h 6003925"/>
              <a:gd name="csX9" fmla="*/ 11260393 w 11334749"/>
              <a:gd name="csY9" fmla="*/ 450850 h 6003925"/>
              <a:gd name="csX10" fmla="*/ 11334749 w 11334749"/>
              <a:gd name="csY10" fmla="*/ 525206 h 6003925"/>
              <a:gd name="csX11" fmla="*/ 11334749 w 11334749"/>
              <a:gd name="csY11" fmla="*/ 5929569 h 6003925"/>
              <a:gd name="csX12" fmla="*/ 11260393 w 11334749"/>
              <a:gd name="csY12" fmla="*/ 6003925 h 6003925"/>
              <a:gd name="csX13" fmla="*/ 74356 w 11334749"/>
              <a:gd name="csY13" fmla="*/ 6003925 h 6003925"/>
              <a:gd name="csX14" fmla="*/ 0 w 11334749"/>
              <a:gd name="csY14" fmla="*/ 5929569 h 6003925"/>
              <a:gd name="csX15" fmla="*/ 0 w 11334749"/>
              <a:gd name="csY15" fmla="*/ 525206 h 6003925"/>
              <a:gd name="csX16" fmla="*/ 74356 w 11334749"/>
              <a:gd name="csY16" fmla="*/ 450850 h 6003925"/>
              <a:gd name="csX17" fmla="*/ 2153388 w 11334749"/>
              <a:gd name="csY17" fmla="*/ 450850 h 6003925"/>
              <a:gd name="csX18" fmla="*/ 2153388 w 11334749"/>
              <a:gd name="csY18" fmla="*/ 448310 h 6003925"/>
              <a:gd name="csX19" fmla="*/ 2249983 w 11334749"/>
              <a:gd name="csY19" fmla="*/ 448310 h 6003925"/>
              <a:gd name="csX20" fmla="*/ 2303701 w 11334749"/>
              <a:gd name="csY20" fmla="*/ 394592 h 6003925"/>
              <a:gd name="csX21" fmla="*/ 2303701 w 11334749"/>
              <a:gd name="csY21" fmla="*/ 333375 h 6003925"/>
              <a:gd name="csX22" fmla="*/ 2305049 w 11334749"/>
              <a:gd name="csY22" fmla="*/ 333375 h 6003925"/>
              <a:gd name="csX23" fmla="*/ 2305049 w 11334749"/>
              <a:gd name="csY23" fmla="*/ 53718 h 6003925"/>
              <a:gd name="csX24" fmla="*/ 2358767 w 11334749"/>
              <a:gd name="csY24" fmla="*/ 0 h 6003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334749" h="6003925">
                <a:moveTo>
                  <a:pt x="2358767" y="0"/>
                </a:moveTo>
                <a:lnTo>
                  <a:pt x="4364531" y="0"/>
                </a:lnTo>
                <a:cubicBezTo>
                  <a:pt x="4394199" y="0"/>
                  <a:pt x="4418249" y="24050"/>
                  <a:pt x="4418249" y="53718"/>
                </a:cubicBezTo>
                <a:lnTo>
                  <a:pt x="4418249" y="333375"/>
                </a:lnTo>
                <a:lnTo>
                  <a:pt x="4420177" y="333375"/>
                </a:lnTo>
                <a:lnTo>
                  <a:pt x="4420177" y="394592"/>
                </a:lnTo>
                <a:cubicBezTo>
                  <a:pt x="4420177" y="424260"/>
                  <a:pt x="4444227" y="448310"/>
                  <a:pt x="4473895" y="448310"/>
                </a:cubicBezTo>
                <a:lnTo>
                  <a:pt x="4533900" y="448310"/>
                </a:lnTo>
                <a:lnTo>
                  <a:pt x="4533900" y="450850"/>
                </a:lnTo>
                <a:lnTo>
                  <a:pt x="11260393" y="450850"/>
                </a:lnTo>
                <a:cubicBezTo>
                  <a:pt x="11301459" y="450850"/>
                  <a:pt x="11334749" y="484140"/>
                  <a:pt x="11334749" y="525206"/>
                </a:cubicBezTo>
                <a:lnTo>
                  <a:pt x="11334749" y="5929569"/>
                </a:lnTo>
                <a:cubicBezTo>
                  <a:pt x="11334749" y="5970635"/>
                  <a:pt x="11301459" y="6003925"/>
                  <a:pt x="11260393" y="6003925"/>
                </a:cubicBezTo>
                <a:lnTo>
                  <a:pt x="74356" y="6003925"/>
                </a:lnTo>
                <a:cubicBezTo>
                  <a:pt x="33290" y="6003925"/>
                  <a:pt x="0" y="5970635"/>
                  <a:pt x="0" y="5929569"/>
                </a:cubicBezTo>
                <a:lnTo>
                  <a:pt x="0" y="525206"/>
                </a:lnTo>
                <a:cubicBezTo>
                  <a:pt x="0" y="484140"/>
                  <a:pt x="33290" y="450850"/>
                  <a:pt x="74356" y="450850"/>
                </a:cubicBezTo>
                <a:lnTo>
                  <a:pt x="2153388" y="450850"/>
                </a:lnTo>
                <a:lnTo>
                  <a:pt x="2153388" y="448310"/>
                </a:lnTo>
                <a:lnTo>
                  <a:pt x="2249983" y="448310"/>
                </a:lnTo>
                <a:cubicBezTo>
                  <a:pt x="2279651" y="448310"/>
                  <a:pt x="2303701" y="424260"/>
                  <a:pt x="2303701" y="394592"/>
                </a:cubicBezTo>
                <a:lnTo>
                  <a:pt x="2303701" y="333375"/>
                </a:lnTo>
                <a:lnTo>
                  <a:pt x="2305049" y="333375"/>
                </a:lnTo>
                <a:lnTo>
                  <a:pt x="2305049" y="53718"/>
                </a:lnTo>
                <a:cubicBezTo>
                  <a:pt x="2305049" y="24050"/>
                  <a:pt x="2329099" y="0"/>
                  <a:pt x="2358767"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accent6"/>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accent6"/>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98A4DB7F-225E-4B43-BF4C-83CF3FD53266}"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0" name="Text Placeholder 20">
            <a:extLst>
              <a:ext uri="{FF2B5EF4-FFF2-40B4-BE49-F238E27FC236}">
                <a16:creationId xmlns:a16="http://schemas.microsoft.com/office/drawing/2014/main" id="{C460FA36-C394-08C5-BF07-BED0D96C765A}"/>
              </a:ext>
            </a:extLst>
          </p:cNvPr>
          <p:cNvSpPr>
            <a:spLocks noGrp="1" noRot="1" noMove="1" noResize="1" noEditPoints="1" noAdjustHandles="1" noChangeArrowheads="1" noChangeShapeType="1"/>
          </p:cNvSpPr>
          <p:nvPr>
            <p:ph type="body" sz="quarter" idx="15"/>
          </p:nvPr>
        </p:nvSpPr>
        <p:spPr>
          <a:xfrm>
            <a:off x="9349708" y="3576559"/>
            <a:ext cx="2195178" cy="2646050"/>
          </a:xfrm>
        </p:spPr>
        <p:txBody>
          <a:bodyPr/>
          <a:lstStyle>
            <a:lvl1pPr marL="179388" indent="-179388">
              <a:lnSpc>
                <a:spcPct val="100000"/>
              </a:lnSpc>
              <a:spcBef>
                <a:spcPts val="500"/>
              </a:spcBef>
              <a:buFont typeface="+mj-lt"/>
              <a:buAutoNum type="arabicPeriod"/>
              <a:tabLst/>
              <a:defRPr sz="1250" b="0" i="0" spc="0" baseline="0">
                <a:solidFill>
                  <a:schemeClr val="accent6"/>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accent6"/>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p:nvPr>
        </p:nvSpPr>
        <p:spPr>
          <a:xfrm>
            <a:off x="2732236" y="552450"/>
            <a:ext cx="2117725" cy="492125"/>
          </a:xfrm>
        </p:spPr>
        <p:txBody>
          <a:bodyPr/>
          <a:lstStyle>
            <a:lvl1pPr algn="ctr">
              <a:spcBef>
                <a:spcPts val="0"/>
              </a:spcBef>
              <a:defRPr b="1" i="0">
                <a:solidFill>
                  <a:schemeClr val="accent6"/>
                </a:solidFill>
                <a:latin typeface="Movistar Sans" pitchFamily="2" charset="77"/>
                <a:ea typeface="Movistar Sans" pitchFamily="2" charset="77"/>
              </a:defRPr>
            </a:lvl1pPr>
          </a:lstStyle>
          <a:p>
            <a:pPr lvl="0"/>
            <a:r>
              <a:rPr lang="en-US"/>
              <a:t>Click to edit Master text styles</a:t>
            </a:r>
          </a:p>
        </p:txBody>
      </p:sp>
      <p:sp>
        <p:nvSpPr>
          <p:cNvPr id="22" name="Text Placeholder 21">
            <a:extLst>
              <a:ext uri="{FF2B5EF4-FFF2-40B4-BE49-F238E27FC236}">
                <a16:creationId xmlns:a16="http://schemas.microsoft.com/office/drawing/2014/main" id="{ECBEEED6-C430-9ADE-44C6-B86D802EED99}"/>
              </a:ext>
            </a:extLst>
          </p:cNvPr>
          <p:cNvSpPr>
            <a:spLocks noGrp="1" noRot="1" noMove="1" noResize="1" noEditPoints="1" noAdjustHandles="1" noChangeArrowheads="1" noChangeShapeType="1"/>
          </p:cNvSpPr>
          <p:nvPr>
            <p:ph type="body" sz="quarter" idx="17"/>
          </p:nvPr>
        </p:nvSpPr>
        <p:spPr>
          <a:xfrm>
            <a:off x="5048969" y="428625"/>
            <a:ext cx="2105025" cy="282575"/>
          </a:xfrm>
          <a:prstGeom prst="roundRect">
            <a:avLst/>
          </a:prstGeom>
          <a:solidFill>
            <a:schemeClr val="accent3"/>
          </a:solidFill>
        </p:spPr>
        <p:txBody>
          <a:bodyPr anchor="ctr" anchorCtr="1"/>
          <a:lstStyle>
            <a:lvl1pPr algn="ctr">
              <a:defRPr sz="1100" b="0" i="0">
                <a:solidFill>
                  <a:srgbClr val="624900"/>
                </a:solidFill>
                <a:latin typeface="Movistar Sans" pitchFamily="2" charset="77"/>
                <a:ea typeface="Movistar Sans" pitchFamily="2" charset="77"/>
              </a:defRPr>
            </a:lvl1pPr>
          </a:lstStyle>
          <a:p>
            <a:pPr lvl="0"/>
            <a:r>
              <a:rPr lang="en-US"/>
              <a:t>Click to edit Master text styles</a:t>
            </a:r>
          </a:p>
        </p:txBody>
      </p:sp>
      <p:sp>
        <p:nvSpPr>
          <p:cNvPr id="23" name="Text Placeholder 21">
            <a:extLst>
              <a:ext uri="{FF2B5EF4-FFF2-40B4-BE49-F238E27FC236}">
                <a16:creationId xmlns:a16="http://schemas.microsoft.com/office/drawing/2014/main" id="{AE56A764-485E-31B2-5CA7-B1F1680DF687}"/>
              </a:ext>
            </a:extLst>
          </p:cNvPr>
          <p:cNvSpPr>
            <a:spLocks noGrp="1" noRot="1" noMove="1" noResize="1" noEditPoints="1" noAdjustHandles="1" noChangeArrowheads="1" noChangeShapeType="1"/>
          </p:cNvSpPr>
          <p:nvPr>
            <p:ph type="body" sz="quarter" idx="18"/>
          </p:nvPr>
        </p:nvSpPr>
        <p:spPr>
          <a:xfrm>
            <a:off x="426466" y="428625"/>
            <a:ext cx="2105025" cy="282575"/>
          </a:xfrm>
          <a:prstGeom prst="roundRect">
            <a:avLst/>
          </a:prstGeom>
          <a:solidFill>
            <a:schemeClr val="tx2"/>
          </a:solidFill>
        </p:spPr>
        <p:txBody>
          <a:bodyPr anchor="ctr" anchorCtr="1"/>
          <a:lstStyle>
            <a:lvl1pPr algn="ctr">
              <a:defRPr sz="1100" b="0" i="0">
                <a:solidFill>
                  <a:schemeClr val="bg1"/>
                </a:solidFill>
                <a:latin typeface="Movistar Sans" pitchFamily="2" charset="77"/>
                <a:ea typeface="Movistar Sans" pitchFamily="2" charset="77"/>
              </a:defRPr>
            </a:lvl1pPr>
          </a:lstStyle>
          <a:p>
            <a:pPr lvl="0"/>
            <a:r>
              <a:rPr lang="en-US"/>
              <a:t>Click to edit Master text styles</a:t>
            </a:r>
          </a:p>
        </p:txBody>
      </p:sp>
      <p:sp>
        <p:nvSpPr>
          <p:cNvPr id="24" name="Text Placeholder 21">
            <a:extLst>
              <a:ext uri="{FF2B5EF4-FFF2-40B4-BE49-F238E27FC236}">
                <a16:creationId xmlns:a16="http://schemas.microsoft.com/office/drawing/2014/main" id="{45A25445-2B7A-DEA1-3AE4-1F4D04256C5B}"/>
              </a:ext>
            </a:extLst>
          </p:cNvPr>
          <p:cNvSpPr>
            <a:spLocks noGrp="1" noRot="1" noMove="1" noResize="1" noEditPoints="1" noAdjustHandles="1" noChangeArrowheads="1" noChangeShapeType="1"/>
          </p:cNvSpPr>
          <p:nvPr>
            <p:ph type="body" sz="quarter" idx="19"/>
          </p:nvPr>
        </p:nvSpPr>
        <p:spPr>
          <a:xfrm>
            <a:off x="7354739" y="428625"/>
            <a:ext cx="2105025" cy="282575"/>
          </a:xfrm>
          <a:prstGeom prst="roundRect">
            <a:avLst/>
          </a:prstGeom>
          <a:solidFill>
            <a:schemeClr val="accent4"/>
          </a:solidFill>
        </p:spPr>
        <p:txBody>
          <a:bodyPr anchor="ctr" anchorCtr="1"/>
          <a:lstStyle>
            <a:lvl1pPr algn="ctr">
              <a:defRPr sz="1100" b="0" i="0">
                <a:solidFill>
                  <a:srgbClr val="6A2C13"/>
                </a:solidFill>
                <a:latin typeface="Movistar Sans" pitchFamily="2" charset="77"/>
                <a:ea typeface="Movistar Sans" pitchFamily="2" charset="77"/>
              </a:defRPr>
            </a:lvl1pPr>
          </a:lstStyle>
          <a:p>
            <a:pPr lvl="0"/>
            <a:r>
              <a:rPr lang="en-US"/>
              <a:t>Click to edit Master text styles</a:t>
            </a:r>
          </a:p>
        </p:txBody>
      </p:sp>
      <p:sp>
        <p:nvSpPr>
          <p:cNvPr id="25" name="Text Placeholder 21">
            <a:extLst>
              <a:ext uri="{FF2B5EF4-FFF2-40B4-BE49-F238E27FC236}">
                <a16:creationId xmlns:a16="http://schemas.microsoft.com/office/drawing/2014/main" id="{2C46FB7A-0799-2405-93C2-26E28868B409}"/>
              </a:ext>
            </a:extLst>
          </p:cNvPr>
          <p:cNvSpPr>
            <a:spLocks noGrp="1" noRot="1" noMove="1" noResize="1" noEditPoints="1" noAdjustHandles="1" noChangeArrowheads="1" noChangeShapeType="1"/>
          </p:cNvSpPr>
          <p:nvPr>
            <p:ph type="body" sz="quarter" idx="20"/>
          </p:nvPr>
        </p:nvSpPr>
        <p:spPr>
          <a:xfrm>
            <a:off x="9660509" y="428625"/>
            <a:ext cx="2105025" cy="282575"/>
          </a:xfrm>
          <a:prstGeom prst="roundRect">
            <a:avLst/>
          </a:prstGeom>
          <a:solidFill>
            <a:schemeClr val="accent1"/>
          </a:solidFill>
        </p:spPr>
        <p:txBody>
          <a:bodyPr anchor="ctr" anchorCtr="1"/>
          <a:lstStyle>
            <a:lvl1pPr algn="ctr">
              <a:defRPr sz="1100" b="0" i="0">
                <a:solidFill>
                  <a:schemeClr val="accent5"/>
                </a:solidFill>
                <a:latin typeface="Movistar Sans" pitchFamily="2" charset="77"/>
                <a:ea typeface="Movistar Sans" pitchFamily="2" charset="77"/>
              </a:defRPr>
            </a:lvl1pPr>
          </a:lstStyle>
          <a:p>
            <a:pPr lvl="0"/>
            <a:r>
              <a:rPr lang="en-US"/>
              <a:t>Click to edit Master text styles</a:t>
            </a:r>
          </a:p>
        </p:txBody>
      </p:sp>
      <p:pic>
        <p:nvPicPr>
          <p:cNvPr id="7" name="Graphic 7">
            <a:extLst>
              <a:ext uri="{FF2B5EF4-FFF2-40B4-BE49-F238E27FC236}">
                <a16:creationId xmlns:a16="http://schemas.microsoft.com/office/drawing/2014/main" id="{733F7268-95D9-6ABA-DED0-88B408DD63F7}"/>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17969103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parador 19">
    <p:bg>
      <p:bgPr>
        <a:solidFill>
          <a:schemeClr val="tx1"/>
        </a:solidFill>
        <a:effectLst/>
      </p:bgPr>
    </p:bg>
    <p:spTree>
      <p:nvGrpSpPr>
        <p:cNvPr id="1" name=""/>
        <p:cNvGrpSpPr/>
        <p:nvPr/>
      </p:nvGrpSpPr>
      <p:grpSpPr>
        <a:xfrm>
          <a:off x="0" y="0"/>
          <a:ext cx="0" cy="0"/>
          <a:chOff x="0" y="0"/>
          <a:chExt cx="0" cy="0"/>
        </a:xfrm>
      </p:grpSpPr>
      <p:sp>
        <p:nvSpPr>
          <p:cNvPr id="26" name="Freeform 25">
            <a:extLst>
              <a:ext uri="{FF2B5EF4-FFF2-40B4-BE49-F238E27FC236}">
                <a16:creationId xmlns:a16="http://schemas.microsoft.com/office/drawing/2014/main" id="{48811E78-700A-9D61-49B6-066352E31CA7}"/>
              </a:ext>
            </a:extLst>
          </p:cNvPr>
          <p:cNvSpPr>
            <a:spLocks noGrp="1" noRot="1" noMove="1" noResize="1" noEditPoints="1" noAdjustHandles="1" noChangeArrowheads="1" noChangeShapeType="1"/>
          </p:cNvSpPr>
          <p:nvPr userDrawn="1"/>
        </p:nvSpPr>
        <p:spPr>
          <a:xfrm>
            <a:off x="425450" y="428625"/>
            <a:ext cx="11334749" cy="6003925"/>
          </a:xfrm>
          <a:custGeom>
            <a:avLst/>
            <a:gdLst>
              <a:gd name="csX0" fmla="*/ 4661328 w 11334749"/>
              <a:gd name="csY0" fmla="*/ 0 h 6003925"/>
              <a:gd name="csX1" fmla="*/ 6679772 w 11334749"/>
              <a:gd name="csY1" fmla="*/ 0 h 6003925"/>
              <a:gd name="csX2" fmla="*/ 6727150 w 11334749"/>
              <a:gd name="csY2" fmla="*/ 47378 h 6003925"/>
              <a:gd name="csX3" fmla="*/ 6727150 w 11334749"/>
              <a:gd name="csY3" fmla="*/ 333375 h 6003925"/>
              <a:gd name="csX4" fmla="*/ 6728912 w 11334749"/>
              <a:gd name="csY4" fmla="*/ 333375 h 6003925"/>
              <a:gd name="csX5" fmla="*/ 6728912 w 11334749"/>
              <a:gd name="csY5" fmla="*/ 403181 h 6003925"/>
              <a:gd name="csX6" fmla="*/ 6776290 w 11334749"/>
              <a:gd name="csY6" fmla="*/ 450559 h 6003925"/>
              <a:gd name="csX7" fmla="*/ 6858618 w 11334749"/>
              <a:gd name="csY7" fmla="*/ 450559 h 6003925"/>
              <a:gd name="csX8" fmla="*/ 6858618 w 11334749"/>
              <a:gd name="csY8" fmla="*/ 450850 h 6003925"/>
              <a:gd name="csX9" fmla="*/ 11260393 w 11334749"/>
              <a:gd name="csY9" fmla="*/ 450850 h 6003925"/>
              <a:gd name="csX10" fmla="*/ 11334749 w 11334749"/>
              <a:gd name="csY10" fmla="*/ 525206 h 6003925"/>
              <a:gd name="csX11" fmla="*/ 11334749 w 11334749"/>
              <a:gd name="csY11" fmla="*/ 5929569 h 6003925"/>
              <a:gd name="csX12" fmla="*/ 11260393 w 11334749"/>
              <a:gd name="csY12" fmla="*/ 6003925 h 6003925"/>
              <a:gd name="csX13" fmla="*/ 74356 w 11334749"/>
              <a:gd name="csY13" fmla="*/ 6003925 h 6003925"/>
              <a:gd name="csX14" fmla="*/ 0 w 11334749"/>
              <a:gd name="csY14" fmla="*/ 5929569 h 6003925"/>
              <a:gd name="csX15" fmla="*/ 0 w 11334749"/>
              <a:gd name="csY15" fmla="*/ 525206 h 6003925"/>
              <a:gd name="csX16" fmla="*/ 74356 w 11334749"/>
              <a:gd name="csY16" fmla="*/ 450850 h 6003925"/>
              <a:gd name="csX17" fmla="*/ 4499181 w 11334749"/>
              <a:gd name="csY17" fmla="*/ 450850 h 6003925"/>
              <a:gd name="csX18" fmla="*/ 4499181 w 11334749"/>
              <a:gd name="csY18" fmla="*/ 450559 h 6003925"/>
              <a:gd name="csX19" fmla="*/ 4565324 w 11334749"/>
              <a:gd name="csY19" fmla="*/ 450559 h 6003925"/>
              <a:gd name="csX20" fmla="*/ 4612702 w 11334749"/>
              <a:gd name="csY20" fmla="*/ 403181 h 6003925"/>
              <a:gd name="csX21" fmla="*/ 4612702 w 11334749"/>
              <a:gd name="csY21" fmla="*/ 333375 h 6003925"/>
              <a:gd name="csX22" fmla="*/ 4613950 w 11334749"/>
              <a:gd name="csY22" fmla="*/ 333375 h 6003925"/>
              <a:gd name="csX23" fmla="*/ 4613950 w 11334749"/>
              <a:gd name="csY23" fmla="*/ 47378 h 6003925"/>
              <a:gd name="csX24" fmla="*/ 4661328 w 11334749"/>
              <a:gd name="csY24" fmla="*/ 0 h 6003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334749" h="6003925">
                <a:moveTo>
                  <a:pt x="4661328" y="0"/>
                </a:moveTo>
                <a:lnTo>
                  <a:pt x="6679772" y="0"/>
                </a:lnTo>
                <a:cubicBezTo>
                  <a:pt x="6705938" y="0"/>
                  <a:pt x="6727150" y="21212"/>
                  <a:pt x="6727150" y="47378"/>
                </a:cubicBezTo>
                <a:lnTo>
                  <a:pt x="6727150" y="333375"/>
                </a:lnTo>
                <a:lnTo>
                  <a:pt x="6728912" y="333375"/>
                </a:lnTo>
                <a:lnTo>
                  <a:pt x="6728912" y="403181"/>
                </a:lnTo>
                <a:cubicBezTo>
                  <a:pt x="6728912" y="429347"/>
                  <a:pt x="6750124" y="450559"/>
                  <a:pt x="6776290" y="450559"/>
                </a:cubicBezTo>
                <a:lnTo>
                  <a:pt x="6858618" y="450559"/>
                </a:lnTo>
                <a:lnTo>
                  <a:pt x="6858618" y="450850"/>
                </a:lnTo>
                <a:lnTo>
                  <a:pt x="11260393" y="450850"/>
                </a:lnTo>
                <a:cubicBezTo>
                  <a:pt x="11301459" y="450850"/>
                  <a:pt x="11334749" y="484140"/>
                  <a:pt x="11334749" y="525206"/>
                </a:cubicBezTo>
                <a:lnTo>
                  <a:pt x="11334749" y="5929569"/>
                </a:lnTo>
                <a:cubicBezTo>
                  <a:pt x="11334749" y="5970635"/>
                  <a:pt x="11301459" y="6003925"/>
                  <a:pt x="11260393" y="6003925"/>
                </a:cubicBezTo>
                <a:lnTo>
                  <a:pt x="74356" y="6003925"/>
                </a:lnTo>
                <a:cubicBezTo>
                  <a:pt x="33290" y="6003925"/>
                  <a:pt x="0" y="5970635"/>
                  <a:pt x="0" y="5929569"/>
                </a:cubicBezTo>
                <a:lnTo>
                  <a:pt x="0" y="525206"/>
                </a:lnTo>
                <a:cubicBezTo>
                  <a:pt x="0" y="484140"/>
                  <a:pt x="33290" y="450850"/>
                  <a:pt x="74356" y="450850"/>
                </a:cubicBezTo>
                <a:lnTo>
                  <a:pt x="4499181" y="450850"/>
                </a:lnTo>
                <a:lnTo>
                  <a:pt x="4499181" y="450559"/>
                </a:lnTo>
                <a:lnTo>
                  <a:pt x="4565324" y="450559"/>
                </a:lnTo>
                <a:cubicBezTo>
                  <a:pt x="4591490" y="450559"/>
                  <a:pt x="4612702" y="429347"/>
                  <a:pt x="4612702" y="403181"/>
                </a:cubicBezTo>
                <a:lnTo>
                  <a:pt x="4612702" y="333375"/>
                </a:lnTo>
                <a:lnTo>
                  <a:pt x="4613950" y="333375"/>
                </a:lnTo>
                <a:lnTo>
                  <a:pt x="4613950" y="47378"/>
                </a:lnTo>
                <a:cubicBezTo>
                  <a:pt x="4613950" y="21212"/>
                  <a:pt x="4635162" y="0"/>
                  <a:pt x="4661328"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rgbClr val="624900"/>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rgbClr val="624900"/>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F45F9D5A-A841-0B43-A274-55AA84ED3A8D}"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0" name="Text Placeholder 20">
            <a:extLst>
              <a:ext uri="{FF2B5EF4-FFF2-40B4-BE49-F238E27FC236}">
                <a16:creationId xmlns:a16="http://schemas.microsoft.com/office/drawing/2014/main" id="{C460FA36-C394-08C5-BF07-BED0D96C765A}"/>
              </a:ext>
            </a:extLst>
          </p:cNvPr>
          <p:cNvSpPr>
            <a:spLocks noGrp="1" noRot="1" noMove="1" noResize="1" noEditPoints="1" noAdjustHandles="1" noChangeArrowheads="1" noChangeShapeType="1"/>
          </p:cNvSpPr>
          <p:nvPr>
            <p:ph type="body" sz="quarter" idx="15"/>
          </p:nvPr>
        </p:nvSpPr>
        <p:spPr>
          <a:xfrm>
            <a:off x="9349708" y="3576559"/>
            <a:ext cx="2195178" cy="2646050"/>
          </a:xfrm>
        </p:spPr>
        <p:txBody>
          <a:bodyPr/>
          <a:lstStyle>
            <a:lvl1pPr marL="179388" indent="-179388">
              <a:lnSpc>
                <a:spcPct val="100000"/>
              </a:lnSpc>
              <a:spcBef>
                <a:spcPts val="500"/>
              </a:spcBef>
              <a:buFont typeface="+mj-lt"/>
              <a:buAutoNum type="arabicPeriod"/>
              <a:tabLst/>
              <a:defRPr sz="1250" b="0" i="0" spc="0" baseline="0">
                <a:solidFill>
                  <a:srgbClr val="624900"/>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rgbClr val="624900"/>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p:nvPr>
        </p:nvSpPr>
        <p:spPr>
          <a:xfrm>
            <a:off x="5037137" y="552450"/>
            <a:ext cx="2117725" cy="492125"/>
          </a:xfrm>
        </p:spPr>
        <p:txBody>
          <a:bodyPr/>
          <a:lstStyle>
            <a:lvl1pPr algn="ctr">
              <a:spcBef>
                <a:spcPts val="0"/>
              </a:spcBef>
              <a:defRPr b="1" i="0">
                <a:solidFill>
                  <a:srgbClr val="624900"/>
                </a:solidFill>
                <a:latin typeface="Movistar Sans" pitchFamily="2" charset="77"/>
                <a:ea typeface="Movistar Sans" pitchFamily="2" charset="77"/>
              </a:defRPr>
            </a:lvl1pPr>
          </a:lstStyle>
          <a:p>
            <a:pPr lvl="0"/>
            <a:r>
              <a:rPr lang="en-US"/>
              <a:t>Click to edit Master text styles</a:t>
            </a:r>
          </a:p>
        </p:txBody>
      </p:sp>
      <p:sp>
        <p:nvSpPr>
          <p:cNvPr id="23" name="Text Placeholder 21">
            <a:extLst>
              <a:ext uri="{FF2B5EF4-FFF2-40B4-BE49-F238E27FC236}">
                <a16:creationId xmlns:a16="http://schemas.microsoft.com/office/drawing/2014/main" id="{AE56A764-485E-31B2-5CA7-B1F1680DF687}"/>
              </a:ext>
            </a:extLst>
          </p:cNvPr>
          <p:cNvSpPr>
            <a:spLocks noGrp="1" noRot="1" noMove="1" noResize="1" noEditPoints="1" noAdjustHandles="1" noChangeArrowheads="1" noChangeShapeType="1"/>
          </p:cNvSpPr>
          <p:nvPr>
            <p:ph type="body" sz="quarter" idx="18"/>
          </p:nvPr>
        </p:nvSpPr>
        <p:spPr>
          <a:xfrm>
            <a:off x="426466" y="428625"/>
            <a:ext cx="2105025" cy="282575"/>
          </a:xfrm>
          <a:prstGeom prst="roundRect">
            <a:avLst/>
          </a:prstGeom>
          <a:solidFill>
            <a:schemeClr val="tx2"/>
          </a:solidFill>
        </p:spPr>
        <p:txBody>
          <a:bodyPr anchor="ctr" anchorCtr="1"/>
          <a:lstStyle>
            <a:lvl1pPr algn="ctr">
              <a:defRPr sz="1100" b="0" i="0">
                <a:solidFill>
                  <a:schemeClr val="bg1"/>
                </a:solidFill>
                <a:latin typeface="Movistar Sans" pitchFamily="2" charset="77"/>
                <a:ea typeface="Movistar Sans" pitchFamily="2" charset="77"/>
              </a:defRPr>
            </a:lvl1pPr>
          </a:lstStyle>
          <a:p>
            <a:pPr lvl="0"/>
            <a:r>
              <a:rPr lang="en-US"/>
              <a:t>Click to edit Master text styles</a:t>
            </a:r>
          </a:p>
        </p:txBody>
      </p:sp>
      <p:sp>
        <p:nvSpPr>
          <p:cNvPr id="24" name="Text Placeholder 21">
            <a:extLst>
              <a:ext uri="{FF2B5EF4-FFF2-40B4-BE49-F238E27FC236}">
                <a16:creationId xmlns:a16="http://schemas.microsoft.com/office/drawing/2014/main" id="{45A25445-2B7A-DEA1-3AE4-1F4D04256C5B}"/>
              </a:ext>
            </a:extLst>
          </p:cNvPr>
          <p:cNvSpPr>
            <a:spLocks noGrp="1" noRot="1" noMove="1" noResize="1" noEditPoints="1" noAdjustHandles="1" noChangeArrowheads="1" noChangeShapeType="1"/>
          </p:cNvSpPr>
          <p:nvPr>
            <p:ph type="body" sz="quarter" idx="19"/>
          </p:nvPr>
        </p:nvSpPr>
        <p:spPr>
          <a:xfrm>
            <a:off x="7354739" y="428625"/>
            <a:ext cx="2105025" cy="282575"/>
          </a:xfrm>
          <a:prstGeom prst="roundRect">
            <a:avLst/>
          </a:prstGeom>
          <a:solidFill>
            <a:schemeClr val="accent4"/>
          </a:solidFill>
        </p:spPr>
        <p:txBody>
          <a:bodyPr anchor="ctr" anchorCtr="1"/>
          <a:lstStyle>
            <a:lvl1pPr algn="ctr">
              <a:defRPr sz="1100" b="0" i="0">
                <a:solidFill>
                  <a:srgbClr val="6A2C13"/>
                </a:solidFill>
                <a:latin typeface="Movistar Sans" pitchFamily="2" charset="77"/>
                <a:ea typeface="Movistar Sans" pitchFamily="2" charset="77"/>
              </a:defRPr>
            </a:lvl1pPr>
          </a:lstStyle>
          <a:p>
            <a:pPr lvl="0"/>
            <a:r>
              <a:rPr lang="en-US"/>
              <a:t>Click to edit Master text styles</a:t>
            </a:r>
          </a:p>
        </p:txBody>
      </p:sp>
      <p:sp>
        <p:nvSpPr>
          <p:cNvPr id="25" name="Text Placeholder 21">
            <a:extLst>
              <a:ext uri="{FF2B5EF4-FFF2-40B4-BE49-F238E27FC236}">
                <a16:creationId xmlns:a16="http://schemas.microsoft.com/office/drawing/2014/main" id="{2C46FB7A-0799-2405-93C2-26E28868B409}"/>
              </a:ext>
            </a:extLst>
          </p:cNvPr>
          <p:cNvSpPr>
            <a:spLocks noGrp="1" noRot="1" noMove="1" noResize="1" noEditPoints="1" noAdjustHandles="1" noChangeArrowheads="1" noChangeShapeType="1"/>
          </p:cNvSpPr>
          <p:nvPr>
            <p:ph type="body" sz="quarter" idx="20"/>
          </p:nvPr>
        </p:nvSpPr>
        <p:spPr>
          <a:xfrm>
            <a:off x="9660509" y="428625"/>
            <a:ext cx="2105025" cy="282575"/>
          </a:xfrm>
          <a:prstGeom prst="roundRect">
            <a:avLst/>
          </a:prstGeom>
          <a:solidFill>
            <a:schemeClr val="accent1"/>
          </a:solidFill>
        </p:spPr>
        <p:txBody>
          <a:bodyPr anchor="ctr" anchorCtr="1"/>
          <a:lstStyle>
            <a:lvl1pPr algn="ctr">
              <a:defRPr sz="1100" b="0" i="0">
                <a:solidFill>
                  <a:schemeClr val="accent5"/>
                </a:solidFill>
                <a:latin typeface="Movistar Sans" pitchFamily="2" charset="77"/>
                <a:ea typeface="Movistar Sans" pitchFamily="2" charset="77"/>
              </a:defRPr>
            </a:lvl1pPr>
          </a:lstStyle>
          <a:p>
            <a:pPr lvl="0"/>
            <a:r>
              <a:rPr lang="en-US"/>
              <a:t>Click to edit Master text styles</a:t>
            </a:r>
          </a:p>
        </p:txBody>
      </p:sp>
      <p:sp>
        <p:nvSpPr>
          <p:cNvPr id="11" name="Text Placeholder 21">
            <a:extLst>
              <a:ext uri="{FF2B5EF4-FFF2-40B4-BE49-F238E27FC236}">
                <a16:creationId xmlns:a16="http://schemas.microsoft.com/office/drawing/2014/main" id="{D74127BF-D77E-89DA-D218-41CA3DB49B40}"/>
              </a:ext>
            </a:extLst>
          </p:cNvPr>
          <p:cNvSpPr>
            <a:spLocks noGrp="1" noRot="1" noMove="1" noResize="1" noEditPoints="1" noAdjustHandles="1" noChangeArrowheads="1" noChangeShapeType="1"/>
          </p:cNvSpPr>
          <p:nvPr>
            <p:ph type="body" sz="quarter" idx="21"/>
          </p:nvPr>
        </p:nvSpPr>
        <p:spPr>
          <a:xfrm>
            <a:off x="2743199" y="428625"/>
            <a:ext cx="2105025" cy="282575"/>
          </a:xfrm>
          <a:prstGeom prst="roundRect">
            <a:avLst/>
          </a:prstGeom>
          <a:solidFill>
            <a:schemeClr val="accent2"/>
          </a:solidFill>
        </p:spPr>
        <p:txBody>
          <a:bodyPr anchor="ctr" anchorCtr="1"/>
          <a:lstStyle>
            <a:lvl1pPr algn="ctr">
              <a:defRPr sz="1100" b="0" i="0">
                <a:solidFill>
                  <a:schemeClr val="accent6"/>
                </a:solidFill>
                <a:latin typeface="Movistar Sans" pitchFamily="2" charset="77"/>
                <a:ea typeface="Movistar Sans" pitchFamily="2" charset="77"/>
              </a:defRPr>
            </a:lvl1pPr>
          </a:lstStyle>
          <a:p>
            <a:pPr lvl="0"/>
            <a:r>
              <a:rPr lang="en-US"/>
              <a:t>Click to edit Master text styles</a:t>
            </a:r>
          </a:p>
        </p:txBody>
      </p:sp>
      <p:pic>
        <p:nvPicPr>
          <p:cNvPr id="7" name="Graphic 7">
            <a:extLst>
              <a:ext uri="{FF2B5EF4-FFF2-40B4-BE49-F238E27FC236}">
                <a16:creationId xmlns:a16="http://schemas.microsoft.com/office/drawing/2014/main" id="{6CB644B2-A719-E478-54C8-E5CC6265E60F}"/>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2992117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parador 20">
    <p:bg>
      <p:bgPr>
        <a:solidFill>
          <a:schemeClr val="tx1"/>
        </a:solidFill>
        <a:effectLst/>
      </p:bgPr>
    </p:bg>
    <p:spTree>
      <p:nvGrpSpPr>
        <p:cNvPr id="1" name=""/>
        <p:cNvGrpSpPr/>
        <p:nvPr/>
      </p:nvGrpSpPr>
      <p:grpSpPr>
        <a:xfrm>
          <a:off x="0" y="0"/>
          <a:ext cx="0" cy="0"/>
          <a:chOff x="0" y="0"/>
          <a:chExt cx="0" cy="0"/>
        </a:xfrm>
      </p:grpSpPr>
      <p:sp>
        <p:nvSpPr>
          <p:cNvPr id="21" name="Freeform 20">
            <a:extLst>
              <a:ext uri="{FF2B5EF4-FFF2-40B4-BE49-F238E27FC236}">
                <a16:creationId xmlns:a16="http://schemas.microsoft.com/office/drawing/2014/main" id="{99258918-8691-4B30-7ABE-ED2309BDC69D}"/>
              </a:ext>
            </a:extLst>
          </p:cNvPr>
          <p:cNvSpPr>
            <a:spLocks noGrp="1" noRot="1" noMove="1" noResize="1" noEditPoints="1" noAdjustHandles="1" noChangeArrowheads="1" noChangeShapeType="1"/>
          </p:cNvSpPr>
          <p:nvPr userDrawn="1"/>
        </p:nvSpPr>
        <p:spPr>
          <a:xfrm flipH="1">
            <a:off x="425450" y="428625"/>
            <a:ext cx="11334749" cy="6003925"/>
          </a:xfrm>
          <a:custGeom>
            <a:avLst/>
            <a:gdLst>
              <a:gd name="csX0" fmla="*/ 2358767 w 11334749"/>
              <a:gd name="csY0" fmla="*/ 0 h 6003925"/>
              <a:gd name="csX1" fmla="*/ 4364531 w 11334749"/>
              <a:gd name="csY1" fmla="*/ 0 h 6003925"/>
              <a:gd name="csX2" fmla="*/ 4418249 w 11334749"/>
              <a:gd name="csY2" fmla="*/ 53718 h 6003925"/>
              <a:gd name="csX3" fmla="*/ 4418249 w 11334749"/>
              <a:gd name="csY3" fmla="*/ 333375 h 6003925"/>
              <a:gd name="csX4" fmla="*/ 4420177 w 11334749"/>
              <a:gd name="csY4" fmla="*/ 333375 h 6003925"/>
              <a:gd name="csX5" fmla="*/ 4420177 w 11334749"/>
              <a:gd name="csY5" fmla="*/ 394592 h 6003925"/>
              <a:gd name="csX6" fmla="*/ 4473895 w 11334749"/>
              <a:gd name="csY6" fmla="*/ 448310 h 6003925"/>
              <a:gd name="csX7" fmla="*/ 4533900 w 11334749"/>
              <a:gd name="csY7" fmla="*/ 448310 h 6003925"/>
              <a:gd name="csX8" fmla="*/ 4533900 w 11334749"/>
              <a:gd name="csY8" fmla="*/ 450850 h 6003925"/>
              <a:gd name="csX9" fmla="*/ 11260393 w 11334749"/>
              <a:gd name="csY9" fmla="*/ 450850 h 6003925"/>
              <a:gd name="csX10" fmla="*/ 11334749 w 11334749"/>
              <a:gd name="csY10" fmla="*/ 525206 h 6003925"/>
              <a:gd name="csX11" fmla="*/ 11334749 w 11334749"/>
              <a:gd name="csY11" fmla="*/ 5929569 h 6003925"/>
              <a:gd name="csX12" fmla="*/ 11260393 w 11334749"/>
              <a:gd name="csY12" fmla="*/ 6003925 h 6003925"/>
              <a:gd name="csX13" fmla="*/ 74356 w 11334749"/>
              <a:gd name="csY13" fmla="*/ 6003925 h 6003925"/>
              <a:gd name="csX14" fmla="*/ 0 w 11334749"/>
              <a:gd name="csY14" fmla="*/ 5929569 h 6003925"/>
              <a:gd name="csX15" fmla="*/ 0 w 11334749"/>
              <a:gd name="csY15" fmla="*/ 525206 h 6003925"/>
              <a:gd name="csX16" fmla="*/ 74356 w 11334749"/>
              <a:gd name="csY16" fmla="*/ 450850 h 6003925"/>
              <a:gd name="csX17" fmla="*/ 2153388 w 11334749"/>
              <a:gd name="csY17" fmla="*/ 450850 h 6003925"/>
              <a:gd name="csX18" fmla="*/ 2153388 w 11334749"/>
              <a:gd name="csY18" fmla="*/ 448310 h 6003925"/>
              <a:gd name="csX19" fmla="*/ 2249983 w 11334749"/>
              <a:gd name="csY19" fmla="*/ 448310 h 6003925"/>
              <a:gd name="csX20" fmla="*/ 2303701 w 11334749"/>
              <a:gd name="csY20" fmla="*/ 394592 h 6003925"/>
              <a:gd name="csX21" fmla="*/ 2303701 w 11334749"/>
              <a:gd name="csY21" fmla="*/ 333375 h 6003925"/>
              <a:gd name="csX22" fmla="*/ 2305049 w 11334749"/>
              <a:gd name="csY22" fmla="*/ 333375 h 6003925"/>
              <a:gd name="csX23" fmla="*/ 2305049 w 11334749"/>
              <a:gd name="csY23" fmla="*/ 53718 h 6003925"/>
              <a:gd name="csX24" fmla="*/ 2358767 w 11334749"/>
              <a:gd name="csY24" fmla="*/ 0 h 6003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1334749" h="6003925">
                <a:moveTo>
                  <a:pt x="2358767" y="0"/>
                </a:moveTo>
                <a:lnTo>
                  <a:pt x="4364531" y="0"/>
                </a:lnTo>
                <a:cubicBezTo>
                  <a:pt x="4394199" y="0"/>
                  <a:pt x="4418249" y="24050"/>
                  <a:pt x="4418249" y="53718"/>
                </a:cubicBezTo>
                <a:lnTo>
                  <a:pt x="4418249" y="333375"/>
                </a:lnTo>
                <a:lnTo>
                  <a:pt x="4420177" y="333375"/>
                </a:lnTo>
                <a:lnTo>
                  <a:pt x="4420177" y="394592"/>
                </a:lnTo>
                <a:cubicBezTo>
                  <a:pt x="4420177" y="424260"/>
                  <a:pt x="4444227" y="448310"/>
                  <a:pt x="4473895" y="448310"/>
                </a:cubicBezTo>
                <a:lnTo>
                  <a:pt x="4533900" y="448310"/>
                </a:lnTo>
                <a:lnTo>
                  <a:pt x="4533900" y="450850"/>
                </a:lnTo>
                <a:lnTo>
                  <a:pt x="11260393" y="450850"/>
                </a:lnTo>
                <a:cubicBezTo>
                  <a:pt x="11301459" y="450850"/>
                  <a:pt x="11334749" y="484140"/>
                  <a:pt x="11334749" y="525206"/>
                </a:cubicBezTo>
                <a:lnTo>
                  <a:pt x="11334749" y="5929569"/>
                </a:lnTo>
                <a:cubicBezTo>
                  <a:pt x="11334749" y="5970635"/>
                  <a:pt x="11301459" y="6003925"/>
                  <a:pt x="11260393" y="6003925"/>
                </a:cubicBezTo>
                <a:lnTo>
                  <a:pt x="74356" y="6003925"/>
                </a:lnTo>
                <a:cubicBezTo>
                  <a:pt x="33290" y="6003925"/>
                  <a:pt x="0" y="5970635"/>
                  <a:pt x="0" y="5929569"/>
                </a:cubicBezTo>
                <a:lnTo>
                  <a:pt x="0" y="525206"/>
                </a:lnTo>
                <a:cubicBezTo>
                  <a:pt x="0" y="484140"/>
                  <a:pt x="33290" y="450850"/>
                  <a:pt x="74356" y="450850"/>
                </a:cubicBezTo>
                <a:lnTo>
                  <a:pt x="2153388" y="450850"/>
                </a:lnTo>
                <a:lnTo>
                  <a:pt x="2153388" y="448310"/>
                </a:lnTo>
                <a:lnTo>
                  <a:pt x="2249983" y="448310"/>
                </a:lnTo>
                <a:cubicBezTo>
                  <a:pt x="2279651" y="448310"/>
                  <a:pt x="2303701" y="424260"/>
                  <a:pt x="2303701" y="394592"/>
                </a:cubicBezTo>
                <a:lnTo>
                  <a:pt x="2303701" y="333375"/>
                </a:lnTo>
                <a:lnTo>
                  <a:pt x="2305049" y="333375"/>
                </a:lnTo>
                <a:lnTo>
                  <a:pt x="2305049" y="53718"/>
                </a:lnTo>
                <a:cubicBezTo>
                  <a:pt x="2305049" y="24050"/>
                  <a:pt x="2329099" y="0"/>
                  <a:pt x="2358767"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rgbClr val="6A2C13"/>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rgbClr val="6A2C13"/>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80A49B9D-CA6C-B149-AC82-AB5156DC4936}"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0" name="Text Placeholder 20">
            <a:extLst>
              <a:ext uri="{FF2B5EF4-FFF2-40B4-BE49-F238E27FC236}">
                <a16:creationId xmlns:a16="http://schemas.microsoft.com/office/drawing/2014/main" id="{C460FA36-C394-08C5-BF07-BED0D96C765A}"/>
              </a:ext>
            </a:extLst>
          </p:cNvPr>
          <p:cNvSpPr>
            <a:spLocks noGrp="1" noRot="1" noMove="1" noResize="1" noEditPoints="1" noAdjustHandles="1" noChangeArrowheads="1" noChangeShapeType="1"/>
          </p:cNvSpPr>
          <p:nvPr>
            <p:ph type="body" sz="quarter" idx="15"/>
          </p:nvPr>
        </p:nvSpPr>
        <p:spPr>
          <a:xfrm>
            <a:off x="9349708" y="3576559"/>
            <a:ext cx="2195178" cy="2646050"/>
          </a:xfrm>
        </p:spPr>
        <p:txBody>
          <a:bodyPr/>
          <a:lstStyle>
            <a:lvl1pPr marL="179388" indent="-179388">
              <a:lnSpc>
                <a:spcPct val="100000"/>
              </a:lnSpc>
              <a:spcBef>
                <a:spcPts val="500"/>
              </a:spcBef>
              <a:buFont typeface="+mj-lt"/>
              <a:buAutoNum type="arabicPeriod"/>
              <a:tabLst/>
              <a:defRPr sz="1250" b="0" i="0" spc="0" baseline="0">
                <a:solidFill>
                  <a:srgbClr val="6A2C13"/>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rgbClr val="6A2C13"/>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p:nvPr>
        </p:nvSpPr>
        <p:spPr>
          <a:xfrm>
            <a:off x="7348388" y="552450"/>
            <a:ext cx="2117725" cy="492125"/>
          </a:xfrm>
        </p:spPr>
        <p:txBody>
          <a:bodyPr/>
          <a:lstStyle>
            <a:lvl1pPr algn="ctr">
              <a:spcBef>
                <a:spcPts val="0"/>
              </a:spcBef>
              <a:defRPr b="1" i="0">
                <a:solidFill>
                  <a:srgbClr val="6A2C13"/>
                </a:solidFill>
                <a:latin typeface="Movistar Sans" pitchFamily="2" charset="77"/>
                <a:ea typeface="Movistar Sans" pitchFamily="2" charset="77"/>
              </a:defRPr>
            </a:lvl1pPr>
          </a:lstStyle>
          <a:p>
            <a:pPr lvl="0"/>
            <a:r>
              <a:rPr lang="en-US"/>
              <a:t>Click to edit Master text styles</a:t>
            </a:r>
          </a:p>
        </p:txBody>
      </p:sp>
      <p:sp>
        <p:nvSpPr>
          <p:cNvPr id="22" name="Text Placeholder 21">
            <a:extLst>
              <a:ext uri="{FF2B5EF4-FFF2-40B4-BE49-F238E27FC236}">
                <a16:creationId xmlns:a16="http://schemas.microsoft.com/office/drawing/2014/main" id="{ECBEEED6-C430-9ADE-44C6-B86D802EED99}"/>
              </a:ext>
            </a:extLst>
          </p:cNvPr>
          <p:cNvSpPr>
            <a:spLocks noGrp="1" noRot="1" noMove="1" noResize="1" noEditPoints="1" noAdjustHandles="1" noChangeArrowheads="1" noChangeShapeType="1"/>
          </p:cNvSpPr>
          <p:nvPr>
            <p:ph type="body" sz="quarter" idx="17"/>
          </p:nvPr>
        </p:nvSpPr>
        <p:spPr>
          <a:xfrm>
            <a:off x="5048969" y="428625"/>
            <a:ext cx="2105025" cy="282575"/>
          </a:xfrm>
          <a:prstGeom prst="roundRect">
            <a:avLst/>
          </a:prstGeom>
          <a:solidFill>
            <a:schemeClr val="accent3"/>
          </a:solidFill>
        </p:spPr>
        <p:txBody>
          <a:bodyPr anchor="ctr" anchorCtr="1"/>
          <a:lstStyle>
            <a:lvl1pPr algn="ctr">
              <a:defRPr sz="1100" b="0" i="0">
                <a:solidFill>
                  <a:srgbClr val="624900"/>
                </a:solidFill>
                <a:latin typeface="Movistar Sans" pitchFamily="2" charset="77"/>
                <a:ea typeface="Movistar Sans" pitchFamily="2" charset="77"/>
              </a:defRPr>
            </a:lvl1pPr>
          </a:lstStyle>
          <a:p>
            <a:pPr lvl="0"/>
            <a:r>
              <a:rPr lang="en-US"/>
              <a:t>Click to edit Master text styles</a:t>
            </a:r>
          </a:p>
        </p:txBody>
      </p:sp>
      <p:sp>
        <p:nvSpPr>
          <p:cNvPr id="23" name="Text Placeholder 21">
            <a:extLst>
              <a:ext uri="{FF2B5EF4-FFF2-40B4-BE49-F238E27FC236}">
                <a16:creationId xmlns:a16="http://schemas.microsoft.com/office/drawing/2014/main" id="{AE56A764-485E-31B2-5CA7-B1F1680DF687}"/>
              </a:ext>
            </a:extLst>
          </p:cNvPr>
          <p:cNvSpPr>
            <a:spLocks noGrp="1" noRot="1" noMove="1" noResize="1" noEditPoints="1" noAdjustHandles="1" noChangeArrowheads="1" noChangeShapeType="1"/>
          </p:cNvSpPr>
          <p:nvPr>
            <p:ph type="body" sz="quarter" idx="18"/>
          </p:nvPr>
        </p:nvSpPr>
        <p:spPr>
          <a:xfrm>
            <a:off x="426466" y="428625"/>
            <a:ext cx="2105025" cy="282575"/>
          </a:xfrm>
          <a:prstGeom prst="roundRect">
            <a:avLst/>
          </a:prstGeom>
          <a:solidFill>
            <a:schemeClr val="tx2"/>
          </a:solidFill>
        </p:spPr>
        <p:txBody>
          <a:bodyPr anchor="ctr" anchorCtr="1"/>
          <a:lstStyle>
            <a:lvl1pPr algn="ctr">
              <a:defRPr sz="1100" b="0" i="0">
                <a:solidFill>
                  <a:schemeClr val="bg1"/>
                </a:solidFill>
                <a:latin typeface="Movistar Sans" pitchFamily="2" charset="77"/>
                <a:ea typeface="Movistar Sans" pitchFamily="2" charset="77"/>
              </a:defRPr>
            </a:lvl1pPr>
          </a:lstStyle>
          <a:p>
            <a:pPr lvl="0"/>
            <a:r>
              <a:rPr lang="en-US"/>
              <a:t>Click to edit Master text styles</a:t>
            </a:r>
          </a:p>
        </p:txBody>
      </p:sp>
      <p:sp>
        <p:nvSpPr>
          <p:cNvPr id="25" name="Text Placeholder 21">
            <a:extLst>
              <a:ext uri="{FF2B5EF4-FFF2-40B4-BE49-F238E27FC236}">
                <a16:creationId xmlns:a16="http://schemas.microsoft.com/office/drawing/2014/main" id="{2C46FB7A-0799-2405-93C2-26E28868B409}"/>
              </a:ext>
            </a:extLst>
          </p:cNvPr>
          <p:cNvSpPr>
            <a:spLocks noGrp="1" noRot="1" noMove="1" noResize="1" noEditPoints="1" noAdjustHandles="1" noChangeArrowheads="1" noChangeShapeType="1"/>
          </p:cNvSpPr>
          <p:nvPr>
            <p:ph type="body" sz="quarter" idx="20"/>
          </p:nvPr>
        </p:nvSpPr>
        <p:spPr>
          <a:xfrm>
            <a:off x="9660509" y="428625"/>
            <a:ext cx="2105025" cy="282575"/>
          </a:xfrm>
          <a:prstGeom prst="roundRect">
            <a:avLst/>
          </a:prstGeom>
          <a:solidFill>
            <a:schemeClr val="accent1"/>
          </a:solidFill>
        </p:spPr>
        <p:txBody>
          <a:bodyPr anchor="ctr" anchorCtr="1"/>
          <a:lstStyle>
            <a:lvl1pPr algn="ctr">
              <a:defRPr sz="1100" b="0" i="0">
                <a:solidFill>
                  <a:schemeClr val="accent5"/>
                </a:solidFill>
                <a:latin typeface="Movistar Sans" pitchFamily="2" charset="77"/>
                <a:ea typeface="Movistar Sans" pitchFamily="2" charset="77"/>
              </a:defRPr>
            </a:lvl1pPr>
          </a:lstStyle>
          <a:p>
            <a:pPr lvl="0"/>
            <a:r>
              <a:rPr lang="en-US"/>
              <a:t>Click to edit Master text styles</a:t>
            </a:r>
          </a:p>
        </p:txBody>
      </p:sp>
      <p:sp>
        <p:nvSpPr>
          <p:cNvPr id="11" name="Text Placeholder 21">
            <a:extLst>
              <a:ext uri="{FF2B5EF4-FFF2-40B4-BE49-F238E27FC236}">
                <a16:creationId xmlns:a16="http://schemas.microsoft.com/office/drawing/2014/main" id="{B7D4634C-8FD3-6F5F-1D7E-71F558FEBB67}"/>
              </a:ext>
            </a:extLst>
          </p:cNvPr>
          <p:cNvSpPr>
            <a:spLocks noGrp="1" noRot="1" noMove="1" noResize="1" noEditPoints="1" noAdjustHandles="1" noChangeArrowheads="1" noChangeShapeType="1"/>
          </p:cNvSpPr>
          <p:nvPr>
            <p:ph type="body" sz="quarter" idx="21"/>
          </p:nvPr>
        </p:nvSpPr>
        <p:spPr>
          <a:xfrm>
            <a:off x="2743199" y="428625"/>
            <a:ext cx="2105025" cy="282575"/>
          </a:xfrm>
          <a:prstGeom prst="roundRect">
            <a:avLst/>
          </a:prstGeom>
          <a:solidFill>
            <a:schemeClr val="accent2"/>
          </a:solidFill>
        </p:spPr>
        <p:txBody>
          <a:bodyPr anchor="ctr" anchorCtr="1"/>
          <a:lstStyle>
            <a:lvl1pPr algn="ctr">
              <a:defRPr sz="1100" b="0" i="0">
                <a:solidFill>
                  <a:schemeClr val="accent6"/>
                </a:solidFill>
                <a:latin typeface="Movistar Sans" pitchFamily="2" charset="77"/>
                <a:ea typeface="Movistar Sans" pitchFamily="2" charset="77"/>
              </a:defRPr>
            </a:lvl1pPr>
          </a:lstStyle>
          <a:p>
            <a:pPr lvl="0"/>
            <a:r>
              <a:rPr lang="en-US"/>
              <a:t>Click to edit Master text styles</a:t>
            </a:r>
          </a:p>
        </p:txBody>
      </p:sp>
      <p:pic>
        <p:nvPicPr>
          <p:cNvPr id="7" name="Graphic 7">
            <a:extLst>
              <a:ext uri="{FF2B5EF4-FFF2-40B4-BE49-F238E27FC236}">
                <a16:creationId xmlns:a16="http://schemas.microsoft.com/office/drawing/2014/main" id="{655179E3-2EA4-238A-D85F-251D469BDEA3}"/>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4727068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parador 21">
    <p:bg>
      <p:bgPr>
        <a:solidFill>
          <a:schemeClr val="tx1"/>
        </a:solidFill>
        <a:effectLst/>
      </p:bgPr>
    </p:bg>
    <p:spTree>
      <p:nvGrpSpPr>
        <p:cNvPr id="1" name=""/>
        <p:cNvGrpSpPr/>
        <p:nvPr/>
      </p:nvGrpSpPr>
      <p:grpSpPr>
        <a:xfrm>
          <a:off x="0" y="0"/>
          <a:ext cx="0" cy="0"/>
          <a:chOff x="0" y="0"/>
          <a:chExt cx="0" cy="0"/>
        </a:xfrm>
      </p:grpSpPr>
      <p:sp>
        <p:nvSpPr>
          <p:cNvPr id="18" name="Freeform 17">
            <a:extLst>
              <a:ext uri="{FF2B5EF4-FFF2-40B4-BE49-F238E27FC236}">
                <a16:creationId xmlns:a16="http://schemas.microsoft.com/office/drawing/2014/main" id="{35ADE20B-1F30-6BDC-DCC2-1EB5C7B70BAA}"/>
              </a:ext>
            </a:extLst>
          </p:cNvPr>
          <p:cNvSpPr>
            <a:spLocks noGrp="1" noRot="1" noMove="1" noResize="1" noEditPoints="1" noAdjustHandles="1" noChangeArrowheads="1" noChangeShapeType="1"/>
          </p:cNvSpPr>
          <p:nvPr userDrawn="1"/>
        </p:nvSpPr>
        <p:spPr>
          <a:xfrm flipH="1">
            <a:off x="425449" y="428625"/>
            <a:ext cx="11334750" cy="6003925"/>
          </a:xfrm>
          <a:custGeom>
            <a:avLst/>
            <a:gdLst>
              <a:gd name="csX0" fmla="*/ 63248 w 11334750"/>
              <a:gd name="csY0" fmla="*/ 0 h 6003925"/>
              <a:gd name="csX1" fmla="*/ 2049952 w 11334750"/>
              <a:gd name="csY1" fmla="*/ 0 h 6003925"/>
              <a:gd name="csX2" fmla="*/ 2108230 w 11334750"/>
              <a:gd name="csY2" fmla="*/ 38629 h 6003925"/>
              <a:gd name="csX3" fmla="*/ 2112294 w 11334750"/>
              <a:gd name="csY3" fmla="*/ 58761 h 6003925"/>
              <a:gd name="csX4" fmla="*/ 2112294 w 11334750"/>
              <a:gd name="csY4" fmla="*/ 387572 h 6003925"/>
              <a:gd name="csX5" fmla="*/ 2175542 w 11334750"/>
              <a:gd name="csY5" fmla="*/ 450820 h 6003925"/>
              <a:gd name="csX6" fmla="*/ 2228851 w 11334750"/>
              <a:gd name="csY6" fmla="*/ 450820 h 6003925"/>
              <a:gd name="csX7" fmla="*/ 2228851 w 11334750"/>
              <a:gd name="csY7" fmla="*/ 450850 h 6003925"/>
              <a:gd name="csX8" fmla="*/ 11260394 w 11334750"/>
              <a:gd name="csY8" fmla="*/ 450850 h 6003925"/>
              <a:gd name="csX9" fmla="*/ 11334750 w 11334750"/>
              <a:gd name="csY9" fmla="*/ 525206 h 6003925"/>
              <a:gd name="csX10" fmla="*/ 11334750 w 11334750"/>
              <a:gd name="csY10" fmla="*/ 5929569 h 6003925"/>
              <a:gd name="csX11" fmla="*/ 11260394 w 11334750"/>
              <a:gd name="csY11" fmla="*/ 6003925 h 6003925"/>
              <a:gd name="csX12" fmla="*/ 74357 w 11334750"/>
              <a:gd name="csY12" fmla="*/ 6003925 h 6003925"/>
              <a:gd name="csX13" fmla="*/ 1 w 11334750"/>
              <a:gd name="csY13" fmla="*/ 5929569 h 6003925"/>
              <a:gd name="csX14" fmla="*/ 1 w 11334750"/>
              <a:gd name="csY14" fmla="*/ 5489830 h 6003925"/>
              <a:gd name="csX15" fmla="*/ 0 w 11334750"/>
              <a:gd name="csY15" fmla="*/ 5489827 h 6003925"/>
              <a:gd name="csX16" fmla="*/ 0 w 11334750"/>
              <a:gd name="csY16" fmla="*/ 63248 h 6003925"/>
              <a:gd name="csX17" fmla="*/ 63248 w 11334750"/>
              <a:gd name="csY17" fmla="*/ 0 h 6003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334750" h="6003925">
                <a:moveTo>
                  <a:pt x="63248" y="0"/>
                </a:moveTo>
                <a:lnTo>
                  <a:pt x="2049952" y="0"/>
                </a:lnTo>
                <a:cubicBezTo>
                  <a:pt x="2076151" y="0"/>
                  <a:pt x="2098628" y="15929"/>
                  <a:pt x="2108230" y="38629"/>
                </a:cubicBezTo>
                <a:lnTo>
                  <a:pt x="2112294" y="58761"/>
                </a:lnTo>
                <a:lnTo>
                  <a:pt x="2112294" y="387572"/>
                </a:lnTo>
                <a:cubicBezTo>
                  <a:pt x="2112294" y="422503"/>
                  <a:pt x="2140611" y="450820"/>
                  <a:pt x="2175542" y="450820"/>
                </a:cubicBezTo>
                <a:lnTo>
                  <a:pt x="2228851" y="450820"/>
                </a:lnTo>
                <a:lnTo>
                  <a:pt x="2228851" y="450850"/>
                </a:lnTo>
                <a:lnTo>
                  <a:pt x="11260394" y="450850"/>
                </a:lnTo>
                <a:cubicBezTo>
                  <a:pt x="11301460" y="450850"/>
                  <a:pt x="11334750" y="484140"/>
                  <a:pt x="11334750" y="525206"/>
                </a:cubicBezTo>
                <a:lnTo>
                  <a:pt x="11334750" y="5929569"/>
                </a:lnTo>
                <a:cubicBezTo>
                  <a:pt x="11334750" y="5970635"/>
                  <a:pt x="11301460" y="6003925"/>
                  <a:pt x="11260394" y="6003925"/>
                </a:cubicBezTo>
                <a:lnTo>
                  <a:pt x="74357" y="6003925"/>
                </a:lnTo>
                <a:cubicBezTo>
                  <a:pt x="33291" y="6003925"/>
                  <a:pt x="1" y="5970635"/>
                  <a:pt x="1" y="5929569"/>
                </a:cubicBezTo>
                <a:lnTo>
                  <a:pt x="1" y="5489830"/>
                </a:lnTo>
                <a:lnTo>
                  <a:pt x="0" y="5489827"/>
                </a:lnTo>
                <a:lnTo>
                  <a:pt x="0" y="63248"/>
                </a:lnTo>
                <a:cubicBezTo>
                  <a:pt x="0" y="28317"/>
                  <a:pt x="28317" y="0"/>
                  <a:pt x="63248"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accent5"/>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accent5"/>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16F1E286-C6E3-B343-BD4E-DCAA3A4BE7EF}"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0" name="Text Placeholder 20">
            <a:extLst>
              <a:ext uri="{FF2B5EF4-FFF2-40B4-BE49-F238E27FC236}">
                <a16:creationId xmlns:a16="http://schemas.microsoft.com/office/drawing/2014/main" id="{C460FA36-C394-08C5-BF07-BED0D96C765A}"/>
              </a:ext>
            </a:extLst>
          </p:cNvPr>
          <p:cNvSpPr>
            <a:spLocks noGrp="1" noRot="1" noMove="1" noResize="1" noEditPoints="1" noAdjustHandles="1" noChangeArrowheads="1" noChangeShapeType="1"/>
          </p:cNvSpPr>
          <p:nvPr>
            <p:ph type="body" sz="quarter" idx="15"/>
          </p:nvPr>
        </p:nvSpPr>
        <p:spPr>
          <a:xfrm>
            <a:off x="9349708" y="3576559"/>
            <a:ext cx="2195178" cy="2646050"/>
          </a:xfrm>
        </p:spPr>
        <p:txBody>
          <a:bodyPr/>
          <a:lstStyle>
            <a:lvl1pPr marL="179388" indent="-179388">
              <a:lnSpc>
                <a:spcPct val="100000"/>
              </a:lnSpc>
              <a:spcBef>
                <a:spcPts val="500"/>
              </a:spcBef>
              <a:buFont typeface="+mj-lt"/>
              <a:buAutoNum type="arabicPeriod"/>
              <a:tabLst/>
              <a:defRPr sz="1250" b="0" i="0" spc="0" baseline="0">
                <a:solidFill>
                  <a:schemeClr val="accent5"/>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accent5"/>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p:nvPr>
        </p:nvSpPr>
        <p:spPr>
          <a:xfrm>
            <a:off x="9648826" y="552450"/>
            <a:ext cx="2117725" cy="492125"/>
          </a:xfrm>
        </p:spPr>
        <p:txBody>
          <a:bodyPr/>
          <a:lstStyle>
            <a:lvl1pPr algn="ctr">
              <a:spcBef>
                <a:spcPts val="0"/>
              </a:spcBef>
              <a:defRPr b="1" i="0">
                <a:solidFill>
                  <a:schemeClr val="accent5"/>
                </a:solidFill>
                <a:latin typeface="Movistar Sans" pitchFamily="2" charset="77"/>
                <a:ea typeface="Movistar Sans" pitchFamily="2" charset="77"/>
              </a:defRPr>
            </a:lvl1pPr>
          </a:lstStyle>
          <a:p>
            <a:pPr lvl="0"/>
            <a:r>
              <a:rPr lang="en-US"/>
              <a:t>Click to edit Master text styles</a:t>
            </a:r>
          </a:p>
        </p:txBody>
      </p:sp>
      <p:sp>
        <p:nvSpPr>
          <p:cNvPr id="22" name="Text Placeholder 21">
            <a:extLst>
              <a:ext uri="{FF2B5EF4-FFF2-40B4-BE49-F238E27FC236}">
                <a16:creationId xmlns:a16="http://schemas.microsoft.com/office/drawing/2014/main" id="{ECBEEED6-C430-9ADE-44C6-B86D802EED99}"/>
              </a:ext>
            </a:extLst>
          </p:cNvPr>
          <p:cNvSpPr>
            <a:spLocks noGrp="1" noRot="1" noMove="1" noResize="1" noEditPoints="1" noAdjustHandles="1" noChangeArrowheads="1" noChangeShapeType="1"/>
          </p:cNvSpPr>
          <p:nvPr>
            <p:ph type="body" sz="quarter" idx="17"/>
          </p:nvPr>
        </p:nvSpPr>
        <p:spPr>
          <a:xfrm>
            <a:off x="5048969" y="428625"/>
            <a:ext cx="2105025" cy="282575"/>
          </a:xfrm>
          <a:prstGeom prst="roundRect">
            <a:avLst/>
          </a:prstGeom>
          <a:solidFill>
            <a:schemeClr val="accent3"/>
          </a:solidFill>
        </p:spPr>
        <p:txBody>
          <a:bodyPr anchor="ctr" anchorCtr="1"/>
          <a:lstStyle>
            <a:lvl1pPr algn="ctr">
              <a:defRPr sz="1100" b="0" i="0">
                <a:solidFill>
                  <a:srgbClr val="624900"/>
                </a:solidFill>
                <a:latin typeface="Movistar Sans" pitchFamily="2" charset="77"/>
                <a:ea typeface="Movistar Sans" pitchFamily="2" charset="77"/>
              </a:defRPr>
            </a:lvl1pPr>
          </a:lstStyle>
          <a:p>
            <a:pPr lvl="0"/>
            <a:r>
              <a:rPr lang="en-US"/>
              <a:t>Click to edit Master text styles</a:t>
            </a:r>
          </a:p>
        </p:txBody>
      </p:sp>
      <p:sp>
        <p:nvSpPr>
          <p:cNvPr id="23" name="Text Placeholder 21">
            <a:extLst>
              <a:ext uri="{FF2B5EF4-FFF2-40B4-BE49-F238E27FC236}">
                <a16:creationId xmlns:a16="http://schemas.microsoft.com/office/drawing/2014/main" id="{AE56A764-485E-31B2-5CA7-B1F1680DF687}"/>
              </a:ext>
            </a:extLst>
          </p:cNvPr>
          <p:cNvSpPr>
            <a:spLocks noGrp="1" noRot="1" noMove="1" noResize="1" noEditPoints="1" noAdjustHandles="1" noChangeArrowheads="1" noChangeShapeType="1"/>
          </p:cNvSpPr>
          <p:nvPr>
            <p:ph type="body" sz="quarter" idx="18"/>
          </p:nvPr>
        </p:nvSpPr>
        <p:spPr>
          <a:xfrm>
            <a:off x="2743199" y="428625"/>
            <a:ext cx="2105025" cy="282575"/>
          </a:xfrm>
          <a:prstGeom prst="roundRect">
            <a:avLst/>
          </a:prstGeom>
          <a:solidFill>
            <a:schemeClr val="accent2"/>
          </a:solidFill>
        </p:spPr>
        <p:txBody>
          <a:bodyPr anchor="ctr" anchorCtr="1"/>
          <a:lstStyle>
            <a:lvl1pPr algn="ctr">
              <a:defRPr sz="1100" b="0" i="0">
                <a:solidFill>
                  <a:schemeClr val="accent6"/>
                </a:solidFill>
                <a:latin typeface="Movistar Sans" pitchFamily="2" charset="77"/>
                <a:ea typeface="Movistar Sans" pitchFamily="2" charset="77"/>
              </a:defRPr>
            </a:lvl1pPr>
          </a:lstStyle>
          <a:p>
            <a:pPr lvl="0"/>
            <a:r>
              <a:rPr lang="en-US"/>
              <a:t>Click to edit Master text styles</a:t>
            </a:r>
          </a:p>
        </p:txBody>
      </p:sp>
      <p:sp>
        <p:nvSpPr>
          <p:cNvPr id="24" name="Text Placeholder 21">
            <a:extLst>
              <a:ext uri="{FF2B5EF4-FFF2-40B4-BE49-F238E27FC236}">
                <a16:creationId xmlns:a16="http://schemas.microsoft.com/office/drawing/2014/main" id="{45A25445-2B7A-DEA1-3AE4-1F4D04256C5B}"/>
              </a:ext>
            </a:extLst>
          </p:cNvPr>
          <p:cNvSpPr>
            <a:spLocks noGrp="1" noRot="1" noMove="1" noResize="1" noEditPoints="1" noAdjustHandles="1" noChangeArrowheads="1" noChangeShapeType="1"/>
          </p:cNvSpPr>
          <p:nvPr>
            <p:ph type="body" sz="quarter" idx="19"/>
          </p:nvPr>
        </p:nvSpPr>
        <p:spPr>
          <a:xfrm>
            <a:off x="7354739" y="428625"/>
            <a:ext cx="2105025" cy="282575"/>
          </a:xfrm>
          <a:prstGeom prst="roundRect">
            <a:avLst/>
          </a:prstGeom>
          <a:solidFill>
            <a:schemeClr val="accent4"/>
          </a:solidFill>
        </p:spPr>
        <p:txBody>
          <a:bodyPr anchor="ctr" anchorCtr="1"/>
          <a:lstStyle>
            <a:lvl1pPr algn="ctr">
              <a:defRPr sz="1100" b="0" i="0">
                <a:solidFill>
                  <a:srgbClr val="6A2C13"/>
                </a:solidFill>
                <a:latin typeface="Movistar Sans" pitchFamily="2" charset="77"/>
                <a:ea typeface="Movistar Sans" pitchFamily="2" charset="77"/>
              </a:defRPr>
            </a:lvl1pPr>
          </a:lstStyle>
          <a:p>
            <a:pPr lvl="0"/>
            <a:r>
              <a:rPr lang="en-US"/>
              <a:t>Click to edit Master text styles</a:t>
            </a:r>
          </a:p>
        </p:txBody>
      </p:sp>
      <p:sp>
        <p:nvSpPr>
          <p:cNvPr id="11" name="Text Placeholder 21">
            <a:extLst>
              <a:ext uri="{FF2B5EF4-FFF2-40B4-BE49-F238E27FC236}">
                <a16:creationId xmlns:a16="http://schemas.microsoft.com/office/drawing/2014/main" id="{14FFA068-2E85-21E6-D489-3BB5B32F577B}"/>
              </a:ext>
            </a:extLst>
          </p:cNvPr>
          <p:cNvSpPr>
            <a:spLocks noGrp="1" noRot="1" noMove="1" noResize="1" noEditPoints="1" noAdjustHandles="1" noChangeArrowheads="1" noChangeShapeType="1"/>
          </p:cNvSpPr>
          <p:nvPr>
            <p:ph type="body" sz="quarter" idx="20"/>
          </p:nvPr>
        </p:nvSpPr>
        <p:spPr>
          <a:xfrm>
            <a:off x="426466" y="428625"/>
            <a:ext cx="2105025" cy="282575"/>
          </a:xfrm>
          <a:prstGeom prst="roundRect">
            <a:avLst/>
          </a:prstGeom>
          <a:solidFill>
            <a:schemeClr val="tx2"/>
          </a:solidFill>
        </p:spPr>
        <p:txBody>
          <a:bodyPr anchor="ctr" anchorCtr="1"/>
          <a:lstStyle>
            <a:lvl1pPr algn="ctr">
              <a:defRPr sz="1100" b="0" i="0">
                <a:solidFill>
                  <a:schemeClr val="bg1"/>
                </a:solidFill>
                <a:latin typeface="Movistar Sans" pitchFamily="2" charset="77"/>
                <a:ea typeface="Movistar Sans" pitchFamily="2" charset="77"/>
              </a:defRPr>
            </a:lvl1pPr>
          </a:lstStyle>
          <a:p>
            <a:pPr lvl="0"/>
            <a:r>
              <a:rPr lang="en-US"/>
              <a:t>Click to edit Master text styles</a:t>
            </a:r>
          </a:p>
        </p:txBody>
      </p:sp>
      <p:pic>
        <p:nvPicPr>
          <p:cNvPr id="7" name="Graphic 7">
            <a:extLst>
              <a:ext uri="{FF2B5EF4-FFF2-40B4-BE49-F238E27FC236}">
                <a16:creationId xmlns:a16="http://schemas.microsoft.com/office/drawing/2014/main" id="{A20CF381-F315-85B6-22F1-8047F346804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40790723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parador 22">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210FCD8-8E35-0C59-71B5-97C11CFA74C1}"/>
              </a:ext>
            </a:extLst>
          </p:cNvPr>
          <p:cNvSpPr>
            <a:spLocks noGrp="1" noRot="1" noMove="1" noResize="1" noEditPoints="1" noAdjustHandles="1" noChangeArrowheads="1" noChangeShapeType="1"/>
          </p:cNvSpPr>
          <p:nvPr>
            <p:ph type="pic" sz="quarter" idx="22"/>
          </p:nvPr>
        </p:nvSpPr>
        <p:spPr>
          <a:xfrm>
            <a:off x="-600" y="0"/>
            <a:ext cx="12193200" cy="6858000"/>
          </a:xfrm>
        </p:spPr>
        <p:txBody>
          <a:bodyPr/>
          <a:lstStyle/>
          <a:p>
            <a:r>
              <a:rPr lang="en-US" dirty="0"/>
              <a:t>Click icon to add picture</a:t>
            </a:r>
            <a:endParaRPr lang="en-GB" dirty="0"/>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358988" y="2196933"/>
            <a:ext cx="8014855" cy="3430555"/>
          </a:xfrm>
        </p:spPr>
        <p:txBody>
          <a:bodyPr anchor="b"/>
          <a:lstStyle>
            <a:lvl1pPr>
              <a:lnSpc>
                <a:spcPct val="80000"/>
              </a:lnSpc>
              <a:defRPr sz="8050" spc="-250" baseline="0">
                <a:solidFill>
                  <a:schemeClr val="bg1"/>
                </a:solidFill>
              </a:defRPr>
            </a:lvl1pPr>
          </a:lstStyle>
          <a:p>
            <a:r>
              <a:rPr lang="en-US"/>
              <a:t>Click to edit Master title style</a:t>
            </a:r>
            <a:endParaRPr lang="en-GB" dirty="0"/>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365F7BBE-075F-F04E-8042-D4EC84D07663}"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22" name="Text Placeholder 21">
            <a:extLst>
              <a:ext uri="{FF2B5EF4-FFF2-40B4-BE49-F238E27FC236}">
                <a16:creationId xmlns:a16="http://schemas.microsoft.com/office/drawing/2014/main" id="{ECBEEED6-C430-9ADE-44C6-B86D802EED99}"/>
              </a:ext>
            </a:extLst>
          </p:cNvPr>
          <p:cNvSpPr>
            <a:spLocks noGrp="1"/>
          </p:cNvSpPr>
          <p:nvPr>
            <p:ph type="body" sz="quarter" idx="17"/>
          </p:nvPr>
        </p:nvSpPr>
        <p:spPr>
          <a:xfrm>
            <a:off x="3990053" y="5880101"/>
            <a:ext cx="1642364" cy="238124"/>
          </a:xfrm>
          <a:prstGeom prst="roundRect">
            <a:avLst/>
          </a:prstGeom>
          <a:solidFill>
            <a:schemeClr val="accent3"/>
          </a:solidFill>
        </p:spPr>
        <p:txBody>
          <a:bodyPr anchor="ctr" anchorCtr="1"/>
          <a:lstStyle>
            <a:lvl1pPr algn="ctr">
              <a:defRPr sz="1000" b="0" i="0">
                <a:solidFill>
                  <a:srgbClr val="624900"/>
                </a:solidFill>
                <a:latin typeface="Movistar Sans" pitchFamily="2" charset="77"/>
                <a:ea typeface="Movistar Sans" pitchFamily="2" charset="77"/>
              </a:defRPr>
            </a:lvl1pPr>
          </a:lstStyle>
          <a:p>
            <a:pPr lvl="0"/>
            <a:r>
              <a:rPr lang="en-US"/>
              <a:t>Click to edit Master text styles</a:t>
            </a:r>
          </a:p>
        </p:txBody>
      </p:sp>
      <p:sp>
        <p:nvSpPr>
          <p:cNvPr id="23" name="Text Placeholder 21">
            <a:extLst>
              <a:ext uri="{FF2B5EF4-FFF2-40B4-BE49-F238E27FC236}">
                <a16:creationId xmlns:a16="http://schemas.microsoft.com/office/drawing/2014/main" id="{AE56A764-485E-31B2-5CA7-B1F1680DF687}"/>
              </a:ext>
            </a:extLst>
          </p:cNvPr>
          <p:cNvSpPr>
            <a:spLocks noGrp="1"/>
          </p:cNvSpPr>
          <p:nvPr>
            <p:ph type="body" sz="quarter" idx="18"/>
          </p:nvPr>
        </p:nvSpPr>
        <p:spPr>
          <a:xfrm>
            <a:off x="2201614" y="5880101"/>
            <a:ext cx="1642364" cy="238124"/>
          </a:xfrm>
          <a:prstGeom prst="roundRect">
            <a:avLst/>
          </a:prstGeom>
          <a:solidFill>
            <a:schemeClr val="accent2"/>
          </a:solidFill>
        </p:spPr>
        <p:txBody>
          <a:bodyPr anchor="ctr" anchorCtr="1"/>
          <a:lstStyle>
            <a:lvl1pPr algn="ctr">
              <a:defRPr sz="1000" b="0" i="0">
                <a:solidFill>
                  <a:schemeClr val="accent6"/>
                </a:solidFill>
                <a:latin typeface="Movistar Sans" pitchFamily="2" charset="77"/>
                <a:ea typeface="Movistar Sans" pitchFamily="2" charset="77"/>
              </a:defRPr>
            </a:lvl1pPr>
          </a:lstStyle>
          <a:p>
            <a:pPr lvl="0"/>
            <a:r>
              <a:rPr lang="en-US" dirty="0"/>
              <a:t>Click to edit Master text styles</a:t>
            </a:r>
          </a:p>
        </p:txBody>
      </p:sp>
      <p:sp>
        <p:nvSpPr>
          <p:cNvPr id="24" name="Text Placeholder 21">
            <a:extLst>
              <a:ext uri="{FF2B5EF4-FFF2-40B4-BE49-F238E27FC236}">
                <a16:creationId xmlns:a16="http://schemas.microsoft.com/office/drawing/2014/main" id="{45A25445-2B7A-DEA1-3AE4-1F4D04256C5B}"/>
              </a:ext>
            </a:extLst>
          </p:cNvPr>
          <p:cNvSpPr>
            <a:spLocks noGrp="1"/>
          </p:cNvSpPr>
          <p:nvPr>
            <p:ph type="body" sz="quarter" idx="19"/>
          </p:nvPr>
        </p:nvSpPr>
        <p:spPr>
          <a:xfrm>
            <a:off x="5778492" y="5880101"/>
            <a:ext cx="1642364" cy="238124"/>
          </a:xfrm>
          <a:prstGeom prst="roundRect">
            <a:avLst/>
          </a:prstGeom>
          <a:solidFill>
            <a:schemeClr val="accent4"/>
          </a:solidFill>
        </p:spPr>
        <p:txBody>
          <a:bodyPr anchor="ctr" anchorCtr="1"/>
          <a:lstStyle>
            <a:lvl1pPr algn="ctr">
              <a:defRPr sz="1000" b="0" i="0">
                <a:solidFill>
                  <a:srgbClr val="6A2C13"/>
                </a:solidFill>
                <a:latin typeface="Movistar Sans" pitchFamily="2" charset="77"/>
                <a:ea typeface="Movistar Sans" pitchFamily="2" charset="77"/>
              </a:defRPr>
            </a:lvl1pPr>
          </a:lstStyle>
          <a:p>
            <a:pPr lvl="0"/>
            <a:r>
              <a:rPr lang="en-US"/>
              <a:t>Click to edit Master text styles</a:t>
            </a:r>
          </a:p>
        </p:txBody>
      </p:sp>
      <p:sp>
        <p:nvSpPr>
          <p:cNvPr id="11" name="Text Placeholder 21">
            <a:extLst>
              <a:ext uri="{FF2B5EF4-FFF2-40B4-BE49-F238E27FC236}">
                <a16:creationId xmlns:a16="http://schemas.microsoft.com/office/drawing/2014/main" id="{14FFA068-2E85-21E6-D489-3BB5B32F577B}"/>
              </a:ext>
            </a:extLst>
          </p:cNvPr>
          <p:cNvSpPr>
            <a:spLocks noGrp="1"/>
          </p:cNvSpPr>
          <p:nvPr>
            <p:ph type="body" sz="quarter" idx="20"/>
          </p:nvPr>
        </p:nvSpPr>
        <p:spPr>
          <a:xfrm>
            <a:off x="427446" y="5657850"/>
            <a:ext cx="1642364" cy="682626"/>
          </a:xfrm>
          <a:prstGeom prst="roundRect">
            <a:avLst>
              <a:gd name="adj" fmla="val 7830"/>
            </a:avLst>
          </a:prstGeom>
          <a:solidFill>
            <a:schemeClr val="tx2"/>
          </a:solidFill>
        </p:spPr>
        <p:txBody>
          <a:bodyPr anchor="ctr" anchorCtr="1"/>
          <a:lstStyle>
            <a:lvl1pPr algn="ctr">
              <a:defRPr sz="1000" b="0" i="0">
                <a:solidFill>
                  <a:schemeClr val="bg1"/>
                </a:solidFill>
                <a:latin typeface="Movistar Sans" pitchFamily="2" charset="77"/>
                <a:ea typeface="Movistar Sans" pitchFamily="2" charset="77"/>
              </a:defRPr>
            </a:lvl1pPr>
          </a:lstStyle>
          <a:p>
            <a:pPr lvl="0"/>
            <a:r>
              <a:rPr lang="en-US" dirty="0"/>
              <a:t>Click to edit Master text styles</a:t>
            </a:r>
          </a:p>
        </p:txBody>
      </p:sp>
      <p:sp>
        <p:nvSpPr>
          <p:cNvPr id="12" name="Text Placeholder 21">
            <a:extLst>
              <a:ext uri="{FF2B5EF4-FFF2-40B4-BE49-F238E27FC236}">
                <a16:creationId xmlns:a16="http://schemas.microsoft.com/office/drawing/2014/main" id="{32AFADFE-FCC2-F6C4-C059-C0B1F70B70B6}"/>
              </a:ext>
            </a:extLst>
          </p:cNvPr>
          <p:cNvSpPr>
            <a:spLocks noGrp="1"/>
          </p:cNvSpPr>
          <p:nvPr>
            <p:ph type="body" sz="quarter" idx="21"/>
          </p:nvPr>
        </p:nvSpPr>
        <p:spPr>
          <a:xfrm>
            <a:off x="7566931" y="5880101"/>
            <a:ext cx="1642364" cy="238124"/>
          </a:xfrm>
          <a:prstGeom prst="roundRect">
            <a:avLst/>
          </a:prstGeom>
          <a:solidFill>
            <a:schemeClr val="accent1"/>
          </a:solidFill>
        </p:spPr>
        <p:txBody>
          <a:bodyPr anchor="ctr" anchorCtr="1"/>
          <a:lstStyle>
            <a:lvl1pPr algn="ctr">
              <a:defRPr sz="1000" b="0" i="0">
                <a:solidFill>
                  <a:schemeClr val="accent5"/>
                </a:solidFill>
                <a:latin typeface="Movistar Sans" pitchFamily="2" charset="77"/>
                <a:ea typeface="Movistar Sans" pitchFamily="2" charset="77"/>
              </a:defRPr>
            </a:lvl1pPr>
          </a:lstStyle>
          <a:p>
            <a:pPr lvl="0"/>
            <a:r>
              <a:rPr lang="en-US" dirty="0"/>
              <a:t>Click to edit Master text styles</a:t>
            </a:r>
          </a:p>
        </p:txBody>
      </p:sp>
      <p:pic>
        <p:nvPicPr>
          <p:cNvPr id="7" name="Graphic 7">
            <a:extLst>
              <a:ext uri="{FF2B5EF4-FFF2-40B4-BE49-F238E27FC236}">
                <a16:creationId xmlns:a16="http://schemas.microsoft.com/office/drawing/2014/main" id="{F794C199-59F7-E46E-26D2-C50818899899}"/>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2646922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parador 23">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210FCD8-8E35-0C59-71B5-97C11CFA74C1}"/>
              </a:ext>
            </a:extLst>
          </p:cNvPr>
          <p:cNvSpPr>
            <a:spLocks noGrp="1" noRot="1" noMove="1" noResize="1" noEditPoints="1" noAdjustHandles="1" noChangeArrowheads="1" noChangeShapeType="1"/>
          </p:cNvSpPr>
          <p:nvPr>
            <p:ph type="pic" sz="quarter" idx="22"/>
          </p:nvPr>
        </p:nvSpPr>
        <p:spPr>
          <a:xfrm>
            <a:off x="-600" y="0"/>
            <a:ext cx="12193200" cy="6858000"/>
          </a:xfrm>
        </p:spPr>
        <p:txBody>
          <a:bodyPr/>
          <a:lstStyle/>
          <a:p>
            <a:r>
              <a:rPr lang="en-US"/>
              <a:t>Click icon to add picture</a:t>
            </a: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358988" y="2196933"/>
            <a:ext cx="8014855" cy="3430555"/>
          </a:xfrm>
        </p:spPr>
        <p:txBody>
          <a:bodyPr anchor="b"/>
          <a:lstStyle>
            <a:lvl1pPr>
              <a:lnSpc>
                <a:spcPct val="80000"/>
              </a:lnSpc>
              <a:defRPr sz="8050" spc="-250" baseline="0">
                <a:solidFill>
                  <a:schemeClr val="bg1"/>
                </a:solidFill>
              </a:defRPr>
            </a:lvl1pPr>
          </a:lstStyle>
          <a:p>
            <a:r>
              <a:rPr lang="en-US"/>
              <a:t>Click to edit Master title style</a:t>
            </a:r>
            <a:endParaRPr lang="en-GB" dirty="0"/>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E5BC9934-2DDD-9C49-BF07-D66765E788C4}"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dirty="0"/>
          </a:p>
        </p:txBody>
      </p:sp>
      <p:sp>
        <p:nvSpPr>
          <p:cNvPr id="7" name="Text Placeholder 21">
            <a:extLst>
              <a:ext uri="{FF2B5EF4-FFF2-40B4-BE49-F238E27FC236}">
                <a16:creationId xmlns:a16="http://schemas.microsoft.com/office/drawing/2014/main" id="{81A9181C-3E80-7944-0B46-13A89F0E8E59}"/>
              </a:ext>
            </a:extLst>
          </p:cNvPr>
          <p:cNvSpPr>
            <a:spLocks noGrp="1"/>
          </p:cNvSpPr>
          <p:nvPr>
            <p:ph type="body" sz="quarter" idx="17"/>
          </p:nvPr>
        </p:nvSpPr>
        <p:spPr>
          <a:xfrm>
            <a:off x="3990053" y="5880101"/>
            <a:ext cx="1642364" cy="238124"/>
          </a:xfrm>
          <a:prstGeom prst="roundRect">
            <a:avLst/>
          </a:prstGeom>
          <a:solidFill>
            <a:schemeClr val="accent3"/>
          </a:solidFill>
        </p:spPr>
        <p:txBody>
          <a:bodyPr anchor="ctr" anchorCtr="1"/>
          <a:lstStyle>
            <a:lvl1pPr algn="ctr">
              <a:defRPr sz="1000" b="0" i="0">
                <a:solidFill>
                  <a:srgbClr val="624900"/>
                </a:solidFill>
                <a:latin typeface="Movistar Sans" pitchFamily="2" charset="77"/>
                <a:ea typeface="Movistar Sans" pitchFamily="2" charset="77"/>
              </a:defRPr>
            </a:lvl1pPr>
          </a:lstStyle>
          <a:p>
            <a:pPr lvl="0"/>
            <a:r>
              <a:rPr lang="en-US" dirty="0"/>
              <a:t>Click to edit Master text styles</a:t>
            </a:r>
          </a:p>
        </p:txBody>
      </p:sp>
      <p:sp>
        <p:nvSpPr>
          <p:cNvPr id="8" name="Text Placeholder 21">
            <a:extLst>
              <a:ext uri="{FF2B5EF4-FFF2-40B4-BE49-F238E27FC236}">
                <a16:creationId xmlns:a16="http://schemas.microsoft.com/office/drawing/2014/main" id="{C07A9B61-ABE9-0D51-2282-A2AB8F472465}"/>
              </a:ext>
            </a:extLst>
          </p:cNvPr>
          <p:cNvSpPr>
            <a:spLocks noGrp="1"/>
          </p:cNvSpPr>
          <p:nvPr>
            <p:ph type="body" sz="quarter" idx="18"/>
          </p:nvPr>
        </p:nvSpPr>
        <p:spPr>
          <a:xfrm>
            <a:off x="2201614" y="5627488"/>
            <a:ext cx="1642364" cy="712988"/>
          </a:xfrm>
          <a:prstGeom prst="roundRect">
            <a:avLst/>
          </a:prstGeom>
          <a:solidFill>
            <a:schemeClr val="accent2"/>
          </a:solidFill>
        </p:spPr>
        <p:txBody>
          <a:bodyPr anchor="ctr" anchorCtr="1"/>
          <a:lstStyle>
            <a:lvl1pPr algn="ctr">
              <a:defRPr sz="1000" b="0" i="0">
                <a:solidFill>
                  <a:schemeClr val="accent6"/>
                </a:solidFill>
                <a:latin typeface="Movistar Sans" pitchFamily="2" charset="77"/>
                <a:ea typeface="Movistar Sans" pitchFamily="2" charset="77"/>
              </a:defRPr>
            </a:lvl1pPr>
          </a:lstStyle>
          <a:p>
            <a:pPr lvl="0"/>
            <a:r>
              <a:rPr lang="en-US" dirty="0"/>
              <a:t>Click to edit Master text styles</a:t>
            </a:r>
          </a:p>
        </p:txBody>
      </p:sp>
      <p:sp>
        <p:nvSpPr>
          <p:cNvPr id="9" name="Text Placeholder 21">
            <a:extLst>
              <a:ext uri="{FF2B5EF4-FFF2-40B4-BE49-F238E27FC236}">
                <a16:creationId xmlns:a16="http://schemas.microsoft.com/office/drawing/2014/main" id="{57270E05-5C07-812D-58F5-4B2ED118F176}"/>
              </a:ext>
            </a:extLst>
          </p:cNvPr>
          <p:cNvSpPr>
            <a:spLocks noGrp="1"/>
          </p:cNvSpPr>
          <p:nvPr>
            <p:ph type="body" sz="quarter" idx="19"/>
          </p:nvPr>
        </p:nvSpPr>
        <p:spPr>
          <a:xfrm>
            <a:off x="5778492" y="5880101"/>
            <a:ext cx="1642364" cy="238124"/>
          </a:xfrm>
          <a:prstGeom prst="roundRect">
            <a:avLst/>
          </a:prstGeom>
          <a:solidFill>
            <a:schemeClr val="accent4"/>
          </a:solidFill>
        </p:spPr>
        <p:txBody>
          <a:bodyPr anchor="ctr" anchorCtr="1"/>
          <a:lstStyle>
            <a:lvl1pPr algn="ctr">
              <a:defRPr sz="1000" b="0" i="0">
                <a:solidFill>
                  <a:srgbClr val="6A2C13"/>
                </a:solidFill>
                <a:latin typeface="Movistar Sans" pitchFamily="2" charset="77"/>
                <a:ea typeface="Movistar Sans" pitchFamily="2" charset="77"/>
              </a:defRPr>
            </a:lvl1pPr>
          </a:lstStyle>
          <a:p>
            <a:pPr lvl="0"/>
            <a:r>
              <a:rPr lang="en-US"/>
              <a:t>Click to edit Master text styles</a:t>
            </a:r>
          </a:p>
        </p:txBody>
      </p:sp>
      <p:sp>
        <p:nvSpPr>
          <p:cNvPr id="16" name="Text Placeholder 21">
            <a:extLst>
              <a:ext uri="{FF2B5EF4-FFF2-40B4-BE49-F238E27FC236}">
                <a16:creationId xmlns:a16="http://schemas.microsoft.com/office/drawing/2014/main" id="{58CDB6AD-D8FE-E93B-09A2-CA4B02141D46}"/>
              </a:ext>
            </a:extLst>
          </p:cNvPr>
          <p:cNvSpPr>
            <a:spLocks noGrp="1"/>
          </p:cNvSpPr>
          <p:nvPr>
            <p:ph type="body" sz="quarter" idx="21"/>
          </p:nvPr>
        </p:nvSpPr>
        <p:spPr>
          <a:xfrm>
            <a:off x="7566931" y="5880101"/>
            <a:ext cx="1642364" cy="238124"/>
          </a:xfrm>
          <a:prstGeom prst="roundRect">
            <a:avLst/>
          </a:prstGeom>
          <a:solidFill>
            <a:schemeClr val="accent1"/>
          </a:solidFill>
        </p:spPr>
        <p:txBody>
          <a:bodyPr anchor="ctr" anchorCtr="1"/>
          <a:lstStyle>
            <a:lvl1pPr algn="ctr">
              <a:defRPr sz="1000" b="0" i="0">
                <a:solidFill>
                  <a:schemeClr val="accent5"/>
                </a:solidFill>
                <a:latin typeface="Movistar Sans" pitchFamily="2" charset="77"/>
                <a:ea typeface="Movistar Sans" pitchFamily="2" charset="77"/>
              </a:defRPr>
            </a:lvl1pPr>
          </a:lstStyle>
          <a:p>
            <a:pPr lvl="0"/>
            <a:r>
              <a:rPr lang="en-US" dirty="0"/>
              <a:t>Click to edit Master text styles</a:t>
            </a:r>
          </a:p>
        </p:txBody>
      </p:sp>
      <p:sp>
        <p:nvSpPr>
          <p:cNvPr id="3" name="Text Placeholder 21">
            <a:extLst>
              <a:ext uri="{FF2B5EF4-FFF2-40B4-BE49-F238E27FC236}">
                <a16:creationId xmlns:a16="http://schemas.microsoft.com/office/drawing/2014/main" id="{0489E68F-B322-BC9D-3CE5-FD5B6D6BD88F}"/>
              </a:ext>
            </a:extLst>
          </p:cNvPr>
          <p:cNvSpPr>
            <a:spLocks noGrp="1"/>
          </p:cNvSpPr>
          <p:nvPr>
            <p:ph type="body" sz="quarter" idx="23"/>
          </p:nvPr>
        </p:nvSpPr>
        <p:spPr>
          <a:xfrm>
            <a:off x="425051" y="5880101"/>
            <a:ext cx="1642364" cy="238124"/>
          </a:xfrm>
          <a:prstGeom prst="roundRect">
            <a:avLst/>
          </a:prstGeom>
          <a:solidFill>
            <a:schemeClr val="tx2"/>
          </a:solidFill>
        </p:spPr>
        <p:txBody>
          <a:bodyPr anchor="ctr" anchorCtr="1"/>
          <a:lstStyle>
            <a:lvl1pPr algn="ctr">
              <a:defRPr sz="1000" b="0" i="0">
                <a:solidFill>
                  <a:schemeClr val="bg1"/>
                </a:solidFill>
                <a:latin typeface="Movistar Sans" pitchFamily="2" charset="77"/>
                <a:ea typeface="Movistar Sans" pitchFamily="2" charset="77"/>
              </a:defRPr>
            </a:lvl1pPr>
          </a:lstStyle>
          <a:p>
            <a:pPr lvl="0"/>
            <a:r>
              <a:rPr lang="en-US" dirty="0"/>
              <a:t>Click to edit Master text styles</a:t>
            </a:r>
          </a:p>
        </p:txBody>
      </p:sp>
      <p:pic>
        <p:nvPicPr>
          <p:cNvPr id="10" name="Graphic 7">
            <a:extLst>
              <a:ext uri="{FF2B5EF4-FFF2-40B4-BE49-F238E27FC236}">
                <a16:creationId xmlns:a16="http://schemas.microsoft.com/office/drawing/2014/main" id="{616BCCA9-2169-5E37-305A-74EDAA460A33}"/>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4721909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eparador 24">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210FCD8-8E35-0C59-71B5-97C11CFA74C1}"/>
              </a:ext>
            </a:extLst>
          </p:cNvPr>
          <p:cNvSpPr>
            <a:spLocks noGrp="1" noRot="1" noMove="1" noResize="1" noEditPoints="1" noAdjustHandles="1" noChangeArrowheads="1" noChangeShapeType="1"/>
          </p:cNvSpPr>
          <p:nvPr>
            <p:ph type="pic" sz="quarter" idx="22"/>
          </p:nvPr>
        </p:nvSpPr>
        <p:spPr>
          <a:xfrm>
            <a:off x="-600" y="0"/>
            <a:ext cx="12193200" cy="6858000"/>
          </a:xfrm>
        </p:spPr>
        <p:txBody>
          <a:bodyPr/>
          <a:lstStyle/>
          <a:p>
            <a:r>
              <a:rPr lang="en-US"/>
              <a:t>Click icon to add picture</a:t>
            </a: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358988" y="2196933"/>
            <a:ext cx="8014855" cy="3430555"/>
          </a:xfrm>
        </p:spPr>
        <p:txBody>
          <a:bodyPr anchor="b"/>
          <a:lstStyle>
            <a:lvl1pPr>
              <a:lnSpc>
                <a:spcPct val="80000"/>
              </a:lnSpc>
              <a:defRPr sz="8050" spc="-250" baseline="0">
                <a:solidFill>
                  <a:schemeClr val="bg1"/>
                </a:solidFill>
              </a:defRPr>
            </a:lvl1pPr>
          </a:lstStyle>
          <a:p>
            <a:r>
              <a:rPr lang="en-US"/>
              <a:t>Click to edit Master title style</a:t>
            </a:r>
            <a:endParaRPr lang="en-GB" dirty="0"/>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E8D35C31-3321-3840-A205-8069581E41DF}"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7" name="Text Placeholder 21">
            <a:extLst>
              <a:ext uri="{FF2B5EF4-FFF2-40B4-BE49-F238E27FC236}">
                <a16:creationId xmlns:a16="http://schemas.microsoft.com/office/drawing/2014/main" id="{49744543-C8A4-5E39-CABD-25366DD42501}"/>
              </a:ext>
            </a:extLst>
          </p:cNvPr>
          <p:cNvSpPr>
            <a:spLocks noGrp="1"/>
          </p:cNvSpPr>
          <p:nvPr>
            <p:ph type="body" sz="quarter" idx="17"/>
          </p:nvPr>
        </p:nvSpPr>
        <p:spPr>
          <a:xfrm>
            <a:off x="3990053" y="5627488"/>
            <a:ext cx="1642364" cy="682626"/>
          </a:xfrm>
          <a:prstGeom prst="roundRect">
            <a:avLst/>
          </a:prstGeom>
          <a:solidFill>
            <a:schemeClr val="accent3"/>
          </a:solidFill>
        </p:spPr>
        <p:txBody>
          <a:bodyPr anchor="ctr" anchorCtr="1"/>
          <a:lstStyle>
            <a:lvl1pPr algn="ctr">
              <a:defRPr sz="1000" b="0" i="0">
                <a:solidFill>
                  <a:srgbClr val="624900"/>
                </a:solidFill>
                <a:latin typeface="Movistar Sans" pitchFamily="2" charset="77"/>
                <a:ea typeface="Movistar Sans" pitchFamily="2" charset="77"/>
              </a:defRPr>
            </a:lvl1pPr>
          </a:lstStyle>
          <a:p>
            <a:pPr lvl="0"/>
            <a:r>
              <a:rPr lang="en-US"/>
              <a:t>Click to edit Master text styles</a:t>
            </a:r>
          </a:p>
        </p:txBody>
      </p:sp>
      <p:sp>
        <p:nvSpPr>
          <p:cNvPr id="8" name="Text Placeholder 21">
            <a:extLst>
              <a:ext uri="{FF2B5EF4-FFF2-40B4-BE49-F238E27FC236}">
                <a16:creationId xmlns:a16="http://schemas.microsoft.com/office/drawing/2014/main" id="{ECA5DD6E-3778-C832-1DCD-522C455BCBE6}"/>
              </a:ext>
            </a:extLst>
          </p:cNvPr>
          <p:cNvSpPr>
            <a:spLocks noGrp="1"/>
          </p:cNvSpPr>
          <p:nvPr>
            <p:ph type="body" sz="quarter" idx="18"/>
          </p:nvPr>
        </p:nvSpPr>
        <p:spPr>
          <a:xfrm>
            <a:off x="2201614" y="5880101"/>
            <a:ext cx="1642364" cy="238124"/>
          </a:xfrm>
          <a:prstGeom prst="roundRect">
            <a:avLst/>
          </a:prstGeom>
          <a:solidFill>
            <a:schemeClr val="accent2"/>
          </a:solidFill>
        </p:spPr>
        <p:txBody>
          <a:bodyPr anchor="ctr" anchorCtr="1"/>
          <a:lstStyle>
            <a:lvl1pPr algn="ctr">
              <a:defRPr sz="1000" b="0" i="0">
                <a:solidFill>
                  <a:schemeClr val="accent6"/>
                </a:solidFill>
                <a:latin typeface="Movistar Sans" pitchFamily="2" charset="77"/>
                <a:ea typeface="Movistar Sans" pitchFamily="2" charset="77"/>
              </a:defRPr>
            </a:lvl1pPr>
          </a:lstStyle>
          <a:p>
            <a:pPr lvl="0"/>
            <a:r>
              <a:rPr lang="en-US" dirty="0"/>
              <a:t>Click to edit Master text styles</a:t>
            </a:r>
          </a:p>
        </p:txBody>
      </p:sp>
      <p:sp>
        <p:nvSpPr>
          <p:cNvPr id="9" name="Text Placeholder 21">
            <a:extLst>
              <a:ext uri="{FF2B5EF4-FFF2-40B4-BE49-F238E27FC236}">
                <a16:creationId xmlns:a16="http://schemas.microsoft.com/office/drawing/2014/main" id="{10095C80-4DB1-0E2C-6F92-DB898262563F}"/>
              </a:ext>
            </a:extLst>
          </p:cNvPr>
          <p:cNvSpPr>
            <a:spLocks noGrp="1"/>
          </p:cNvSpPr>
          <p:nvPr>
            <p:ph type="body" sz="quarter" idx="19"/>
          </p:nvPr>
        </p:nvSpPr>
        <p:spPr>
          <a:xfrm>
            <a:off x="5778492" y="5880101"/>
            <a:ext cx="1642364" cy="238124"/>
          </a:xfrm>
          <a:prstGeom prst="roundRect">
            <a:avLst/>
          </a:prstGeom>
          <a:solidFill>
            <a:schemeClr val="accent4"/>
          </a:solidFill>
        </p:spPr>
        <p:txBody>
          <a:bodyPr anchor="ctr" anchorCtr="1"/>
          <a:lstStyle>
            <a:lvl1pPr algn="ctr">
              <a:defRPr sz="1000" b="0" i="0">
                <a:solidFill>
                  <a:srgbClr val="6A2C13"/>
                </a:solidFill>
                <a:latin typeface="Movistar Sans" pitchFamily="2" charset="77"/>
                <a:ea typeface="Movistar Sans" pitchFamily="2" charset="77"/>
              </a:defRPr>
            </a:lvl1pPr>
          </a:lstStyle>
          <a:p>
            <a:pPr lvl="0"/>
            <a:r>
              <a:rPr lang="en-US"/>
              <a:t>Click to edit Master text styles</a:t>
            </a:r>
          </a:p>
        </p:txBody>
      </p:sp>
      <p:sp>
        <p:nvSpPr>
          <p:cNvPr id="17" name="Text Placeholder 21">
            <a:extLst>
              <a:ext uri="{FF2B5EF4-FFF2-40B4-BE49-F238E27FC236}">
                <a16:creationId xmlns:a16="http://schemas.microsoft.com/office/drawing/2014/main" id="{D4ADEED3-BC8C-A88E-0505-5B7AF74A5E7D}"/>
              </a:ext>
            </a:extLst>
          </p:cNvPr>
          <p:cNvSpPr>
            <a:spLocks noGrp="1"/>
          </p:cNvSpPr>
          <p:nvPr>
            <p:ph type="body" sz="quarter" idx="21"/>
          </p:nvPr>
        </p:nvSpPr>
        <p:spPr>
          <a:xfrm>
            <a:off x="7566931" y="5880101"/>
            <a:ext cx="1642364" cy="238124"/>
          </a:xfrm>
          <a:prstGeom prst="roundRect">
            <a:avLst/>
          </a:prstGeom>
          <a:solidFill>
            <a:schemeClr val="accent1"/>
          </a:solidFill>
        </p:spPr>
        <p:txBody>
          <a:bodyPr anchor="ctr" anchorCtr="1"/>
          <a:lstStyle>
            <a:lvl1pPr algn="ctr">
              <a:defRPr sz="1000" b="0" i="0">
                <a:solidFill>
                  <a:schemeClr val="accent5"/>
                </a:solidFill>
                <a:latin typeface="Movistar Sans" pitchFamily="2" charset="77"/>
                <a:ea typeface="Movistar Sans" pitchFamily="2" charset="77"/>
              </a:defRPr>
            </a:lvl1pPr>
          </a:lstStyle>
          <a:p>
            <a:pPr lvl="0"/>
            <a:r>
              <a:rPr lang="en-US" dirty="0"/>
              <a:t>Click to edit Master text styles</a:t>
            </a:r>
          </a:p>
        </p:txBody>
      </p:sp>
      <p:sp>
        <p:nvSpPr>
          <p:cNvPr id="3" name="Text Placeholder 21">
            <a:extLst>
              <a:ext uri="{FF2B5EF4-FFF2-40B4-BE49-F238E27FC236}">
                <a16:creationId xmlns:a16="http://schemas.microsoft.com/office/drawing/2014/main" id="{1A9AECA4-50BD-5432-7B30-E270416572A1}"/>
              </a:ext>
            </a:extLst>
          </p:cNvPr>
          <p:cNvSpPr>
            <a:spLocks noGrp="1"/>
          </p:cNvSpPr>
          <p:nvPr>
            <p:ph type="body" sz="quarter" idx="23"/>
          </p:nvPr>
        </p:nvSpPr>
        <p:spPr>
          <a:xfrm>
            <a:off x="425051" y="5880101"/>
            <a:ext cx="1642364" cy="238124"/>
          </a:xfrm>
          <a:prstGeom prst="roundRect">
            <a:avLst/>
          </a:prstGeom>
          <a:solidFill>
            <a:schemeClr val="tx2"/>
          </a:solidFill>
        </p:spPr>
        <p:txBody>
          <a:bodyPr anchor="ctr" anchorCtr="1"/>
          <a:lstStyle>
            <a:lvl1pPr algn="ctr">
              <a:defRPr sz="1000" b="0" i="0">
                <a:solidFill>
                  <a:schemeClr val="bg1"/>
                </a:solidFill>
                <a:latin typeface="Movistar Sans" pitchFamily="2" charset="77"/>
                <a:ea typeface="Movistar Sans" pitchFamily="2" charset="77"/>
              </a:defRPr>
            </a:lvl1pPr>
          </a:lstStyle>
          <a:p>
            <a:pPr lvl="0"/>
            <a:r>
              <a:rPr lang="en-US" dirty="0"/>
              <a:t>Click to edit Master text styles</a:t>
            </a:r>
          </a:p>
        </p:txBody>
      </p:sp>
      <p:pic>
        <p:nvPicPr>
          <p:cNvPr id="10" name="Graphic 7">
            <a:extLst>
              <a:ext uri="{FF2B5EF4-FFF2-40B4-BE49-F238E27FC236}">
                <a16:creationId xmlns:a16="http://schemas.microsoft.com/office/drawing/2014/main" id="{DF01C7B7-EF34-D1BC-D379-EE7277E556AE}"/>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181638939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eparador 25">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210FCD8-8E35-0C59-71B5-97C11CFA74C1}"/>
              </a:ext>
            </a:extLst>
          </p:cNvPr>
          <p:cNvSpPr>
            <a:spLocks noGrp="1" noRot="1" noMove="1" noResize="1" noEditPoints="1" noAdjustHandles="1" noChangeArrowheads="1" noChangeShapeType="1"/>
          </p:cNvSpPr>
          <p:nvPr>
            <p:ph type="pic" sz="quarter" idx="22"/>
          </p:nvPr>
        </p:nvSpPr>
        <p:spPr>
          <a:xfrm>
            <a:off x="-600" y="0"/>
            <a:ext cx="12193200" cy="6858000"/>
          </a:xfrm>
        </p:spPr>
        <p:txBody>
          <a:bodyPr/>
          <a:lstStyle/>
          <a:p>
            <a:r>
              <a:rPr lang="en-US"/>
              <a:t>Click icon to add picture</a:t>
            </a: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358988" y="2196933"/>
            <a:ext cx="8014855" cy="3430555"/>
          </a:xfrm>
        </p:spPr>
        <p:txBody>
          <a:bodyPr anchor="b"/>
          <a:lstStyle>
            <a:lvl1pPr>
              <a:lnSpc>
                <a:spcPct val="80000"/>
              </a:lnSpc>
              <a:defRPr sz="8050" spc="-250" baseline="0">
                <a:solidFill>
                  <a:schemeClr val="bg1"/>
                </a:solidFill>
              </a:defRPr>
            </a:lvl1pPr>
          </a:lstStyle>
          <a:p>
            <a:r>
              <a:rPr lang="en-US"/>
              <a:t>Click to edit Master title style</a:t>
            </a:r>
            <a:endParaRPr lang="en-GB" dirty="0"/>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62305786-762D-2D4D-A162-12CA98615B00}"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grpSp>
        <p:nvGrpSpPr>
          <p:cNvPr id="11" name="Group 10">
            <a:extLst>
              <a:ext uri="{FF2B5EF4-FFF2-40B4-BE49-F238E27FC236}">
                <a16:creationId xmlns:a16="http://schemas.microsoft.com/office/drawing/2014/main" id="{568B8CBF-DA2D-E660-A746-618D88CA2DF5}"/>
              </a:ext>
            </a:extLst>
          </p:cNvPr>
          <p:cNvGrpSpPr>
            <a:grpSpLocks noGrp="1" noUngrp="1" noRot="1" noMove="1" noResize="1"/>
          </p:cNvGrpSpPr>
          <p:nvPr userDrawn="1"/>
        </p:nvGrpSpPr>
        <p:grpSpPr>
          <a:xfrm>
            <a:off x="425450" y="6575425"/>
            <a:ext cx="1174751" cy="144000"/>
            <a:chOff x="434975" y="6575425"/>
            <a:chExt cx="1174751" cy="144000"/>
          </a:xfrm>
        </p:grpSpPr>
        <p:sp>
          <p:nvSpPr>
            <p:cNvPr id="15" name="TextBox 14">
              <a:extLst>
                <a:ext uri="{FF2B5EF4-FFF2-40B4-BE49-F238E27FC236}">
                  <a16:creationId xmlns:a16="http://schemas.microsoft.com/office/drawing/2014/main" id="{B0B5E9C9-91FE-10F6-167A-9271868D3497}"/>
                </a:ext>
              </a:extLst>
            </p:cNvPr>
            <p:cNvSpPr txBox="1">
              <a:spLocks noGrp="1" noRot="1" noMove="1" noResize="1" noEditPoints="1" noAdjustHandles="1" noChangeArrowheads="1" noChangeShapeType="1"/>
            </p:cNvSpPr>
            <p:nvPr userDrawn="1"/>
          </p:nvSpPr>
          <p:spPr>
            <a:xfrm>
              <a:off x="612776" y="6575425"/>
              <a:ext cx="996950" cy="144000"/>
            </a:xfrm>
            <a:prstGeom prst="rect">
              <a:avLst/>
            </a:prstGeom>
            <a:noFill/>
          </p:spPr>
          <p:txBody>
            <a:bodyPr wrap="square" lIns="0" tIns="0" rIns="0" bIns="0" rtlCol="0">
              <a:no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800" b="0" i="0" dirty="0">
                  <a:solidFill>
                    <a:schemeClr val="bg1"/>
                  </a:solidFill>
                  <a:latin typeface="Movistar Sans" pitchFamily="2" charset="77"/>
                  <a:ea typeface="Movistar Sans" pitchFamily="2" charset="77"/>
                </a:rPr>
                <a:t>Movistar | Telefónica</a:t>
              </a:r>
            </a:p>
          </p:txBody>
        </p:sp>
        <p:pic>
          <p:nvPicPr>
            <p:cNvPr id="16" name="Graphic 15">
              <a:extLst>
                <a:ext uri="{FF2B5EF4-FFF2-40B4-BE49-F238E27FC236}">
                  <a16:creationId xmlns:a16="http://schemas.microsoft.com/office/drawing/2014/main" id="{F447642E-7785-4538-9A85-F459E7BBB779}"/>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434975" y="6584400"/>
              <a:ext cx="135128" cy="98679"/>
            </a:xfrm>
            <a:prstGeom prst="rect">
              <a:avLst/>
            </a:prstGeom>
          </p:spPr>
        </p:pic>
      </p:grpSp>
      <p:sp>
        <p:nvSpPr>
          <p:cNvPr id="7" name="Text Placeholder 21">
            <a:extLst>
              <a:ext uri="{FF2B5EF4-FFF2-40B4-BE49-F238E27FC236}">
                <a16:creationId xmlns:a16="http://schemas.microsoft.com/office/drawing/2014/main" id="{B5E0FC2D-67ED-2700-C1EF-D74AAACCCB48}"/>
              </a:ext>
            </a:extLst>
          </p:cNvPr>
          <p:cNvSpPr>
            <a:spLocks noGrp="1"/>
          </p:cNvSpPr>
          <p:nvPr>
            <p:ph type="body" sz="quarter" idx="17"/>
          </p:nvPr>
        </p:nvSpPr>
        <p:spPr>
          <a:xfrm>
            <a:off x="3990053" y="5880101"/>
            <a:ext cx="1642364" cy="238124"/>
          </a:xfrm>
          <a:prstGeom prst="roundRect">
            <a:avLst/>
          </a:prstGeom>
          <a:solidFill>
            <a:schemeClr val="accent3"/>
          </a:solidFill>
        </p:spPr>
        <p:txBody>
          <a:bodyPr anchor="ctr" anchorCtr="1"/>
          <a:lstStyle>
            <a:lvl1pPr algn="ctr">
              <a:defRPr sz="1000" b="0" i="0">
                <a:solidFill>
                  <a:srgbClr val="624900"/>
                </a:solidFill>
                <a:latin typeface="Movistar Sans" pitchFamily="2" charset="77"/>
                <a:ea typeface="Movistar Sans" pitchFamily="2" charset="77"/>
              </a:defRPr>
            </a:lvl1pPr>
          </a:lstStyle>
          <a:p>
            <a:pPr lvl="0"/>
            <a:r>
              <a:rPr lang="en-US"/>
              <a:t>Click to edit Master text styles</a:t>
            </a:r>
          </a:p>
        </p:txBody>
      </p:sp>
      <p:sp>
        <p:nvSpPr>
          <p:cNvPr id="8" name="Text Placeholder 21">
            <a:extLst>
              <a:ext uri="{FF2B5EF4-FFF2-40B4-BE49-F238E27FC236}">
                <a16:creationId xmlns:a16="http://schemas.microsoft.com/office/drawing/2014/main" id="{15F2F5E2-486A-4419-F827-CB0B3B37D77B}"/>
              </a:ext>
            </a:extLst>
          </p:cNvPr>
          <p:cNvSpPr>
            <a:spLocks noGrp="1"/>
          </p:cNvSpPr>
          <p:nvPr>
            <p:ph type="body" sz="quarter" idx="18"/>
          </p:nvPr>
        </p:nvSpPr>
        <p:spPr>
          <a:xfrm>
            <a:off x="2201614" y="5880101"/>
            <a:ext cx="1642364" cy="238124"/>
          </a:xfrm>
          <a:prstGeom prst="roundRect">
            <a:avLst/>
          </a:prstGeom>
          <a:solidFill>
            <a:schemeClr val="accent2"/>
          </a:solidFill>
        </p:spPr>
        <p:txBody>
          <a:bodyPr anchor="ctr" anchorCtr="1"/>
          <a:lstStyle>
            <a:lvl1pPr algn="ctr">
              <a:defRPr sz="1000" b="0" i="0">
                <a:solidFill>
                  <a:schemeClr val="accent6"/>
                </a:solidFill>
                <a:latin typeface="Movistar Sans" pitchFamily="2" charset="77"/>
                <a:ea typeface="Movistar Sans" pitchFamily="2" charset="77"/>
              </a:defRPr>
            </a:lvl1pPr>
          </a:lstStyle>
          <a:p>
            <a:pPr lvl="0"/>
            <a:r>
              <a:rPr lang="en-US" dirty="0"/>
              <a:t>Click to edit Master text styles</a:t>
            </a:r>
          </a:p>
        </p:txBody>
      </p:sp>
      <p:sp>
        <p:nvSpPr>
          <p:cNvPr id="9" name="Text Placeholder 21">
            <a:extLst>
              <a:ext uri="{FF2B5EF4-FFF2-40B4-BE49-F238E27FC236}">
                <a16:creationId xmlns:a16="http://schemas.microsoft.com/office/drawing/2014/main" id="{B9B69A55-1CF0-77F7-D45A-83BF90F6C9C9}"/>
              </a:ext>
            </a:extLst>
          </p:cNvPr>
          <p:cNvSpPr>
            <a:spLocks noGrp="1"/>
          </p:cNvSpPr>
          <p:nvPr>
            <p:ph type="body" sz="quarter" idx="19"/>
          </p:nvPr>
        </p:nvSpPr>
        <p:spPr>
          <a:xfrm>
            <a:off x="5778492" y="5657850"/>
            <a:ext cx="1642364" cy="682626"/>
          </a:xfrm>
          <a:prstGeom prst="roundRect">
            <a:avLst/>
          </a:prstGeom>
          <a:solidFill>
            <a:schemeClr val="accent4"/>
          </a:solidFill>
        </p:spPr>
        <p:txBody>
          <a:bodyPr anchor="ctr" anchorCtr="1"/>
          <a:lstStyle>
            <a:lvl1pPr algn="ctr">
              <a:defRPr sz="1000" b="0" i="0">
                <a:solidFill>
                  <a:srgbClr val="6A2C13"/>
                </a:solidFill>
                <a:latin typeface="Movistar Sans" pitchFamily="2" charset="77"/>
                <a:ea typeface="Movistar Sans" pitchFamily="2" charset="77"/>
              </a:defRPr>
            </a:lvl1pPr>
          </a:lstStyle>
          <a:p>
            <a:pPr lvl="0"/>
            <a:r>
              <a:rPr lang="en-US" dirty="0"/>
              <a:t>Click to edit Master text styles</a:t>
            </a:r>
          </a:p>
        </p:txBody>
      </p:sp>
      <p:sp>
        <p:nvSpPr>
          <p:cNvPr id="18" name="Text Placeholder 21">
            <a:extLst>
              <a:ext uri="{FF2B5EF4-FFF2-40B4-BE49-F238E27FC236}">
                <a16:creationId xmlns:a16="http://schemas.microsoft.com/office/drawing/2014/main" id="{519495B6-F434-CB35-9148-6459FFC592EB}"/>
              </a:ext>
            </a:extLst>
          </p:cNvPr>
          <p:cNvSpPr>
            <a:spLocks noGrp="1"/>
          </p:cNvSpPr>
          <p:nvPr>
            <p:ph type="body" sz="quarter" idx="21"/>
          </p:nvPr>
        </p:nvSpPr>
        <p:spPr>
          <a:xfrm>
            <a:off x="7566931" y="5880101"/>
            <a:ext cx="1642364" cy="238124"/>
          </a:xfrm>
          <a:prstGeom prst="roundRect">
            <a:avLst/>
          </a:prstGeom>
          <a:solidFill>
            <a:schemeClr val="accent1"/>
          </a:solidFill>
        </p:spPr>
        <p:txBody>
          <a:bodyPr anchor="ctr" anchorCtr="1"/>
          <a:lstStyle>
            <a:lvl1pPr algn="ctr">
              <a:defRPr sz="1000" b="0" i="0">
                <a:solidFill>
                  <a:schemeClr val="accent5"/>
                </a:solidFill>
                <a:latin typeface="Movistar Sans" pitchFamily="2" charset="77"/>
                <a:ea typeface="Movistar Sans" pitchFamily="2" charset="77"/>
              </a:defRPr>
            </a:lvl1pPr>
          </a:lstStyle>
          <a:p>
            <a:pPr lvl="0"/>
            <a:r>
              <a:rPr lang="en-US" dirty="0"/>
              <a:t>Click to edit Master text styles</a:t>
            </a:r>
          </a:p>
        </p:txBody>
      </p:sp>
      <p:sp>
        <p:nvSpPr>
          <p:cNvPr id="10" name="Text Placeholder 21">
            <a:extLst>
              <a:ext uri="{FF2B5EF4-FFF2-40B4-BE49-F238E27FC236}">
                <a16:creationId xmlns:a16="http://schemas.microsoft.com/office/drawing/2014/main" id="{E5E9EAD3-8320-1372-281B-D40B4560F751}"/>
              </a:ext>
            </a:extLst>
          </p:cNvPr>
          <p:cNvSpPr>
            <a:spLocks noGrp="1"/>
          </p:cNvSpPr>
          <p:nvPr>
            <p:ph type="body" sz="quarter" idx="23"/>
          </p:nvPr>
        </p:nvSpPr>
        <p:spPr>
          <a:xfrm>
            <a:off x="425051" y="5880101"/>
            <a:ext cx="1642364" cy="238124"/>
          </a:xfrm>
          <a:prstGeom prst="roundRect">
            <a:avLst/>
          </a:prstGeom>
          <a:solidFill>
            <a:schemeClr val="tx2"/>
          </a:solidFill>
        </p:spPr>
        <p:txBody>
          <a:bodyPr anchor="ctr" anchorCtr="1"/>
          <a:lstStyle>
            <a:lvl1pPr algn="ctr">
              <a:defRPr sz="1000" b="0" i="0">
                <a:solidFill>
                  <a:schemeClr val="bg1"/>
                </a:solidFill>
                <a:latin typeface="Movistar Sans" pitchFamily="2" charset="77"/>
                <a:ea typeface="Movistar Sans" pitchFamily="2" charset="77"/>
              </a:defRPr>
            </a:lvl1pPr>
          </a:lstStyle>
          <a:p>
            <a:pPr lvl="0"/>
            <a:r>
              <a:rPr lang="en-US" dirty="0"/>
              <a:t>Click to edit Master text styles</a:t>
            </a:r>
          </a:p>
        </p:txBody>
      </p:sp>
      <p:pic>
        <p:nvPicPr>
          <p:cNvPr id="3" name="Graphic 7">
            <a:extLst>
              <a:ext uri="{FF2B5EF4-FFF2-40B4-BE49-F238E27FC236}">
                <a16:creationId xmlns:a16="http://schemas.microsoft.com/office/drawing/2014/main" id="{B517080E-F579-E67D-CFE8-670B7C9D7974}"/>
              </a:ext>
            </a:extLst>
          </p:cNvPr>
          <p:cNvPicPr/>
          <p:nvPr userDrawn="1"/>
        </p:nvPicPr>
        <p:blipFill>
          <a:blip>
            <a:extLst>
              <a:ext uri="{96DAC541-7B7A-43D3-8B79-37D633B846F1}">
                <asvg:svgBlip xmlns:asvg="http://schemas.microsoft.com/office/drawing/2016/SVG/main" r:embed="rId3"/>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87873343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eparador 26">
    <p:bg>
      <p:bgPr>
        <a:solidFill>
          <a:schemeClr val="tx1"/>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8210FCD8-8E35-0C59-71B5-97C11CFA74C1}"/>
              </a:ext>
            </a:extLst>
          </p:cNvPr>
          <p:cNvSpPr>
            <a:spLocks noGrp="1" noRot="1" noMove="1" noResize="1" noEditPoints="1" noAdjustHandles="1" noChangeArrowheads="1" noChangeShapeType="1"/>
          </p:cNvSpPr>
          <p:nvPr>
            <p:ph type="pic" sz="quarter" idx="22"/>
          </p:nvPr>
        </p:nvSpPr>
        <p:spPr>
          <a:xfrm>
            <a:off x="-600" y="0"/>
            <a:ext cx="12193200" cy="6858000"/>
          </a:xfrm>
        </p:spPr>
        <p:txBody>
          <a:bodyPr/>
          <a:lstStyle/>
          <a:p>
            <a:r>
              <a:rPr lang="en-US"/>
              <a:t>Click icon to add picture</a:t>
            </a: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358988" y="2196933"/>
            <a:ext cx="8014855" cy="3430555"/>
          </a:xfrm>
        </p:spPr>
        <p:txBody>
          <a:bodyPr anchor="b"/>
          <a:lstStyle>
            <a:lvl1pPr>
              <a:lnSpc>
                <a:spcPct val="80000"/>
              </a:lnSpc>
              <a:defRPr sz="8050" spc="-250" baseline="0">
                <a:solidFill>
                  <a:schemeClr val="bg1"/>
                </a:solidFill>
              </a:defRPr>
            </a:lvl1pPr>
          </a:lstStyle>
          <a:p>
            <a:r>
              <a:rPr lang="en-US"/>
              <a:t>Click to edit Master title style</a:t>
            </a:r>
            <a:endParaRPr lang="en-GB" dirty="0"/>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871BBAA3-E02E-D34D-8683-D2E1149D8841}"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dirty="0"/>
          </a:p>
        </p:txBody>
      </p:sp>
      <p:sp>
        <p:nvSpPr>
          <p:cNvPr id="7" name="Text Placeholder 21">
            <a:extLst>
              <a:ext uri="{FF2B5EF4-FFF2-40B4-BE49-F238E27FC236}">
                <a16:creationId xmlns:a16="http://schemas.microsoft.com/office/drawing/2014/main" id="{B835B73B-79AE-348A-29CF-711B949754BA}"/>
              </a:ext>
            </a:extLst>
          </p:cNvPr>
          <p:cNvSpPr>
            <a:spLocks noGrp="1"/>
          </p:cNvSpPr>
          <p:nvPr>
            <p:ph type="body" sz="quarter" idx="17"/>
          </p:nvPr>
        </p:nvSpPr>
        <p:spPr>
          <a:xfrm>
            <a:off x="3990053" y="5880101"/>
            <a:ext cx="1642364" cy="238124"/>
          </a:xfrm>
          <a:prstGeom prst="roundRect">
            <a:avLst/>
          </a:prstGeom>
          <a:solidFill>
            <a:schemeClr val="accent3"/>
          </a:solidFill>
        </p:spPr>
        <p:txBody>
          <a:bodyPr anchor="ctr" anchorCtr="1"/>
          <a:lstStyle>
            <a:lvl1pPr algn="ctr">
              <a:defRPr sz="1000" b="0" i="0">
                <a:solidFill>
                  <a:srgbClr val="624900"/>
                </a:solidFill>
                <a:latin typeface="Movistar Sans" pitchFamily="2" charset="77"/>
                <a:ea typeface="Movistar Sans" pitchFamily="2" charset="77"/>
              </a:defRPr>
            </a:lvl1pPr>
          </a:lstStyle>
          <a:p>
            <a:pPr lvl="0"/>
            <a:r>
              <a:rPr lang="en-US"/>
              <a:t>Click to edit Master text styles</a:t>
            </a:r>
          </a:p>
        </p:txBody>
      </p:sp>
      <p:sp>
        <p:nvSpPr>
          <p:cNvPr id="8" name="Text Placeholder 21">
            <a:extLst>
              <a:ext uri="{FF2B5EF4-FFF2-40B4-BE49-F238E27FC236}">
                <a16:creationId xmlns:a16="http://schemas.microsoft.com/office/drawing/2014/main" id="{5934EDC2-AB30-1408-3571-98E779764BD4}"/>
              </a:ext>
            </a:extLst>
          </p:cNvPr>
          <p:cNvSpPr>
            <a:spLocks noGrp="1"/>
          </p:cNvSpPr>
          <p:nvPr>
            <p:ph type="body" sz="quarter" idx="18"/>
          </p:nvPr>
        </p:nvSpPr>
        <p:spPr>
          <a:xfrm>
            <a:off x="2201614" y="5880101"/>
            <a:ext cx="1642364" cy="238124"/>
          </a:xfrm>
          <a:prstGeom prst="roundRect">
            <a:avLst/>
          </a:prstGeom>
          <a:solidFill>
            <a:schemeClr val="accent2"/>
          </a:solidFill>
        </p:spPr>
        <p:txBody>
          <a:bodyPr anchor="ctr" anchorCtr="1"/>
          <a:lstStyle>
            <a:lvl1pPr algn="ctr">
              <a:defRPr sz="1000" b="0" i="0">
                <a:solidFill>
                  <a:schemeClr val="accent6"/>
                </a:solidFill>
                <a:latin typeface="Movistar Sans" pitchFamily="2" charset="77"/>
                <a:ea typeface="Movistar Sans" pitchFamily="2" charset="77"/>
              </a:defRPr>
            </a:lvl1pPr>
          </a:lstStyle>
          <a:p>
            <a:pPr lvl="0"/>
            <a:r>
              <a:rPr lang="en-US" dirty="0"/>
              <a:t>Click to edit Master text styles</a:t>
            </a:r>
          </a:p>
        </p:txBody>
      </p:sp>
      <p:sp>
        <p:nvSpPr>
          <p:cNvPr id="9" name="Text Placeholder 21">
            <a:extLst>
              <a:ext uri="{FF2B5EF4-FFF2-40B4-BE49-F238E27FC236}">
                <a16:creationId xmlns:a16="http://schemas.microsoft.com/office/drawing/2014/main" id="{20EF4358-E785-5707-684C-EC63B3C65E35}"/>
              </a:ext>
            </a:extLst>
          </p:cNvPr>
          <p:cNvSpPr>
            <a:spLocks noGrp="1"/>
          </p:cNvSpPr>
          <p:nvPr>
            <p:ph type="body" sz="quarter" idx="19"/>
          </p:nvPr>
        </p:nvSpPr>
        <p:spPr>
          <a:xfrm>
            <a:off x="5778492" y="5880101"/>
            <a:ext cx="1642364" cy="238124"/>
          </a:xfrm>
          <a:prstGeom prst="roundRect">
            <a:avLst/>
          </a:prstGeom>
          <a:solidFill>
            <a:schemeClr val="accent4"/>
          </a:solidFill>
        </p:spPr>
        <p:txBody>
          <a:bodyPr anchor="ctr" anchorCtr="1"/>
          <a:lstStyle>
            <a:lvl1pPr algn="ctr">
              <a:defRPr sz="1000" b="0" i="0">
                <a:solidFill>
                  <a:srgbClr val="6A2C13"/>
                </a:solidFill>
                <a:latin typeface="Movistar Sans" pitchFamily="2" charset="77"/>
                <a:ea typeface="Movistar Sans" pitchFamily="2" charset="77"/>
              </a:defRPr>
            </a:lvl1pPr>
          </a:lstStyle>
          <a:p>
            <a:pPr lvl="0"/>
            <a:r>
              <a:rPr lang="en-US"/>
              <a:t>Click to edit Master text styles</a:t>
            </a:r>
          </a:p>
        </p:txBody>
      </p:sp>
      <p:sp>
        <p:nvSpPr>
          <p:cNvPr id="19" name="Text Placeholder 21">
            <a:extLst>
              <a:ext uri="{FF2B5EF4-FFF2-40B4-BE49-F238E27FC236}">
                <a16:creationId xmlns:a16="http://schemas.microsoft.com/office/drawing/2014/main" id="{556250DF-6B5A-0339-4625-7053DADC5C98}"/>
              </a:ext>
            </a:extLst>
          </p:cNvPr>
          <p:cNvSpPr>
            <a:spLocks noGrp="1"/>
          </p:cNvSpPr>
          <p:nvPr>
            <p:ph type="body" sz="quarter" idx="21"/>
          </p:nvPr>
        </p:nvSpPr>
        <p:spPr>
          <a:xfrm>
            <a:off x="7566931" y="5657850"/>
            <a:ext cx="1642364" cy="682626"/>
          </a:xfrm>
          <a:prstGeom prst="roundRect">
            <a:avLst/>
          </a:prstGeom>
          <a:solidFill>
            <a:schemeClr val="accent1"/>
          </a:solidFill>
        </p:spPr>
        <p:txBody>
          <a:bodyPr anchor="ctr" anchorCtr="1"/>
          <a:lstStyle>
            <a:lvl1pPr algn="ctr">
              <a:defRPr sz="1000" b="0" i="0">
                <a:solidFill>
                  <a:schemeClr val="accent5"/>
                </a:solidFill>
                <a:latin typeface="Movistar Sans" pitchFamily="2" charset="77"/>
                <a:ea typeface="Movistar Sans" pitchFamily="2" charset="77"/>
              </a:defRPr>
            </a:lvl1pPr>
          </a:lstStyle>
          <a:p>
            <a:pPr lvl="0"/>
            <a:r>
              <a:rPr lang="en-US" dirty="0"/>
              <a:t>Click to edit Master text styles</a:t>
            </a:r>
          </a:p>
        </p:txBody>
      </p:sp>
      <p:sp>
        <p:nvSpPr>
          <p:cNvPr id="3" name="Text Placeholder 21">
            <a:extLst>
              <a:ext uri="{FF2B5EF4-FFF2-40B4-BE49-F238E27FC236}">
                <a16:creationId xmlns:a16="http://schemas.microsoft.com/office/drawing/2014/main" id="{89E031CB-A460-1E52-1C56-B7BCA01F9974}"/>
              </a:ext>
            </a:extLst>
          </p:cNvPr>
          <p:cNvSpPr>
            <a:spLocks noGrp="1"/>
          </p:cNvSpPr>
          <p:nvPr>
            <p:ph type="body" sz="quarter" idx="23"/>
          </p:nvPr>
        </p:nvSpPr>
        <p:spPr>
          <a:xfrm>
            <a:off x="425051" y="5880101"/>
            <a:ext cx="1642364" cy="238124"/>
          </a:xfrm>
          <a:prstGeom prst="roundRect">
            <a:avLst/>
          </a:prstGeom>
          <a:solidFill>
            <a:schemeClr val="tx2"/>
          </a:solidFill>
        </p:spPr>
        <p:txBody>
          <a:bodyPr anchor="ctr" anchorCtr="1"/>
          <a:lstStyle>
            <a:lvl1pPr algn="ctr">
              <a:defRPr sz="1000" b="0" i="0">
                <a:solidFill>
                  <a:schemeClr val="bg1"/>
                </a:solidFill>
                <a:latin typeface="Movistar Sans" pitchFamily="2" charset="77"/>
                <a:ea typeface="Movistar Sans" pitchFamily="2" charset="77"/>
              </a:defRPr>
            </a:lvl1pPr>
          </a:lstStyle>
          <a:p>
            <a:pPr lvl="0"/>
            <a:r>
              <a:rPr lang="en-US" dirty="0"/>
              <a:t>Click to edit Master text styles</a:t>
            </a:r>
          </a:p>
        </p:txBody>
      </p:sp>
      <p:pic>
        <p:nvPicPr>
          <p:cNvPr id="10" name="Graphic 7">
            <a:extLst>
              <a:ext uri="{FF2B5EF4-FFF2-40B4-BE49-F238E27FC236}">
                <a16:creationId xmlns:a16="http://schemas.microsoft.com/office/drawing/2014/main" id="{ADB6E06F-F4AE-A7A3-E67A-CEC4F9FEEA63}"/>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12112989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genda 02 x3">
    <p:bg>
      <p:bgPr>
        <a:solidFill>
          <a:schemeClr val="bg2"/>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4CB7F35F-7FF6-3352-E107-BB5FD1D20C4E}"/>
              </a:ext>
            </a:extLst>
          </p:cNvPr>
          <p:cNvSpPr>
            <a:spLocks/>
          </p:cNvSpPr>
          <p:nvPr userDrawn="1"/>
        </p:nvSpPr>
        <p:spPr>
          <a:xfrm flipH="1">
            <a:off x="4297362" y="2310872"/>
            <a:ext cx="3594100" cy="2989543"/>
          </a:xfrm>
          <a:custGeom>
            <a:avLst/>
            <a:gdLst>
              <a:gd name="csX0" fmla="*/ 50096 w 3594100"/>
              <a:gd name="csY0" fmla="*/ 0 h 2989543"/>
              <a:gd name="csX1" fmla="*/ 2743904 w 3594100"/>
              <a:gd name="csY1" fmla="*/ 0 h 2989543"/>
              <a:gd name="csX2" fmla="*/ 2794000 w 3594100"/>
              <a:gd name="csY2" fmla="*/ 50096 h 2989543"/>
              <a:gd name="csX3" fmla="*/ 2794000 w 3594100"/>
              <a:gd name="csY3" fmla="*/ 867303 h 2989543"/>
              <a:gd name="csX4" fmla="*/ 2794001 w 3594100"/>
              <a:gd name="csY4" fmla="*/ 867303 h 2989543"/>
              <a:gd name="csX5" fmla="*/ 2794001 w 3594100"/>
              <a:gd name="csY5" fmla="*/ 873183 h 2989543"/>
              <a:gd name="csX6" fmla="*/ 2862486 w 3594100"/>
              <a:gd name="csY6" fmla="*/ 941668 h 2989543"/>
              <a:gd name="csX7" fmla="*/ 3532252 w 3594100"/>
              <a:gd name="csY7" fmla="*/ 941668 h 2989543"/>
              <a:gd name="csX8" fmla="*/ 3552272 w 3594100"/>
              <a:gd name="csY8" fmla="*/ 945710 h 2989543"/>
              <a:gd name="csX9" fmla="*/ 3594100 w 3594100"/>
              <a:gd name="csY9" fmla="*/ 1008813 h 2989543"/>
              <a:gd name="csX10" fmla="*/ 3594100 w 3594100"/>
              <a:gd name="csY10" fmla="*/ 2921058 h 2989543"/>
              <a:gd name="csX11" fmla="*/ 3525615 w 3594100"/>
              <a:gd name="csY11" fmla="*/ 2989543 h 2989543"/>
              <a:gd name="csX12" fmla="*/ 2743904 w 3594100"/>
              <a:gd name="csY12" fmla="*/ 2989543 h 2989543"/>
              <a:gd name="csX13" fmla="*/ 868585 w 3594100"/>
              <a:gd name="csY13" fmla="*/ 2989543 h 2989543"/>
              <a:gd name="csX14" fmla="*/ 50096 w 3594100"/>
              <a:gd name="csY14" fmla="*/ 2989543 h 2989543"/>
              <a:gd name="csX15" fmla="*/ 0 w 3594100"/>
              <a:gd name="csY15" fmla="*/ 2939447 h 2989543"/>
              <a:gd name="csX16" fmla="*/ 0 w 3594100"/>
              <a:gd name="csY16" fmla="*/ 50096 h 2989543"/>
              <a:gd name="csX17" fmla="*/ 50096 w 3594100"/>
              <a:gd name="csY17" fmla="*/ 0 h 2989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594100" h="2989543">
                <a:moveTo>
                  <a:pt x="50096" y="0"/>
                </a:moveTo>
                <a:lnTo>
                  <a:pt x="2743904" y="0"/>
                </a:lnTo>
                <a:cubicBezTo>
                  <a:pt x="2771571" y="0"/>
                  <a:pt x="2794000" y="22429"/>
                  <a:pt x="2794000" y="50096"/>
                </a:cubicBezTo>
                <a:lnTo>
                  <a:pt x="2794000" y="867303"/>
                </a:lnTo>
                <a:lnTo>
                  <a:pt x="2794001" y="867303"/>
                </a:lnTo>
                <a:lnTo>
                  <a:pt x="2794001" y="873183"/>
                </a:lnTo>
                <a:cubicBezTo>
                  <a:pt x="2794001" y="911006"/>
                  <a:pt x="2824663" y="941668"/>
                  <a:pt x="2862486" y="941668"/>
                </a:cubicBezTo>
                <a:lnTo>
                  <a:pt x="3532252" y="941668"/>
                </a:lnTo>
                <a:lnTo>
                  <a:pt x="3552272" y="945710"/>
                </a:lnTo>
                <a:cubicBezTo>
                  <a:pt x="3576853" y="956107"/>
                  <a:pt x="3594100" y="980446"/>
                  <a:pt x="3594100" y="1008813"/>
                </a:cubicBezTo>
                <a:lnTo>
                  <a:pt x="3594100" y="2921058"/>
                </a:lnTo>
                <a:cubicBezTo>
                  <a:pt x="3594100" y="2958881"/>
                  <a:pt x="3563438" y="2989543"/>
                  <a:pt x="3525615" y="2989543"/>
                </a:cubicBezTo>
                <a:lnTo>
                  <a:pt x="2743904" y="2989543"/>
                </a:lnTo>
                <a:lnTo>
                  <a:pt x="868585" y="2989543"/>
                </a:lnTo>
                <a:lnTo>
                  <a:pt x="50096" y="2989543"/>
                </a:lnTo>
                <a:cubicBezTo>
                  <a:pt x="22429" y="2989543"/>
                  <a:pt x="0" y="2967114"/>
                  <a:pt x="0" y="2939447"/>
                </a:cubicBezTo>
                <a:lnTo>
                  <a:pt x="0" y="50096"/>
                </a:lnTo>
                <a:cubicBezTo>
                  <a:pt x="0" y="22429"/>
                  <a:pt x="22429" y="0"/>
                  <a:pt x="50096"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6" name="Freeform 15">
            <a:extLst>
              <a:ext uri="{FF2B5EF4-FFF2-40B4-BE49-F238E27FC236}">
                <a16:creationId xmlns:a16="http://schemas.microsoft.com/office/drawing/2014/main" id="{7FC26477-1C1A-57A2-7775-F0CB02D8E448}"/>
              </a:ext>
            </a:extLst>
          </p:cNvPr>
          <p:cNvSpPr>
            <a:spLocks/>
          </p:cNvSpPr>
          <p:nvPr userDrawn="1"/>
        </p:nvSpPr>
        <p:spPr>
          <a:xfrm flipH="1">
            <a:off x="425450" y="2310872"/>
            <a:ext cx="3594100" cy="2989543"/>
          </a:xfrm>
          <a:custGeom>
            <a:avLst/>
            <a:gdLst>
              <a:gd name="csX0" fmla="*/ 50096 w 3594100"/>
              <a:gd name="csY0" fmla="*/ 0 h 2989543"/>
              <a:gd name="csX1" fmla="*/ 2743904 w 3594100"/>
              <a:gd name="csY1" fmla="*/ 0 h 2989543"/>
              <a:gd name="csX2" fmla="*/ 2794000 w 3594100"/>
              <a:gd name="csY2" fmla="*/ 50096 h 2989543"/>
              <a:gd name="csX3" fmla="*/ 2794000 w 3594100"/>
              <a:gd name="csY3" fmla="*/ 867303 h 2989543"/>
              <a:gd name="csX4" fmla="*/ 2794001 w 3594100"/>
              <a:gd name="csY4" fmla="*/ 867303 h 2989543"/>
              <a:gd name="csX5" fmla="*/ 2794001 w 3594100"/>
              <a:gd name="csY5" fmla="*/ 873183 h 2989543"/>
              <a:gd name="csX6" fmla="*/ 2862486 w 3594100"/>
              <a:gd name="csY6" fmla="*/ 941668 h 2989543"/>
              <a:gd name="csX7" fmla="*/ 3532252 w 3594100"/>
              <a:gd name="csY7" fmla="*/ 941668 h 2989543"/>
              <a:gd name="csX8" fmla="*/ 3552272 w 3594100"/>
              <a:gd name="csY8" fmla="*/ 945710 h 2989543"/>
              <a:gd name="csX9" fmla="*/ 3594100 w 3594100"/>
              <a:gd name="csY9" fmla="*/ 1008813 h 2989543"/>
              <a:gd name="csX10" fmla="*/ 3594100 w 3594100"/>
              <a:gd name="csY10" fmla="*/ 2921058 h 2989543"/>
              <a:gd name="csX11" fmla="*/ 3525615 w 3594100"/>
              <a:gd name="csY11" fmla="*/ 2989543 h 2989543"/>
              <a:gd name="csX12" fmla="*/ 2743904 w 3594100"/>
              <a:gd name="csY12" fmla="*/ 2989543 h 2989543"/>
              <a:gd name="csX13" fmla="*/ 868585 w 3594100"/>
              <a:gd name="csY13" fmla="*/ 2989543 h 2989543"/>
              <a:gd name="csX14" fmla="*/ 50096 w 3594100"/>
              <a:gd name="csY14" fmla="*/ 2989543 h 2989543"/>
              <a:gd name="csX15" fmla="*/ 0 w 3594100"/>
              <a:gd name="csY15" fmla="*/ 2939447 h 2989543"/>
              <a:gd name="csX16" fmla="*/ 0 w 3594100"/>
              <a:gd name="csY16" fmla="*/ 50096 h 2989543"/>
              <a:gd name="csX17" fmla="*/ 50096 w 3594100"/>
              <a:gd name="csY17" fmla="*/ 0 h 2989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594100" h="2989543">
                <a:moveTo>
                  <a:pt x="50096" y="0"/>
                </a:moveTo>
                <a:lnTo>
                  <a:pt x="2743904" y="0"/>
                </a:lnTo>
                <a:cubicBezTo>
                  <a:pt x="2771571" y="0"/>
                  <a:pt x="2794000" y="22429"/>
                  <a:pt x="2794000" y="50096"/>
                </a:cubicBezTo>
                <a:lnTo>
                  <a:pt x="2794000" y="867303"/>
                </a:lnTo>
                <a:lnTo>
                  <a:pt x="2794001" y="867303"/>
                </a:lnTo>
                <a:lnTo>
                  <a:pt x="2794001" y="873183"/>
                </a:lnTo>
                <a:cubicBezTo>
                  <a:pt x="2794001" y="911006"/>
                  <a:pt x="2824663" y="941668"/>
                  <a:pt x="2862486" y="941668"/>
                </a:cubicBezTo>
                <a:lnTo>
                  <a:pt x="3532252" y="941668"/>
                </a:lnTo>
                <a:lnTo>
                  <a:pt x="3552272" y="945710"/>
                </a:lnTo>
                <a:cubicBezTo>
                  <a:pt x="3576853" y="956107"/>
                  <a:pt x="3594100" y="980446"/>
                  <a:pt x="3594100" y="1008813"/>
                </a:cubicBezTo>
                <a:lnTo>
                  <a:pt x="3594100" y="2921058"/>
                </a:lnTo>
                <a:cubicBezTo>
                  <a:pt x="3594100" y="2958881"/>
                  <a:pt x="3563438" y="2989543"/>
                  <a:pt x="3525615" y="2989543"/>
                </a:cubicBezTo>
                <a:lnTo>
                  <a:pt x="2743904" y="2989543"/>
                </a:lnTo>
                <a:lnTo>
                  <a:pt x="868585" y="2989543"/>
                </a:lnTo>
                <a:lnTo>
                  <a:pt x="50096" y="2989543"/>
                </a:lnTo>
                <a:cubicBezTo>
                  <a:pt x="22429" y="2989543"/>
                  <a:pt x="0" y="2967114"/>
                  <a:pt x="0" y="2939447"/>
                </a:cubicBezTo>
                <a:lnTo>
                  <a:pt x="0" y="50096"/>
                </a:lnTo>
                <a:cubicBezTo>
                  <a:pt x="0" y="22429"/>
                  <a:pt x="22429" y="0"/>
                  <a:pt x="50096"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1" name="Freeform 10">
            <a:extLst>
              <a:ext uri="{FF2B5EF4-FFF2-40B4-BE49-F238E27FC236}">
                <a16:creationId xmlns:a16="http://schemas.microsoft.com/office/drawing/2014/main" id="{1B9C949C-DD89-5A3D-38BF-3763CF9D5B1D}"/>
              </a:ext>
            </a:extLst>
          </p:cNvPr>
          <p:cNvSpPr>
            <a:spLocks/>
          </p:cNvSpPr>
          <p:nvPr userDrawn="1"/>
        </p:nvSpPr>
        <p:spPr>
          <a:xfrm flipH="1">
            <a:off x="8169274" y="2310872"/>
            <a:ext cx="3594100" cy="2989543"/>
          </a:xfrm>
          <a:custGeom>
            <a:avLst/>
            <a:gdLst>
              <a:gd name="csX0" fmla="*/ 50096 w 3594100"/>
              <a:gd name="csY0" fmla="*/ 0 h 2989543"/>
              <a:gd name="csX1" fmla="*/ 2743904 w 3594100"/>
              <a:gd name="csY1" fmla="*/ 0 h 2989543"/>
              <a:gd name="csX2" fmla="*/ 2794000 w 3594100"/>
              <a:gd name="csY2" fmla="*/ 50096 h 2989543"/>
              <a:gd name="csX3" fmla="*/ 2794000 w 3594100"/>
              <a:gd name="csY3" fmla="*/ 867303 h 2989543"/>
              <a:gd name="csX4" fmla="*/ 2794001 w 3594100"/>
              <a:gd name="csY4" fmla="*/ 867303 h 2989543"/>
              <a:gd name="csX5" fmla="*/ 2794001 w 3594100"/>
              <a:gd name="csY5" fmla="*/ 873183 h 2989543"/>
              <a:gd name="csX6" fmla="*/ 2862486 w 3594100"/>
              <a:gd name="csY6" fmla="*/ 941668 h 2989543"/>
              <a:gd name="csX7" fmla="*/ 3532252 w 3594100"/>
              <a:gd name="csY7" fmla="*/ 941668 h 2989543"/>
              <a:gd name="csX8" fmla="*/ 3552272 w 3594100"/>
              <a:gd name="csY8" fmla="*/ 945710 h 2989543"/>
              <a:gd name="csX9" fmla="*/ 3594100 w 3594100"/>
              <a:gd name="csY9" fmla="*/ 1008813 h 2989543"/>
              <a:gd name="csX10" fmla="*/ 3594100 w 3594100"/>
              <a:gd name="csY10" fmla="*/ 2921058 h 2989543"/>
              <a:gd name="csX11" fmla="*/ 3525615 w 3594100"/>
              <a:gd name="csY11" fmla="*/ 2989543 h 2989543"/>
              <a:gd name="csX12" fmla="*/ 2743904 w 3594100"/>
              <a:gd name="csY12" fmla="*/ 2989543 h 2989543"/>
              <a:gd name="csX13" fmla="*/ 868585 w 3594100"/>
              <a:gd name="csY13" fmla="*/ 2989543 h 2989543"/>
              <a:gd name="csX14" fmla="*/ 50096 w 3594100"/>
              <a:gd name="csY14" fmla="*/ 2989543 h 2989543"/>
              <a:gd name="csX15" fmla="*/ 0 w 3594100"/>
              <a:gd name="csY15" fmla="*/ 2939447 h 2989543"/>
              <a:gd name="csX16" fmla="*/ 0 w 3594100"/>
              <a:gd name="csY16" fmla="*/ 50096 h 2989543"/>
              <a:gd name="csX17" fmla="*/ 50096 w 3594100"/>
              <a:gd name="csY17" fmla="*/ 0 h 2989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594100" h="2989543">
                <a:moveTo>
                  <a:pt x="50096" y="0"/>
                </a:moveTo>
                <a:lnTo>
                  <a:pt x="2743904" y="0"/>
                </a:lnTo>
                <a:cubicBezTo>
                  <a:pt x="2771571" y="0"/>
                  <a:pt x="2794000" y="22429"/>
                  <a:pt x="2794000" y="50096"/>
                </a:cubicBezTo>
                <a:lnTo>
                  <a:pt x="2794000" y="867303"/>
                </a:lnTo>
                <a:lnTo>
                  <a:pt x="2794001" y="867303"/>
                </a:lnTo>
                <a:lnTo>
                  <a:pt x="2794001" y="873183"/>
                </a:lnTo>
                <a:cubicBezTo>
                  <a:pt x="2794001" y="911006"/>
                  <a:pt x="2824663" y="941668"/>
                  <a:pt x="2862486" y="941668"/>
                </a:cubicBezTo>
                <a:lnTo>
                  <a:pt x="3532252" y="941668"/>
                </a:lnTo>
                <a:lnTo>
                  <a:pt x="3552272" y="945710"/>
                </a:lnTo>
                <a:cubicBezTo>
                  <a:pt x="3576853" y="956107"/>
                  <a:pt x="3594100" y="980446"/>
                  <a:pt x="3594100" y="1008813"/>
                </a:cubicBezTo>
                <a:lnTo>
                  <a:pt x="3594100" y="2921058"/>
                </a:lnTo>
                <a:cubicBezTo>
                  <a:pt x="3594100" y="2958881"/>
                  <a:pt x="3563438" y="2989543"/>
                  <a:pt x="3525615" y="2989543"/>
                </a:cubicBezTo>
                <a:lnTo>
                  <a:pt x="2743904" y="2989543"/>
                </a:lnTo>
                <a:lnTo>
                  <a:pt x="868585" y="2989543"/>
                </a:lnTo>
                <a:lnTo>
                  <a:pt x="50096" y="2989543"/>
                </a:lnTo>
                <a:cubicBezTo>
                  <a:pt x="22429" y="2989543"/>
                  <a:pt x="0" y="2967114"/>
                  <a:pt x="0" y="2939447"/>
                </a:cubicBezTo>
                <a:lnTo>
                  <a:pt x="0" y="50096"/>
                </a:lnTo>
                <a:cubicBezTo>
                  <a:pt x="0" y="22429"/>
                  <a:pt x="22429" y="0"/>
                  <a:pt x="50096"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29724A5D-FCE5-B033-C2FF-56433F295CE0}"/>
              </a:ext>
            </a:extLst>
          </p:cNvPr>
          <p:cNvSpPr>
            <a:spLocks noGrp="1" noRot="1" noMove="1" noResize="1" noEditPoints="1" noAdjustHandles="1" noChangeArrowheads="1" noChangeShapeType="1"/>
          </p:cNvSpPr>
          <p:nvPr>
            <p:ph type="title"/>
          </p:nvPr>
        </p:nvSpPr>
        <p:spPr/>
        <p:txBody>
          <a:bodyPr/>
          <a:lstStyle>
            <a:lvl1pPr>
              <a:defRPr>
                <a:solidFill>
                  <a:schemeClr val="tx1"/>
                </a:solidFill>
              </a:defRPr>
            </a:lvl1pPr>
          </a:lstStyle>
          <a:p>
            <a:r>
              <a:rPr lang="en-US" dirty="0"/>
              <a:t>Click to edit Master title style</a:t>
            </a:r>
            <a:endParaRPr lang="en-GB" dirty="0"/>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p>
            <a:pPr algn="ctr"/>
            <a:fld id="{8D9EFB22-C5D2-1B46-A38E-32A97E53D91A}"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8" name="Text Placeholder 17">
            <a:extLst>
              <a:ext uri="{FF2B5EF4-FFF2-40B4-BE49-F238E27FC236}">
                <a16:creationId xmlns:a16="http://schemas.microsoft.com/office/drawing/2014/main" id="{1011E7B2-E6C8-FB62-72B8-8666522BD8EC}"/>
              </a:ext>
            </a:extLst>
          </p:cNvPr>
          <p:cNvSpPr>
            <a:spLocks noGrp="1"/>
          </p:cNvSpPr>
          <p:nvPr>
            <p:ph type="body" sz="quarter" idx="13" hasCustomPrompt="1"/>
          </p:nvPr>
        </p:nvSpPr>
        <p:spPr>
          <a:xfrm>
            <a:off x="425450" y="2310872"/>
            <a:ext cx="624272" cy="811741"/>
          </a:xfrm>
          <a:prstGeom prst="roundRect">
            <a:avLst>
              <a:gd name="adj" fmla="val 7742"/>
            </a:avLst>
          </a:prstGeom>
          <a:solidFill>
            <a:schemeClr val="accent2"/>
          </a:solidFill>
        </p:spPr>
        <p:txBody>
          <a:bodyPr anchor="ctr" anchorCtr="1">
            <a:noAutofit/>
          </a:bodyPr>
          <a:lstStyle>
            <a:lvl1pPr>
              <a:defRPr sz="3500" b="1" i="0">
                <a:solidFill>
                  <a:schemeClr val="accent6"/>
                </a:solidFill>
                <a:latin typeface="Movistar Sans" pitchFamily="2" charset="77"/>
                <a:ea typeface="Movistar Sans" pitchFamily="2" charset="77"/>
              </a:defRPr>
            </a:lvl1pPr>
          </a:lstStyle>
          <a:p>
            <a:pPr lvl="0"/>
            <a:r>
              <a:rPr lang="en-GB" dirty="0"/>
              <a:t>#</a:t>
            </a:r>
          </a:p>
        </p:txBody>
      </p:sp>
      <p:sp>
        <p:nvSpPr>
          <p:cNvPr id="24" name="Text Placeholder 17">
            <a:extLst>
              <a:ext uri="{FF2B5EF4-FFF2-40B4-BE49-F238E27FC236}">
                <a16:creationId xmlns:a16="http://schemas.microsoft.com/office/drawing/2014/main" id="{A99B87C5-F57A-C23E-7542-EB665CCD861F}"/>
              </a:ext>
            </a:extLst>
          </p:cNvPr>
          <p:cNvSpPr>
            <a:spLocks noGrp="1"/>
          </p:cNvSpPr>
          <p:nvPr>
            <p:ph type="body" sz="quarter" idx="16" hasCustomPrompt="1"/>
          </p:nvPr>
        </p:nvSpPr>
        <p:spPr>
          <a:xfrm>
            <a:off x="4297362" y="2310872"/>
            <a:ext cx="624272" cy="811741"/>
          </a:xfrm>
          <a:prstGeom prst="roundRect">
            <a:avLst>
              <a:gd name="adj" fmla="val 7742"/>
            </a:avLst>
          </a:prstGeom>
          <a:solidFill>
            <a:schemeClr val="accent4"/>
          </a:solidFill>
        </p:spPr>
        <p:txBody>
          <a:bodyPr anchor="ctr" anchorCtr="1">
            <a:noAutofit/>
          </a:bodyPr>
          <a:lstStyle>
            <a:lvl1pPr>
              <a:defRPr sz="3500" b="1" i="0">
                <a:solidFill>
                  <a:srgbClr val="6A2C13"/>
                </a:solidFill>
                <a:latin typeface="Movistar Sans" pitchFamily="2" charset="77"/>
                <a:ea typeface="Movistar Sans" pitchFamily="2" charset="77"/>
              </a:defRPr>
            </a:lvl1pPr>
          </a:lstStyle>
          <a:p>
            <a:pPr lvl="0"/>
            <a:r>
              <a:rPr lang="en-GB" dirty="0"/>
              <a:t>#</a:t>
            </a:r>
          </a:p>
        </p:txBody>
      </p:sp>
      <p:sp>
        <p:nvSpPr>
          <p:cNvPr id="28" name="Text Placeholder 17">
            <a:extLst>
              <a:ext uri="{FF2B5EF4-FFF2-40B4-BE49-F238E27FC236}">
                <a16:creationId xmlns:a16="http://schemas.microsoft.com/office/drawing/2014/main" id="{0710385D-7CBA-93ED-63F6-F5DBE96E7534}"/>
              </a:ext>
            </a:extLst>
          </p:cNvPr>
          <p:cNvSpPr>
            <a:spLocks noGrp="1"/>
          </p:cNvSpPr>
          <p:nvPr>
            <p:ph type="body" sz="quarter" idx="19" hasCustomPrompt="1"/>
          </p:nvPr>
        </p:nvSpPr>
        <p:spPr>
          <a:xfrm>
            <a:off x="8169274" y="2310872"/>
            <a:ext cx="624272" cy="811741"/>
          </a:xfrm>
          <a:prstGeom prst="roundRect">
            <a:avLst>
              <a:gd name="adj" fmla="val 7742"/>
            </a:avLst>
          </a:prstGeom>
          <a:solidFill>
            <a:schemeClr val="accent3"/>
          </a:solidFill>
        </p:spPr>
        <p:txBody>
          <a:bodyPr anchor="ctr" anchorCtr="1">
            <a:noAutofit/>
          </a:bodyPr>
          <a:lstStyle>
            <a:lvl1pPr>
              <a:defRPr sz="3500" b="1" i="0">
                <a:solidFill>
                  <a:srgbClr val="624900"/>
                </a:solidFill>
                <a:latin typeface="Movistar Sans" pitchFamily="2" charset="77"/>
                <a:ea typeface="Movistar Sans" pitchFamily="2" charset="77"/>
              </a:defRPr>
            </a:lvl1pPr>
          </a:lstStyle>
          <a:p>
            <a:pPr lvl="0"/>
            <a:r>
              <a:rPr lang="en-GB" dirty="0"/>
              <a:t>#</a:t>
            </a:r>
          </a:p>
        </p:txBody>
      </p:sp>
      <p:sp>
        <p:nvSpPr>
          <p:cNvPr id="29" name="Text Placeholder 20">
            <a:extLst>
              <a:ext uri="{FF2B5EF4-FFF2-40B4-BE49-F238E27FC236}">
                <a16:creationId xmlns:a16="http://schemas.microsoft.com/office/drawing/2014/main" id="{61153AE4-B910-27DE-CC4C-488D7415B2C3}"/>
              </a:ext>
            </a:extLst>
          </p:cNvPr>
          <p:cNvSpPr>
            <a:spLocks noGrp="1"/>
          </p:cNvSpPr>
          <p:nvPr>
            <p:ph type="body" sz="quarter" idx="20"/>
          </p:nvPr>
        </p:nvSpPr>
        <p:spPr>
          <a:xfrm>
            <a:off x="9158442" y="2562225"/>
            <a:ext cx="2475769" cy="889000"/>
          </a:xfrm>
        </p:spPr>
        <p:txBody>
          <a:bodyPr/>
          <a:lstStyle>
            <a:lvl1pPr>
              <a:lnSpc>
                <a:spcPct val="85000"/>
              </a:lnSpc>
              <a:spcBef>
                <a:spcPts val="0"/>
              </a:spcBef>
              <a:defRPr sz="240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0" name="Text Placeholder 20">
            <a:extLst>
              <a:ext uri="{FF2B5EF4-FFF2-40B4-BE49-F238E27FC236}">
                <a16:creationId xmlns:a16="http://schemas.microsoft.com/office/drawing/2014/main" id="{20F34E05-D140-1128-468D-AD02F8CDCE78}"/>
              </a:ext>
            </a:extLst>
          </p:cNvPr>
          <p:cNvSpPr>
            <a:spLocks noGrp="1"/>
          </p:cNvSpPr>
          <p:nvPr>
            <p:ph type="body" sz="quarter" idx="21"/>
          </p:nvPr>
        </p:nvSpPr>
        <p:spPr>
          <a:xfrm>
            <a:off x="8289389" y="3561312"/>
            <a:ext cx="3344822" cy="1855604"/>
          </a:xfrm>
        </p:spPr>
        <p:txBody>
          <a:bodyPr/>
          <a:lstStyle>
            <a:lvl1pPr marL="179388" indent="-179388">
              <a:lnSpc>
                <a:spcPct val="100000"/>
              </a:lnSpc>
              <a:spcBef>
                <a:spcPts val="500"/>
              </a:spcBef>
              <a:buFont typeface="+mj-lt"/>
              <a:buAutoNum type="arabicPeriod"/>
              <a:tabLst/>
              <a:defRPr sz="1250" b="0" i="0" spc="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13" name="Text Placeholder 20">
            <a:extLst>
              <a:ext uri="{FF2B5EF4-FFF2-40B4-BE49-F238E27FC236}">
                <a16:creationId xmlns:a16="http://schemas.microsoft.com/office/drawing/2014/main" id="{7C5FA937-432B-A2C5-DB5A-031F946893F6}"/>
              </a:ext>
            </a:extLst>
          </p:cNvPr>
          <p:cNvSpPr>
            <a:spLocks noGrp="1"/>
          </p:cNvSpPr>
          <p:nvPr>
            <p:ph type="body" sz="quarter" idx="22"/>
          </p:nvPr>
        </p:nvSpPr>
        <p:spPr>
          <a:xfrm>
            <a:off x="5286530" y="2562225"/>
            <a:ext cx="2475769" cy="889000"/>
          </a:xfrm>
        </p:spPr>
        <p:txBody>
          <a:bodyPr/>
          <a:lstStyle>
            <a:lvl1pPr>
              <a:lnSpc>
                <a:spcPct val="85000"/>
              </a:lnSpc>
              <a:spcBef>
                <a:spcPts val="0"/>
              </a:spcBef>
              <a:defRPr sz="240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5" name="Text Placeholder 20">
            <a:extLst>
              <a:ext uri="{FF2B5EF4-FFF2-40B4-BE49-F238E27FC236}">
                <a16:creationId xmlns:a16="http://schemas.microsoft.com/office/drawing/2014/main" id="{BA52B63C-702C-1DBD-AB34-5C99A2FBEDBC}"/>
              </a:ext>
            </a:extLst>
          </p:cNvPr>
          <p:cNvSpPr>
            <a:spLocks noGrp="1"/>
          </p:cNvSpPr>
          <p:nvPr>
            <p:ph type="body" sz="quarter" idx="23"/>
          </p:nvPr>
        </p:nvSpPr>
        <p:spPr>
          <a:xfrm>
            <a:off x="4417477" y="3561312"/>
            <a:ext cx="3344822" cy="1855604"/>
          </a:xfrm>
        </p:spPr>
        <p:txBody>
          <a:bodyPr/>
          <a:lstStyle>
            <a:lvl1pPr marL="179388" indent="-179388">
              <a:lnSpc>
                <a:spcPct val="100000"/>
              </a:lnSpc>
              <a:spcBef>
                <a:spcPts val="500"/>
              </a:spcBef>
              <a:buFont typeface="+mj-lt"/>
              <a:buAutoNum type="arabicPeriod"/>
              <a:tabLst/>
              <a:defRPr sz="1250" b="0" i="0" spc="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17" name="Text Placeholder 20">
            <a:extLst>
              <a:ext uri="{FF2B5EF4-FFF2-40B4-BE49-F238E27FC236}">
                <a16:creationId xmlns:a16="http://schemas.microsoft.com/office/drawing/2014/main" id="{60D49A75-C56D-9AA8-6A7E-6BA70ADF63CA}"/>
              </a:ext>
            </a:extLst>
          </p:cNvPr>
          <p:cNvSpPr>
            <a:spLocks noGrp="1"/>
          </p:cNvSpPr>
          <p:nvPr>
            <p:ph type="body" sz="quarter" idx="24"/>
          </p:nvPr>
        </p:nvSpPr>
        <p:spPr>
          <a:xfrm>
            <a:off x="1414618" y="2562225"/>
            <a:ext cx="2475769" cy="889000"/>
          </a:xfrm>
        </p:spPr>
        <p:txBody>
          <a:bodyPr/>
          <a:lstStyle>
            <a:lvl1pPr>
              <a:lnSpc>
                <a:spcPct val="85000"/>
              </a:lnSpc>
              <a:spcBef>
                <a:spcPts val="0"/>
              </a:spcBef>
              <a:defRPr sz="240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19" name="Text Placeholder 20">
            <a:extLst>
              <a:ext uri="{FF2B5EF4-FFF2-40B4-BE49-F238E27FC236}">
                <a16:creationId xmlns:a16="http://schemas.microsoft.com/office/drawing/2014/main" id="{10F5EE38-FAF7-B19A-FF3F-1E6A114601DD}"/>
              </a:ext>
            </a:extLst>
          </p:cNvPr>
          <p:cNvSpPr>
            <a:spLocks noGrp="1"/>
          </p:cNvSpPr>
          <p:nvPr>
            <p:ph type="body" sz="quarter" idx="25"/>
          </p:nvPr>
        </p:nvSpPr>
        <p:spPr>
          <a:xfrm>
            <a:off x="557789" y="3561312"/>
            <a:ext cx="3332598" cy="1855604"/>
          </a:xfrm>
        </p:spPr>
        <p:txBody>
          <a:bodyPr/>
          <a:lstStyle>
            <a:lvl1pPr marL="179388" indent="-179388">
              <a:lnSpc>
                <a:spcPct val="100000"/>
              </a:lnSpc>
              <a:spcBef>
                <a:spcPts val="500"/>
              </a:spcBef>
              <a:buFont typeface="+mj-lt"/>
              <a:buAutoNum type="arabicPeriod"/>
              <a:tabLst/>
              <a:defRPr sz="1250" b="0" i="0" spc="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185507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genda 02 x5">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24A5D-FCE5-B033-C2FF-56433F295CE0}"/>
              </a:ext>
            </a:extLst>
          </p:cNvPr>
          <p:cNvSpPr>
            <a:spLocks noGrp="1" noRot="1" noMove="1" noResize="1" noEditPoints="1" noAdjustHandles="1" noChangeArrowheads="1" noChangeShapeType="1"/>
          </p:cNvSpPr>
          <p:nvPr>
            <p:ph type="title"/>
          </p:nvPr>
        </p:nvSpPr>
        <p:spPr/>
        <p:txBody>
          <a:bodyPr/>
          <a:lstStyle>
            <a:lvl1pPr>
              <a:defRPr>
                <a:solidFill>
                  <a:schemeClr val="tx1"/>
                </a:solidFill>
              </a:defRPr>
            </a:lvl1pPr>
          </a:lstStyle>
          <a:p>
            <a:r>
              <a:rPr lang="en-US"/>
              <a:t>Click to edit Master title style</a:t>
            </a:r>
            <a:endParaRPr lang="en-GB"/>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p>
            <a:pPr algn="ctr"/>
            <a:fld id="{D41D7A07-DB02-8348-A679-E5EB7227B235}"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4" name="Freeform 13">
            <a:extLst>
              <a:ext uri="{FF2B5EF4-FFF2-40B4-BE49-F238E27FC236}">
                <a16:creationId xmlns:a16="http://schemas.microsoft.com/office/drawing/2014/main" id="{3B362BBC-EAEB-A5C9-82B7-7305F9273ECF}"/>
              </a:ext>
            </a:extLst>
          </p:cNvPr>
          <p:cNvSpPr>
            <a:spLocks/>
          </p:cNvSpPr>
          <p:nvPr userDrawn="1"/>
        </p:nvSpPr>
        <p:spPr>
          <a:xfrm flipH="1">
            <a:off x="427560" y="2311261"/>
            <a:ext cx="2163240" cy="2989543"/>
          </a:xfrm>
          <a:custGeom>
            <a:avLst/>
            <a:gdLst>
              <a:gd name="csX0" fmla="*/ 116561 w 4379899"/>
              <a:gd name="csY0" fmla="*/ 0 h 6052911"/>
              <a:gd name="csX1" fmla="*/ 2657375 w 4379899"/>
              <a:gd name="csY1" fmla="*/ 0 h 6052911"/>
              <a:gd name="csX2" fmla="*/ 2764776 w 4379899"/>
              <a:gd name="csY2" fmla="*/ 71190 h 6052911"/>
              <a:gd name="csX3" fmla="*/ 2772685 w 4379899"/>
              <a:gd name="csY3" fmla="*/ 110365 h 6052911"/>
              <a:gd name="csX4" fmla="*/ 2772685 w 4379899"/>
              <a:gd name="csY4" fmla="*/ 1796498 h 6052911"/>
              <a:gd name="csX5" fmla="*/ 2889246 w 4379899"/>
              <a:gd name="csY5" fmla="*/ 1913059 h 6052911"/>
              <a:gd name="csX6" fmla="*/ 3050561 w 4379899"/>
              <a:gd name="csY6" fmla="*/ 1913059 h 6052911"/>
              <a:gd name="csX7" fmla="*/ 3050561 w 4379899"/>
              <a:gd name="csY7" fmla="*/ 1913326 h 6052911"/>
              <a:gd name="csX8" fmla="*/ 4263339 w 4379899"/>
              <a:gd name="csY8" fmla="*/ 1913326 h 6052911"/>
              <a:gd name="csX9" fmla="*/ 4379899 w 4379899"/>
              <a:gd name="csY9" fmla="*/ 2029887 h 6052911"/>
              <a:gd name="csX10" fmla="*/ 4379899 w 4379899"/>
              <a:gd name="csY10" fmla="*/ 5936350 h 6052911"/>
              <a:gd name="csX11" fmla="*/ 4263339 w 4379899"/>
              <a:gd name="csY11" fmla="*/ 6052911 h 6052911"/>
              <a:gd name="csX12" fmla="*/ 2657375 w 4379899"/>
              <a:gd name="csY12" fmla="*/ 6052911 h 6052911"/>
              <a:gd name="csX13" fmla="*/ 1722524 w 4379899"/>
              <a:gd name="csY13" fmla="*/ 6052911 h 6052911"/>
              <a:gd name="csX14" fmla="*/ 116561 w 4379899"/>
              <a:gd name="csY14" fmla="*/ 6052911 h 6052911"/>
              <a:gd name="csX15" fmla="*/ 0 w 4379899"/>
              <a:gd name="csY15" fmla="*/ 5936350 h 6052911"/>
              <a:gd name="csX16" fmla="*/ 0 w 4379899"/>
              <a:gd name="csY16" fmla="*/ 116561 h 6052911"/>
              <a:gd name="csX17" fmla="*/ 116561 w 4379899"/>
              <a:gd name="csY17" fmla="*/ 0 h 6052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379899" h="6052911">
                <a:moveTo>
                  <a:pt x="116561" y="0"/>
                </a:moveTo>
                <a:lnTo>
                  <a:pt x="2657375" y="0"/>
                </a:lnTo>
                <a:cubicBezTo>
                  <a:pt x="2705656" y="0"/>
                  <a:pt x="2747081" y="29355"/>
                  <a:pt x="2764776" y="71190"/>
                </a:cubicBezTo>
                <a:lnTo>
                  <a:pt x="2772685" y="110365"/>
                </a:lnTo>
                <a:lnTo>
                  <a:pt x="2772685" y="1796498"/>
                </a:lnTo>
                <a:cubicBezTo>
                  <a:pt x="2772685" y="1860873"/>
                  <a:pt x="2824871" y="1913059"/>
                  <a:pt x="2889246" y="1913059"/>
                </a:cubicBezTo>
                <a:lnTo>
                  <a:pt x="3050561" y="1913059"/>
                </a:lnTo>
                <a:lnTo>
                  <a:pt x="3050561" y="1913326"/>
                </a:lnTo>
                <a:lnTo>
                  <a:pt x="4263339" y="1913326"/>
                </a:lnTo>
                <a:cubicBezTo>
                  <a:pt x="4327713" y="1913326"/>
                  <a:pt x="4379899" y="1965512"/>
                  <a:pt x="4379899" y="2029887"/>
                </a:cubicBezTo>
                <a:lnTo>
                  <a:pt x="4379899" y="5936350"/>
                </a:lnTo>
                <a:cubicBezTo>
                  <a:pt x="4379899" y="6000725"/>
                  <a:pt x="4327713" y="6052911"/>
                  <a:pt x="4263339" y="6052911"/>
                </a:cubicBezTo>
                <a:lnTo>
                  <a:pt x="2657375" y="6052911"/>
                </a:lnTo>
                <a:lnTo>
                  <a:pt x="1722524" y="6052911"/>
                </a:lnTo>
                <a:lnTo>
                  <a:pt x="116561" y="6052911"/>
                </a:lnTo>
                <a:cubicBezTo>
                  <a:pt x="52186" y="6052911"/>
                  <a:pt x="0" y="6000725"/>
                  <a:pt x="0" y="5936350"/>
                </a:cubicBezTo>
                <a:lnTo>
                  <a:pt x="0" y="116561"/>
                </a:lnTo>
                <a:cubicBezTo>
                  <a:pt x="0" y="52186"/>
                  <a:pt x="52186" y="0"/>
                  <a:pt x="11656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8" name="Text Placeholder 17">
            <a:extLst>
              <a:ext uri="{FF2B5EF4-FFF2-40B4-BE49-F238E27FC236}">
                <a16:creationId xmlns:a16="http://schemas.microsoft.com/office/drawing/2014/main" id="{1011E7B2-E6C8-FB62-72B8-8666522BD8EC}"/>
              </a:ext>
            </a:extLst>
          </p:cNvPr>
          <p:cNvSpPr>
            <a:spLocks noGrp="1"/>
          </p:cNvSpPr>
          <p:nvPr>
            <p:ph type="body" sz="quarter" idx="13" hasCustomPrompt="1"/>
          </p:nvPr>
        </p:nvSpPr>
        <p:spPr>
          <a:xfrm>
            <a:off x="427560" y="2310872"/>
            <a:ext cx="624272" cy="811741"/>
          </a:xfrm>
          <a:prstGeom prst="roundRect">
            <a:avLst>
              <a:gd name="adj" fmla="val 7742"/>
            </a:avLst>
          </a:prstGeom>
          <a:solidFill>
            <a:schemeClr val="accent2"/>
          </a:solidFill>
        </p:spPr>
        <p:txBody>
          <a:bodyPr anchor="ctr" anchorCtr="1">
            <a:noAutofit/>
          </a:bodyPr>
          <a:lstStyle>
            <a:lvl1pPr>
              <a:defRPr sz="3500" b="1" i="0">
                <a:solidFill>
                  <a:schemeClr val="accent6"/>
                </a:solidFill>
                <a:latin typeface="Movistar Sans" pitchFamily="2" charset="77"/>
                <a:ea typeface="Movistar Sans" pitchFamily="2" charset="77"/>
              </a:defRPr>
            </a:lvl1pPr>
          </a:lstStyle>
          <a:p>
            <a:pPr lvl="0"/>
            <a:r>
              <a:rPr lang="en-GB" dirty="0"/>
              <a:t>#</a:t>
            </a:r>
          </a:p>
        </p:txBody>
      </p:sp>
      <p:sp>
        <p:nvSpPr>
          <p:cNvPr id="21" name="Text Placeholder 20">
            <a:extLst>
              <a:ext uri="{FF2B5EF4-FFF2-40B4-BE49-F238E27FC236}">
                <a16:creationId xmlns:a16="http://schemas.microsoft.com/office/drawing/2014/main" id="{BE8D63A0-15E6-BA05-D220-291B129D225A}"/>
              </a:ext>
            </a:extLst>
          </p:cNvPr>
          <p:cNvSpPr>
            <a:spLocks noGrp="1"/>
          </p:cNvSpPr>
          <p:nvPr>
            <p:ph type="body" sz="quarter" idx="14"/>
          </p:nvPr>
        </p:nvSpPr>
        <p:spPr>
          <a:xfrm>
            <a:off x="1306282" y="2562225"/>
            <a:ext cx="1174750" cy="889000"/>
          </a:xfrm>
        </p:spPr>
        <p:txBody>
          <a:bodyPr/>
          <a:lstStyle>
            <a:lvl1pPr>
              <a:lnSpc>
                <a:spcPct val="85000"/>
              </a:lnSpc>
              <a:spcBef>
                <a:spcPts val="0"/>
              </a:spcBef>
              <a:defRPr sz="1500" b="1" i="0" spc="-40" baseline="0">
                <a:solidFill>
                  <a:schemeClr val="tx1"/>
                </a:solidFill>
                <a:latin typeface="Movistar Sans" pitchFamily="2" charset="77"/>
                <a:ea typeface="Movistar Sans" pitchFamily="2" charset="77"/>
              </a:defRPr>
            </a:lvl1pPr>
            <a:lvl2pPr>
              <a:lnSpc>
                <a:spcPct val="85000"/>
              </a:lnSpc>
              <a:spcBef>
                <a:spcPts val="0"/>
              </a:spcBef>
              <a:defRPr sz="1500" b="1" i="0" spc="-4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2" name="Text Placeholder 20">
            <a:extLst>
              <a:ext uri="{FF2B5EF4-FFF2-40B4-BE49-F238E27FC236}">
                <a16:creationId xmlns:a16="http://schemas.microsoft.com/office/drawing/2014/main" id="{EBF23974-058D-3B78-CC72-8AB773A53AAF}"/>
              </a:ext>
            </a:extLst>
          </p:cNvPr>
          <p:cNvSpPr>
            <a:spLocks noGrp="1"/>
          </p:cNvSpPr>
          <p:nvPr>
            <p:ph type="body" sz="quarter" idx="15"/>
          </p:nvPr>
        </p:nvSpPr>
        <p:spPr>
          <a:xfrm>
            <a:off x="633600" y="3503256"/>
            <a:ext cx="1957200" cy="1855604"/>
          </a:xfrm>
        </p:spPr>
        <p:txBody>
          <a:bodyPr/>
          <a:lstStyle>
            <a:lvl1pPr marL="179388" indent="-179388">
              <a:lnSpc>
                <a:spcPct val="100000"/>
              </a:lnSpc>
              <a:spcBef>
                <a:spcPts val="500"/>
              </a:spcBef>
              <a:buFont typeface="+mj-lt"/>
              <a:buAutoNum type="arabicPeriod"/>
              <a:tabLst/>
              <a:defRPr sz="1250" b="0" i="0" spc="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3" name="Freeform 22">
            <a:extLst>
              <a:ext uri="{FF2B5EF4-FFF2-40B4-BE49-F238E27FC236}">
                <a16:creationId xmlns:a16="http://schemas.microsoft.com/office/drawing/2014/main" id="{F1E80185-03B2-82B2-A481-56C918956875}"/>
              </a:ext>
            </a:extLst>
          </p:cNvPr>
          <p:cNvSpPr>
            <a:spLocks/>
          </p:cNvSpPr>
          <p:nvPr userDrawn="1"/>
        </p:nvSpPr>
        <p:spPr>
          <a:xfrm flipH="1">
            <a:off x="2719910" y="2311261"/>
            <a:ext cx="2163240" cy="2989543"/>
          </a:xfrm>
          <a:custGeom>
            <a:avLst/>
            <a:gdLst>
              <a:gd name="csX0" fmla="*/ 116561 w 4379899"/>
              <a:gd name="csY0" fmla="*/ 0 h 6052911"/>
              <a:gd name="csX1" fmla="*/ 2657375 w 4379899"/>
              <a:gd name="csY1" fmla="*/ 0 h 6052911"/>
              <a:gd name="csX2" fmla="*/ 2764776 w 4379899"/>
              <a:gd name="csY2" fmla="*/ 71190 h 6052911"/>
              <a:gd name="csX3" fmla="*/ 2772685 w 4379899"/>
              <a:gd name="csY3" fmla="*/ 110365 h 6052911"/>
              <a:gd name="csX4" fmla="*/ 2772685 w 4379899"/>
              <a:gd name="csY4" fmla="*/ 1796498 h 6052911"/>
              <a:gd name="csX5" fmla="*/ 2889246 w 4379899"/>
              <a:gd name="csY5" fmla="*/ 1913059 h 6052911"/>
              <a:gd name="csX6" fmla="*/ 3050561 w 4379899"/>
              <a:gd name="csY6" fmla="*/ 1913059 h 6052911"/>
              <a:gd name="csX7" fmla="*/ 3050561 w 4379899"/>
              <a:gd name="csY7" fmla="*/ 1913326 h 6052911"/>
              <a:gd name="csX8" fmla="*/ 4263339 w 4379899"/>
              <a:gd name="csY8" fmla="*/ 1913326 h 6052911"/>
              <a:gd name="csX9" fmla="*/ 4379899 w 4379899"/>
              <a:gd name="csY9" fmla="*/ 2029887 h 6052911"/>
              <a:gd name="csX10" fmla="*/ 4379899 w 4379899"/>
              <a:gd name="csY10" fmla="*/ 5936350 h 6052911"/>
              <a:gd name="csX11" fmla="*/ 4263339 w 4379899"/>
              <a:gd name="csY11" fmla="*/ 6052911 h 6052911"/>
              <a:gd name="csX12" fmla="*/ 2657375 w 4379899"/>
              <a:gd name="csY12" fmla="*/ 6052911 h 6052911"/>
              <a:gd name="csX13" fmla="*/ 1722524 w 4379899"/>
              <a:gd name="csY13" fmla="*/ 6052911 h 6052911"/>
              <a:gd name="csX14" fmla="*/ 116561 w 4379899"/>
              <a:gd name="csY14" fmla="*/ 6052911 h 6052911"/>
              <a:gd name="csX15" fmla="*/ 0 w 4379899"/>
              <a:gd name="csY15" fmla="*/ 5936350 h 6052911"/>
              <a:gd name="csX16" fmla="*/ 0 w 4379899"/>
              <a:gd name="csY16" fmla="*/ 116561 h 6052911"/>
              <a:gd name="csX17" fmla="*/ 116561 w 4379899"/>
              <a:gd name="csY17" fmla="*/ 0 h 6052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379899" h="6052911">
                <a:moveTo>
                  <a:pt x="116561" y="0"/>
                </a:moveTo>
                <a:lnTo>
                  <a:pt x="2657375" y="0"/>
                </a:lnTo>
                <a:cubicBezTo>
                  <a:pt x="2705656" y="0"/>
                  <a:pt x="2747081" y="29355"/>
                  <a:pt x="2764776" y="71190"/>
                </a:cubicBezTo>
                <a:lnTo>
                  <a:pt x="2772685" y="110365"/>
                </a:lnTo>
                <a:lnTo>
                  <a:pt x="2772685" y="1796498"/>
                </a:lnTo>
                <a:cubicBezTo>
                  <a:pt x="2772685" y="1860873"/>
                  <a:pt x="2824871" y="1913059"/>
                  <a:pt x="2889246" y="1913059"/>
                </a:cubicBezTo>
                <a:lnTo>
                  <a:pt x="3050561" y="1913059"/>
                </a:lnTo>
                <a:lnTo>
                  <a:pt x="3050561" y="1913326"/>
                </a:lnTo>
                <a:lnTo>
                  <a:pt x="4263339" y="1913326"/>
                </a:lnTo>
                <a:cubicBezTo>
                  <a:pt x="4327713" y="1913326"/>
                  <a:pt x="4379899" y="1965512"/>
                  <a:pt x="4379899" y="2029887"/>
                </a:cubicBezTo>
                <a:lnTo>
                  <a:pt x="4379899" y="5936350"/>
                </a:lnTo>
                <a:cubicBezTo>
                  <a:pt x="4379899" y="6000725"/>
                  <a:pt x="4327713" y="6052911"/>
                  <a:pt x="4263339" y="6052911"/>
                </a:cubicBezTo>
                <a:lnTo>
                  <a:pt x="2657375" y="6052911"/>
                </a:lnTo>
                <a:lnTo>
                  <a:pt x="1722524" y="6052911"/>
                </a:lnTo>
                <a:lnTo>
                  <a:pt x="116561" y="6052911"/>
                </a:lnTo>
                <a:cubicBezTo>
                  <a:pt x="52186" y="6052911"/>
                  <a:pt x="0" y="6000725"/>
                  <a:pt x="0" y="5936350"/>
                </a:cubicBezTo>
                <a:lnTo>
                  <a:pt x="0" y="116561"/>
                </a:lnTo>
                <a:cubicBezTo>
                  <a:pt x="0" y="52186"/>
                  <a:pt x="52186" y="0"/>
                  <a:pt x="11656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4" name="Text Placeholder 17">
            <a:extLst>
              <a:ext uri="{FF2B5EF4-FFF2-40B4-BE49-F238E27FC236}">
                <a16:creationId xmlns:a16="http://schemas.microsoft.com/office/drawing/2014/main" id="{A99B87C5-F57A-C23E-7542-EB665CCD861F}"/>
              </a:ext>
            </a:extLst>
          </p:cNvPr>
          <p:cNvSpPr>
            <a:spLocks noGrp="1"/>
          </p:cNvSpPr>
          <p:nvPr>
            <p:ph type="body" sz="quarter" idx="16" hasCustomPrompt="1"/>
          </p:nvPr>
        </p:nvSpPr>
        <p:spPr>
          <a:xfrm>
            <a:off x="2719910" y="2310872"/>
            <a:ext cx="624272" cy="811741"/>
          </a:xfrm>
          <a:prstGeom prst="roundRect">
            <a:avLst>
              <a:gd name="adj" fmla="val 7742"/>
            </a:avLst>
          </a:prstGeom>
          <a:solidFill>
            <a:schemeClr val="accent4"/>
          </a:solidFill>
        </p:spPr>
        <p:txBody>
          <a:bodyPr anchor="ctr" anchorCtr="1">
            <a:noAutofit/>
          </a:bodyPr>
          <a:lstStyle>
            <a:lvl1pPr>
              <a:defRPr sz="3500" b="1" i="0">
                <a:solidFill>
                  <a:srgbClr val="6A2C13"/>
                </a:solidFill>
                <a:latin typeface="Movistar Sans" pitchFamily="2" charset="77"/>
                <a:ea typeface="Movistar Sans" pitchFamily="2" charset="77"/>
              </a:defRPr>
            </a:lvl1pPr>
          </a:lstStyle>
          <a:p>
            <a:pPr lvl="0"/>
            <a:r>
              <a:rPr lang="en-GB" dirty="0"/>
              <a:t>#</a:t>
            </a:r>
          </a:p>
        </p:txBody>
      </p:sp>
      <p:sp>
        <p:nvSpPr>
          <p:cNvPr id="25" name="Text Placeholder 20">
            <a:extLst>
              <a:ext uri="{FF2B5EF4-FFF2-40B4-BE49-F238E27FC236}">
                <a16:creationId xmlns:a16="http://schemas.microsoft.com/office/drawing/2014/main" id="{93B085B3-B917-999D-1229-4DEE52452ACB}"/>
              </a:ext>
            </a:extLst>
          </p:cNvPr>
          <p:cNvSpPr>
            <a:spLocks noGrp="1"/>
          </p:cNvSpPr>
          <p:nvPr>
            <p:ph type="body" sz="quarter" idx="17"/>
          </p:nvPr>
        </p:nvSpPr>
        <p:spPr>
          <a:xfrm>
            <a:off x="3598632" y="2562225"/>
            <a:ext cx="1174750" cy="889000"/>
          </a:xfrm>
        </p:spPr>
        <p:txBody>
          <a:bodyPr/>
          <a:lstStyle>
            <a:lvl1pPr>
              <a:lnSpc>
                <a:spcPct val="85000"/>
              </a:lnSpc>
              <a:spcBef>
                <a:spcPts val="0"/>
              </a:spcBef>
              <a:defRPr sz="1500" b="1" i="0" spc="-40" baseline="0">
                <a:solidFill>
                  <a:schemeClr val="tx1"/>
                </a:solidFill>
                <a:latin typeface="Movistar Sans" pitchFamily="2" charset="77"/>
                <a:ea typeface="Movistar Sans" pitchFamily="2" charset="77"/>
              </a:defRPr>
            </a:lvl1pPr>
            <a:lvl2pPr>
              <a:lnSpc>
                <a:spcPct val="85000"/>
              </a:lnSpc>
              <a:spcBef>
                <a:spcPts val="0"/>
              </a:spcBef>
              <a:defRPr sz="1500" b="1" i="0" spc="-4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6" name="Text Placeholder 20">
            <a:extLst>
              <a:ext uri="{FF2B5EF4-FFF2-40B4-BE49-F238E27FC236}">
                <a16:creationId xmlns:a16="http://schemas.microsoft.com/office/drawing/2014/main" id="{7277094E-6324-6570-712A-F0BD147B01C4}"/>
              </a:ext>
            </a:extLst>
          </p:cNvPr>
          <p:cNvSpPr>
            <a:spLocks noGrp="1"/>
          </p:cNvSpPr>
          <p:nvPr>
            <p:ph type="body" sz="quarter" idx="18"/>
          </p:nvPr>
        </p:nvSpPr>
        <p:spPr>
          <a:xfrm>
            <a:off x="2925950" y="3503256"/>
            <a:ext cx="1957200" cy="1855604"/>
          </a:xfrm>
        </p:spPr>
        <p:txBody>
          <a:bodyPr/>
          <a:lstStyle>
            <a:lvl1pPr marL="179388" indent="-179388">
              <a:lnSpc>
                <a:spcPct val="100000"/>
              </a:lnSpc>
              <a:spcBef>
                <a:spcPts val="500"/>
              </a:spcBef>
              <a:buFont typeface="+mj-lt"/>
              <a:buAutoNum type="arabicPeriod"/>
              <a:tabLst/>
              <a:defRPr sz="1250" b="0" i="0" spc="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27" name="Freeform 26">
            <a:extLst>
              <a:ext uri="{FF2B5EF4-FFF2-40B4-BE49-F238E27FC236}">
                <a16:creationId xmlns:a16="http://schemas.microsoft.com/office/drawing/2014/main" id="{031AD92A-852E-FFBE-9990-FBF0CB89CE78}"/>
              </a:ext>
            </a:extLst>
          </p:cNvPr>
          <p:cNvSpPr>
            <a:spLocks/>
          </p:cNvSpPr>
          <p:nvPr userDrawn="1"/>
        </p:nvSpPr>
        <p:spPr>
          <a:xfrm flipH="1">
            <a:off x="5012260" y="2369317"/>
            <a:ext cx="2163240" cy="2989543"/>
          </a:xfrm>
          <a:custGeom>
            <a:avLst/>
            <a:gdLst>
              <a:gd name="csX0" fmla="*/ 116561 w 4379899"/>
              <a:gd name="csY0" fmla="*/ 0 h 6052911"/>
              <a:gd name="csX1" fmla="*/ 2657375 w 4379899"/>
              <a:gd name="csY1" fmla="*/ 0 h 6052911"/>
              <a:gd name="csX2" fmla="*/ 2764776 w 4379899"/>
              <a:gd name="csY2" fmla="*/ 71190 h 6052911"/>
              <a:gd name="csX3" fmla="*/ 2772685 w 4379899"/>
              <a:gd name="csY3" fmla="*/ 110365 h 6052911"/>
              <a:gd name="csX4" fmla="*/ 2772685 w 4379899"/>
              <a:gd name="csY4" fmla="*/ 1796498 h 6052911"/>
              <a:gd name="csX5" fmla="*/ 2889246 w 4379899"/>
              <a:gd name="csY5" fmla="*/ 1913059 h 6052911"/>
              <a:gd name="csX6" fmla="*/ 3050561 w 4379899"/>
              <a:gd name="csY6" fmla="*/ 1913059 h 6052911"/>
              <a:gd name="csX7" fmla="*/ 3050561 w 4379899"/>
              <a:gd name="csY7" fmla="*/ 1913326 h 6052911"/>
              <a:gd name="csX8" fmla="*/ 4263339 w 4379899"/>
              <a:gd name="csY8" fmla="*/ 1913326 h 6052911"/>
              <a:gd name="csX9" fmla="*/ 4379899 w 4379899"/>
              <a:gd name="csY9" fmla="*/ 2029887 h 6052911"/>
              <a:gd name="csX10" fmla="*/ 4379899 w 4379899"/>
              <a:gd name="csY10" fmla="*/ 5936350 h 6052911"/>
              <a:gd name="csX11" fmla="*/ 4263339 w 4379899"/>
              <a:gd name="csY11" fmla="*/ 6052911 h 6052911"/>
              <a:gd name="csX12" fmla="*/ 2657375 w 4379899"/>
              <a:gd name="csY12" fmla="*/ 6052911 h 6052911"/>
              <a:gd name="csX13" fmla="*/ 1722524 w 4379899"/>
              <a:gd name="csY13" fmla="*/ 6052911 h 6052911"/>
              <a:gd name="csX14" fmla="*/ 116561 w 4379899"/>
              <a:gd name="csY14" fmla="*/ 6052911 h 6052911"/>
              <a:gd name="csX15" fmla="*/ 0 w 4379899"/>
              <a:gd name="csY15" fmla="*/ 5936350 h 6052911"/>
              <a:gd name="csX16" fmla="*/ 0 w 4379899"/>
              <a:gd name="csY16" fmla="*/ 116561 h 6052911"/>
              <a:gd name="csX17" fmla="*/ 116561 w 4379899"/>
              <a:gd name="csY17" fmla="*/ 0 h 6052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379899" h="6052911">
                <a:moveTo>
                  <a:pt x="116561" y="0"/>
                </a:moveTo>
                <a:lnTo>
                  <a:pt x="2657375" y="0"/>
                </a:lnTo>
                <a:cubicBezTo>
                  <a:pt x="2705656" y="0"/>
                  <a:pt x="2747081" y="29355"/>
                  <a:pt x="2764776" y="71190"/>
                </a:cubicBezTo>
                <a:lnTo>
                  <a:pt x="2772685" y="110365"/>
                </a:lnTo>
                <a:lnTo>
                  <a:pt x="2772685" y="1796498"/>
                </a:lnTo>
                <a:cubicBezTo>
                  <a:pt x="2772685" y="1860873"/>
                  <a:pt x="2824871" y="1913059"/>
                  <a:pt x="2889246" y="1913059"/>
                </a:cubicBezTo>
                <a:lnTo>
                  <a:pt x="3050561" y="1913059"/>
                </a:lnTo>
                <a:lnTo>
                  <a:pt x="3050561" y="1913326"/>
                </a:lnTo>
                <a:lnTo>
                  <a:pt x="4263339" y="1913326"/>
                </a:lnTo>
                <a:cubicBezTo>
                  <a:pt x="4327713" y="1913326"/>
                  <a:pt x="4379899" y="1965512"/>
                  <a:pt x="4379899" y="2029887"/>
                </a:cubicBezTo>
                <a:lnTo>
                  <a:pt x="4379899" y="5936350"/>
                </a:lnTo>
                <a:cubicBezTo>
                  <a:pt x="4379899" y="6000725"/>
                  <a:pt x="4327713" y="6052911"/>
                  <a:pt x="4263339" y="6052911"/>
                </a:cubicBezTo>
                <a:lnTo>
                  <a:pt x="2657375" y="6052911"/>
                </a:lnTo>
                <a:lnTo>
                  <a:pt x="1722524" y="6052911"/>
                </a:lnTo>
                <a:lnTo>
                  <a:pt x="116561" y="6052911"/>
                </a:lnTo>
                <a:cubicBezTo>
                  <a:pt x="52186" y="6052911"/>
                  <a:pt x="0" y="6000725"/>
                  <a:pt x="0" y="5936350"/>
                </a:cubicBezTo>
                <a:lnTo>
                  <a:pt x="0" y="116561"/>
                </a:lnTo>
                <a:cubicBezTo>
                  <a:pt x="0" y="52186"/>
                  <a:pt x="52186" y="0"/>
                  <a:pt x="11656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8" name="Text Placeholder 17">
            <a:extLst>
              <a:ext uri="{FF2B5EF4-FFF2-40B4-BE49-F238E27FC236}">
                <a16:creationId xmlns:a16="http://schemas.microsoft.com/office/drawing/2014/main" id="{0710385D-7CBA-93ED-63F6-F5DBE96E7534}"/>
              </a:ext>
            </a:extLst>
          </p:cNvPr>
          <p:cNvSpPr>
            <a:spLocks noGrp="1"/>
          </p:cNvSpPr>
          <p:nvPr>
            <p:ph type="body" sz="quarter" idx="19" hasCustomPrompt="1"/>
          </p:nvPr>
        </p:nvSpPr>
        <p:spPr>
          <a:xfrm>
            <a:off x="5012260" y="2310872"/>
            <a:ext cx="624272" cy="811741"/>
          </a:xfrm>
          <a:prstGeom prst="roundRect">
            <a:avLst>
              <a:gd name="adj" fmla="val 7742"/>
            </a:avLst>
          </a:prstGeom>
          <a:solidFill>
            <a:schemeClr val="accent3"/>
          </a:solidFill>
        </p:spPr>
        <p:txBody>
          <a:bodyPr anchor="ctr" anchorCtr="1">
            <a:noAutofit/>
          </a:bodyPr>
          <a:lstStyle>
            <a:lvl1pPr>
              <a:defRPr sz="3500" b="1" i="0">
                <a:solidFill>
                  <a:srgbClr val="624900"/>
                </a:solidFill>
                <a:latin typeface="Movistar Sans" pitchFamily="2" charset="77"/>
                <a:ea typeface="Movistar Sans" pitchFamily="2" charset="77"/>
              </a:defRPr>
            </a:lvl1pPr>
          </a:lstStyle>
          <a:p>
            <a:pPr lvl="0"/>
            <a:r>
              <a:rPr lang="en-GB" dirty="0"/>
              <a:t>#</a:t>
            </a:r>
          </a:p>
        </p:txBody>
      </p:sp>
      <p:sp>
        <p:nvSpPr>
          <p:cNvPr id="29" name="Text Placeholder 20">
            <a:extLst>
              <a:ext uri="{FF2B5EF4-FFF2-40B4-BE49-F238E27FC236}">
                <a16:creationId xmlns:a16="http://schemas.microsoft.com/office/drawing/2014/main" id="{61153AE4-B910-27DE-CC4C-488D7415B2C3}"/>
              </a:ext>
            </a:extLst>
          </p:cNvPr>
          <p:cNvSpPr>
            <a:spLocks noGrp="1"/>
          </p:cNvSpPr>
          <p:nvPr>
            <p:ph type="body" sz="quarter" idx="20"/>
          </p:nvPr>
        </p:nvSpPr>
        <p:spPr>
          <a:xfrm>
            <a:off x="5890982" y="2562225"/>
            <a:ext cx="1174750" cy="889000"/>
          </a:xfrm>
        </p:spPr>
        <p:txBody>
          <a:bodyPr/>
          <a:lstStyle>
            <a:lvl1pPr>
              <a:lnSpc>
                <a:spcPct val="85000"/>
              </a:lnSpc>
              <a:spcBef>
                <a:spcPts val="0"/>
              </a:spcBef>
              <a:defRPr sz="1500" b="1" i="0" spc="-40" baseline="0">
                <a:solidFill>
                  <a:schemeClr val="tx1"/>
                </a:solidFill>
                <a:latin typeface="Movistar Sans" pitchFamily="2" charset="77"/>
                <a:ea typeface="Movistar Sans" pitchFamily="2" charset="77"/>
              </a:defRPr>
            </a:lvl1pPr>
            <a:lvl2pPr>
              <a:lnSpc>
                <a:spcPct val="85000"/>
              </a:lnSpc>
              <a:spcBef>
                <a:spcPts val="0"/>
              </a:spcBef>
              <a:defRPr sz="1500" b="1" i="0" spc="-4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30" name="Text Placeholder 20">
            <a:extLst>
              <a:ext uri="{FF2B5EF4-FFF2-40B4-BE49-F238E27FC236}">
                <a16:creationId xmlns:a16="http://schemas.microsoft.com/office/drawing/2014/main" id="{20F34E05-D140-1128-468D-AD02F8CDCE78}"/>
              </a:ext>
            </a:extLst>
          </p:cNvPr>
          <p:cNvSpPr>
            <a:spLocks noGrp="1"/>
          </p:cNvSpPr>
          <p:nvPr>
            <p:ph type="body" sz="quarter" idx="21"/>
          </p:nvPr>
        </p:nvSpPr>
        <p:spPr>
          <a:xfrm>
            <a:off x="5218300" y="3503256"/>
            <a:ext cx="1957200" cy="1855604"/>
          </a:xfrm>
        </p:spPr>
        <p:txBody>
          <a:bodyPr/>
          <a:lstStyle>
            <a:lvl1pPr marL="179388" indent="-179388">
              <a:lnSpc>
                <a:spcPct val="100000"/>
              </a:lnSpc>
              <a:spcBef>
                <a:spcPts val="500"/>
              </a:spcBef>
              <a:buFont typeface="+mj-lt"/>
              <a:buAutoNum type="arabicPeriod"/>
              <a:tabLst/>
              <a:defRPr sz="1250" b="0" i="0" spc="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31" name="Freeform 30">
            <a:extLst>
              <a:ext uri="{FF2B5EF4-FFF2-40B4-BE49-F238E27FC236}">
                <a16:creationId xmlns:a16="http://schemas.microsoft.com/office/drawing/2014/main" id="{E8AFDCDB-1225-D1C1-44D0-06B209F3788A}"/>
              </a:ext>
            </a:extLst>
          </p:cNvPr>
          <p:cNvSpPr>
            <a:spLocks/>
          </p:cNvSpPr>
          <p:nvPr userDrawn="1"/>
        </p:nvSpPr>
        <p:spPr>
          <a:xfrm flipH="1">
            <a:off x="7304610" y="2311261"/>
            <a:ext cx="2163240" cy="2989543"/>
          </a:xfrm>
          <a:custGeom>
            <a:avLst/>
            <a:gdLst>
              <a:gd name="csX0" fmla="*/ 116561 w 4379899"/>
              <a:gd name="csY0" fmla="*/ 0 h 6052911"/>
              <a:gd name="csX1" fmla="*/ 2657375 w 4379899"/>
              <a:gd name="csY1" fmla="*/ 0 h 6052911"/>
              <a:gd name="csX2" fmla="*/ 2764776 w 4379899"/>
              <a:gd name="csY2" fmla="*/ 71190 h 6052911"/>
              <a:gd name="csX3" fmla="*/ 2772685 w 4379899"/>
              <a:gd name="csY3" fmla="*/ 110365 h 6052911"/>
              <a:gd name="csX4" fmla="*/ 2772685 w 4379899"/>
              <a:gd name="csY4" fmla="*/ 1796498 h 6052911"/>
              <a:gd name="csX5" fmla="*/ 2889246 w 4379899"/>
              <a:gd name="csY5" fmla="*/ 1913059 h 6052911"/>
              <a:gd name="csX6" fmla="*/ 3050561 w 4379899"/>
              <a:gd name="csY6" fmla="*/ 1913059 h 6052911"/>
              <a:gd name="csX7" fmla="*/ 3050561 w 4379899"/>
              <a:gd name="csY7" fmla="*/ 1913326 h 6052911"/>
              <a:gd name="csX8" fmla="*/ 4263339 w 4379899"/>
              <a:gd name="csY8" fmla="*/ 1913326 h 6052911"/>
              <a:gd name="csX9" fmla="*/ 4379899 w 4379899"/>
              <a:gd name="csY9" fmla="*/ 2029887 h 6052911"/>
              <a:gd name="csX10" fmla="*/ 4379899 w 4379899"/>
              <a:gd name="csY10" fmla="*/ 5936350 h 6052911"/>
              <a:gd name="csX11" fmla="*/ 4263339 w 4379899"/>
              <a:gd name="csY11" fmla="*/ 6052911 h 6052911"/>
              <a:gd name="csX12" fmla="*/ 2657375 w 4379899"/>
              <a:gd name="csY12" fmla="*/ 6052911 h 6052911"/>
              <a:gd name="csX13" fmla="*/ 1722524 w 4379899"/>
              <a:gd name="csY13" fmla="*/ 6052911 h 6052911"/>
              <a:gd name="csX14" fmla="*/ 116561 w 4379899"/>
              <a:gd name="csY14" fmla="*/ 6052911 h 6052911"/>
              <a:gd name="csX15" fmla="*/ 0 w 4379899"/>
              <a:gd name="csY15" fmla="*/ 5936350 h 6052911"/>
              <a:gd name="csX16" fmla="*/ 0 w 4379899"/>
              <a:gd name="csY16" fmla="*/ 116561 h 6052911"/>
              <a:gd name="csX17" fmla="*/ 116561 w 4379899"/>
              <a:gd name="csY17" fmla="*/ 0 h 6052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379899" h="6052911">
                <a:moveTo>
                  <a:pt x="116561" y="0"/>
                </a:moveTo>
                <a:lnTo>
                  <a:pt x="2657375" y="0"/>
                </a:lnTo>
                <a:cubicBezTo>
                  <a:pt x="2705656" y="0"/>
                  <a:pt x="2747081" y="29355"/>
                  <a:pt x="2764776" y="71190"/>
                </a:cubicBezTo>
                <a:lnTo>
                  <a:pt x="2772685" y="110365"/>
                </a:lnTo>
                <a:lnTo>
                  <a:pt x="2772685" y="1796498"/>
                </a:lnTo>
                <a:cubicBezTo>
                  <a:pt x="2772685" y="1860873"/>
                  <a:pt x="2824871" y="1913059"/>
                  <a:pt x="2889246" y="1913059"/>
                </a:cubicBezTo>
                <a:lnTo>
                  <a:pt x="3050561" y="1913059"/>
                </a:lnTo>
                <a:lnTo>
                  <a:pt x="3050561" y="1913326"/>
                </a:lnTo>
                <a:lnTo>
                  <a:pt x="4263339" y="1913326"/>
                </a:lnTo>
                <a:cubicBezTo>
                  <a:pt x="4327713" y="1913326"/>
                  <a:pt x="4379899" y="1965512"/>
                  <a:pt x="4379899" y="2029887"/>
                </a:cubicBezTo>
                <a:lnTo>
                  <a:pt x="4379899" y="5936350"/>
                </a:lnTo>
                <a:cubicBezTo>
                  <a:pt x="4379899" y="6000725"/>
                  <a:pt x="4327713" y="6052911"/>
                  <a:pt x="4263339" y="6052911"/>
                </a:cubicBezTo>
                <a:lnTo>
                  <a:pt x="2657375" y="6052911"/>
                </a:lnTo>
                <a:lnTo>
                  <a:pt x="1722524" y="6052911"/>
                </a:lnTo>
                <a:lnTo>
                  <a:pt x="116561" y="6052911"/>
                </a:lnTo>
                <a:cubicBezTo>
                  <a:pt x="52186" y="6052911"/>
                  <a:pt x="0" y="6000725"/>
                  <a:pt x="0" y="5936350"/>
                </a:cubicBezTo>
                <a:lnTo>
                  <a:pt x="0" y="116561"/>
                </a:lnTo>
                <a:cubicBezTo>
                  <a:pt x="0" y="52186"/>
                  <a:pt x="52186" y="0"/>
                  <a:pt x="11656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2" name="Text Placeholder 17">
            <a:extLst>
              <a:ext uri="{FF2B5EF4-FFF2-40B4-BE49-F238E27FC236}">
                <a16:creationId xmlns:a16="http://schemas.microsoft.com/office/drawing/2014/main" id="{C3E586BB-4008-0A44-FCFD-8358E146724E}"/>
              </a:ext>
            </a:extLst>
          </p:cNvPr>
          <p:cNvSpPr>
            <a:spLocks noGrp="1"/>
          </p:cNvSpPr>
          <p:nvPr>
            <p:ph type="body" sz="quarter" idx="22" hasCustomPrompt="1"/>
          </p:nvPr>
        </p:nvSpPr>
        <p:spPr>
          <a:xfrm>
            <a:off x="7304610" y="2310872"/>
            <a:ext cx="624272" cy="811741"/>
          </a:xfrm>
          <a:prstGeom prst="roundRect">
            <a:avLst>
              <a:gd name="adj" fmla="val 7742"/>
            </a:avLst>
          </a:prstGeom>
          <a:solidFill>
            <a:schemeClr val="accent1"/>
          </a:solidFill>
        </p:spPr>
        <p:txBody>
          <a:bodyPr anchor="ctr" anchorCtr="1">
            <a:noAutofit/>
          </a:bodyPr>
          <a:lstStyle>
            <a:lvl1pPr>
              <a:defRPr sz="3500" b="1" i="0">
                <a:solidFill>
                  <a:schemeClr val="accent5"/>
                </a:solidFill>
                <a:latin typeface="Movistar Sans" pitchFamily="2" charset="77"/>
                <a:ea typeface="Movistar Sans" pitchFamily="2" charset="77"/>
              </a:defRPr>
            </a:lvl1pPr>
          </a:lstStyle>
          <a:p>
            <a:pPr lvl="0"/>
            <a:r>
              <a:rPr lang="en-GB" dirty="0"/>
              <a:t>#</a:t>
            </a:r>
          </a:p>
        </p:txBody>
      </p:sp>
      <p:sp>
        <p:nvSpPr>
          <p:cNvPr id="33" name="Text Placeholder 20">
            <a:extLst>
              <a:ext uri="{FF2B5EF4-FFF2-40B4-BE49-F238E27FC236}">
                <a16:creationId xmlns:a16="http://schemas.microsoft.com/office/drawing/2014/main" id="{77717D90-33AA-1119-A17F-416776D5835A}"/>
              </a:ext>
            </a:extLst>
          </p:cNvPr>
          <p:cNvSpPr>
            <a:spLocks noGrp="1"/>
          </p:cNvSpPr>
          <p:nvPr>
            <p:ph type="body" sz="quarter" idx="23"/>
          </p:nvPr>
        </p:nvSpPr>
        <p:spPr>
          <a:xfrm>
            <a:off x="8183332" y="2562225"/>
            <a:ext cx="1174750" cy="889000"/>
          </a:xfrm>
        </p:spPr>
        <p:txBody>
          <a:bodyPr/>
          <a:lstStyle>
            <a:lvl1pPr>
              <a:lnSpc>
                <a:spcPct val="85000"/>
              </a:lnSpc>
              <a:spcBef>
                <a:spcPts val="0"/>
              </a:spcBef>
              <a:defRPr sz="1500" b="1" i="0" spc="-40" baseline="0">
                <a:solidFill>
                  <a:schemeClr val="tx1"/>
                </a:solidFill>
                <a:latin typeface="Movistar Sans" pitchFamily="2" charset="77"/>
                <a:ea typeface="Movistar Sans" pitchFamily="2" charset="77"/>
              </a:defRPr>
            </a:lvl1pPr>
            <a:lvl2pPr>
              <a:lnSpc>
                <a:spcPct val="85000"/>
              </a:lnSpc>
              <a:spcBef>
                <a:spcPts val="0"/>
              </a:spcBef>
              <a:defRPr sz="1500" b="1" i="0" spc="-4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34" name="Text Placeholder 20">
            <a:extLst>
              <a:ext uri="{FF2B5EF4-FFF2-40B4-BE49-F238E27FC236}">
                <a16:creationId xmlns:a16="http://schemas.microsoft.com/office/drawing/2014/main" id="{BCEA7A55-7B4D-E9C2-E8CA-6AA0869A4878}"/>
              </a:ext>
            </a:extLst>
          </p:cNvPr>
          <p:cNvSpPr>
            <a:spLocks noGrp="1"/>
          </p:cNvSpPr>
          <p:nvPr>
            <p:ph type="body" sz="quarter" idx="24"/>
          </p:nvPr>
        </p:nvSpPr>
        <p:spPr>
          <a:xfrm>
            <a:off x="7510650" y="3503256"/>
            <a:ext cx="1957200" cy="1855604"/>
          </a:xfrm>
        </p:spPr>
        <p:txBody>
          <a:bodyPr/>
          <a:lstStyle>
            <a:lvl1pPr marL="179388" indent="-179388">
              <a:lnSpc>
                <a:spcPct val="100000"/>
              </a:lnSpc>
              <a:spcBef>
                <a:spcPts val="500"/>
              </a:spcBef>
              <a:buFont typeface="+mj-lt"/>
              <a:buAutoNum type="arabicPeriod"/>
              <a:tabLst/>
              <a:defRPr sz="1250" b="0" i="0" spc="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35" name="Freeform 34">
            <a:extLst>
              <a:ext uri="{FF2B5EF4-FFF2-40B4-BE49-F238E27FC236}">
                <a16:creationId xmlns:a16="http://schemas.microsoft.com/office/drawing/2014/main" id="{AD1CFC0F-7401-024D-1B5A-9CC401D1F7E5}"/>
              </a:ext>
            </a:extLst>
          </p:cNvPr>
          <p:cNvSpPr>
            <a:spLocks/>
          </p:cNvSpPr>
          <p:nvPr userDrawn="1"/>
        </p:nvSpPr>
        <p:spPr>
          <a:xfrm flipH="1">
            <a:off x="9596960" y="2311261"/>
            <a:ext cx="2163240" cy="2989543"/>
          </a:xfrm>
          <a:custGeom>
            <a:avLst/>
            <a:gdLst>
              <a:gd name="csX0" fmla="*/ 116561 w 4379899"/>
              <a:gd name="csY0" fmla="*/ 0 h 6052911"/>
              <a:gd name="csX1" fmla="*/ 2657375 w 4379899"/>
              <a:gd name="csY1" fmla="*/ 0 h 6052911"/>
              <a:gd name="csX2" fmla="*/ 2764776 w 4379899"/>
              <a:gd name="csY2" fmla="*/ 71190 h 6052911"/>
              <a:gd name="csX3" fmla="*/ 2772685 w 4379899"/>
              <a:gd name="csY3" fmla="*/ 110365 h 6052911"/>
              <a:gd name="csX4" fmla="*/ 2772685 w 4379899"/>
              <a:gd name="csY4" fmla="*/ 1796498 h 6052911"/>
              <a:gd name="csX5" fmla="*/ 2889246 w 4379899"/>
              <a:gd name="csY5" fmla="*/ 1913059 h 6052911"/>
              <a:gd name="csX6" fmla="*/ 3050561 w 4379899"/>
              <a:gd name="csY6" fmla="*/ 1913059 h 6052911"/>
              <a:gd name="csX7" fmla="*/ 3050561 w 4379899"/>
              <a:gd name="csY7" fmla="*/ 1913326 h 6052911"/>
              <a:gd name="csX8" fmla="*/ 4263339 w 4379899"/>
              <a:gd name="csY8" fmla="*/ 1913326 h 6052911"/>
              <a:gd name="csX9" fmla="*/ 4379899 w 4379899"/>
              <a:gd name="csY9" fmla="*/ 2029887 h 6052911"/>
              <a:gd name="csX10" fmla="*/ 4379899 w 4379899"/>
              <a:gd name="csY10" fmla="*/ 5936350 h 6052911"/>
              <a:gd name="csX11" fmla="*/ 4263339 w 4379899"/>
              <a:gd name="csY11" fmla="*/ 6052911 h 6052911"/>
              <a:gd name="csX12" fmla="*/ 2657375 w 4379899"/>
              <a:gd name="csY12" fmla="*/ 6052911 h 6052911"/>
              <a:gd name="csX13" fmla="*/ 1722524 w 4379899"/>
              <a:gd name="csY13" fmla="*/ 6052911 h 6052911"/>
              <a:gd name="csX14" fmla="*/ 116561 w 4379899"/>
              <a:gd name="csY14" fmla="*/ 6052911 h 6052911"/>
              <a:gd name="csX15" fmla="*/ 0 w 4379899"/>
              <a:gd name="csY15" fmla="*/ 5936350 h 6052911"/>
              <a:gd name="csX16" fmla="*/ 0 w 4379899"/>
              <a:gd name="csY16" fmla="*/ 116561 h 6052911"/>
              <a:gd name="csX17" fmla="*/ 116561 w 4379899"/>
              <a:gd name="csY17" fmla="*/ 0 h 6052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379899" h="6052911">
                <a:moveTo>
                  <a:pt x="116561" y="0"/>
                </a:moveTo>
                <a:lnTo>
                  <a:pt x="2657375" y="0"/>
                </a:lnTo>
                <a:cubicBezTo>
                  <a:pt x="2705656" y="0"/>
                  <a:pt x="2747081" y="29355"/>
                  <a:pt x="2764776" y="71190"/>
                </a:cubicBezTo>
                <a:lnTo>
                  <a:pt x="2772685" y="110365"/>
                </a:lnTo>
                <a:lnTo>
                  <a:pt x="2772685" y="1796498"/>
                </a:lnTo>
                <a:cubicBezTo>
                  <a:pt x="2772685" y="1860873"/>
                  <a:pt x="2824871" y="1913059"/>
                  <a:pt x="2889246" y="1913059"/>
                </a:cubicBezTo>
                <a:lnTo>
                  <a:pt x="3050561" y="1913059"/>
                </a:lnTo>
                <a:lnTo>
                  <a:pt x="3050561" y="1913326"/>
                </a:lnTo>
                <a:lnTo>
                  <a:pt x="4263339" y="1913326"/>
                </a:lnTo>
                <a:cubicBezTo>
                  <a:pt x="4327713" y="1913326"/>
                  <a:pt x="4379899" y="1965512"/>
                  <a:pt x="4379899" y="2029887"/>
                </a:cubicBezTo>
                <a:lnTo>
                  <a:pt x="4379899" y="5936350"/>
                </a:lnTo>
                <a:cubicBezTo>
                  <a:pt x="4379899" y="6000725"/>
                  <a:pt x="4327713" y="6052911"/>
                  <a:pt x="4263339" y="6052911"/>
                </a:cubicBezTo>
                <a:lnTo>
                  <a:pt x="2657375" y="6052911"/>
                </a:lnTo>
                <a:lnTo>
                  <a:pt x="1722524" y="6052911"/>
                </a:lnTo>
                <a:lnTo>
                  <a:pt x="116561" y="6052911"/>
                </a:lnTo>
                <a:cubicBezTo>
                  <a:pt x="52186" y="6052911"/>
                  <a:pt x="0" y="6000725"/>
                  <a:pt x="0" y="5936350"/>
                </a:cubicBezTo>
                <a:lnTo>
                  <a:pt x="0" y="116561"/>
                </a:lnTo>
                <a:cubicBezTo>
                  <a:pt x="0" y="52186"/>
                  <a:pt x="52186" y="0"/>
                  <a:pt x="11656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6" name="Text Placeholder 17">
            <a:extLst>
              <a:ext uri="{FF2B5EF4-FFF2-40B4-BE49-F238E27FC236}">
                <a16:creationId xmlns:a16="http://schemas.microsoft.com/office/drawing/2014/main" id="{7C828AF2-5F46-FDA3-5E80-770F0C79A52A}"/>
              </a:ext>
            </a:extLst>
          </p:cNvPr>
          <p:cNvSpPr>
            <a:spLocks noGrp="1"/>
          </p:cNvSpPr>
          <p:nvPr>
            <p:ph type="body" sz="quarter" idx="25" hasCustomPrompt="1"/>
          </p:nvPr>
        </p:nvSpPr>
        <p:spPr>
          <a:xfrm>
            <a:off x="9596960" y="2310872"/>
            <a:ext cx="624272" cy="811741"/>
          </a:xfrm>
          <a:prstGeom prst="roundRect">
            <a:avLst>
              <a:gd name="adj" fmla="val 7742"/>
            </a:avLst>
          </a:prstGeom>
          <a:solidFill>
            <a:schemeClr val="accent4"/>
          </a:solidFill>
        </p:spPr>
        <p:txBody>
          <a:bodyPr anchor="ctr" anchorCtr="1">
            <a:noAutofit/>
          </a:bodyPr>
          <a:lstStyle>
            <a:lvl1pPr>
              <a:defRPr sz="3500" b="1" i="0">
                <a:solidFill>
                  <a:srgbClr val="6A2C13"/>
                </a:solidFill>
                <a:latin typeface="Movistar Sans" pitchFamily="2" charset="77"/>
                <a:ea typeface="Movistar Sans" pitchFamily="2" charset="77"/>
              </a:defRPr>
            </a:lvl1pPr>
          </a:lstStyle>
          <a:p>
            <a:pPr lvl="0"/>
            <a:r>
              <a:rPr lang="en-GB" dirty="0"/>
              <a:t>#</a:t>
            </a:r>
          </a:p>
        </p:txBody>
      </p:sp>
      <p:sp>
        <p:nvSpPr>
          <p:cNvPr id="37" name="Text Placeholder 20">
            <a:extLst>
              <a:ext uri="{FF2B5EF4-FFF2-40B4-BE49-F238E27FC236}">
                <a16:creationId xmlns:a16="http://schemas.microsoft.com/office/drawing/2014/main" id="{380A61F4-ECB2-B6F1-68EB-AD3371F8C3F1}"/>
              </a:ext>
            </a:extLst>
          </p:cNvPr>
          <p:cNvSpPr>
            <a:spLocks noGrp="1"/>
          </p:cNvSpPr>
          <p:nvPr>
            <p:ph type="body" sz="quarter" idx="26"/>
          </p:nvPr>
        </p:nvSpPr>
        <p:spPr>
          <a:xfrm>
            <a:off x="10475682" y="2562225"/>
            <a:ext cx="1174750" cy="889000"/>
          </a:xfrm>
        </p:spPr>
        <p:txBody>
          <a:bodyPr/>
          <a:lstStyle>
            <a:lvl1pPr>
              <a:lnSpc>
                <a:spcPct val="85000"/>
              </a:lnSpc>
              <a:spcBef>
                <a:spcPts val="0"/>
              </a:spcBef>
              <a:defRPr sz="1500" b="1" i="0" spc="-40" baseline="0">
                <a:solidFill>
                  <a:schemeClr val="tx1"/>
                </a:solidFill>
                <a:latin typeface="Movistar Sans" pitchFamily="2" charset="77"/>
                <a:ea typeface="Movistar Sans" pitchFamily="2" charset="77"/>
              </a:defRPr>
            </a:lvl1pPr>
            <a:lvl2pPr>
              <a:lnSpc>
                <a:spcPct val="85000"/>
              </a:lnSpc>
              <a:spcBef>
                <a:spcPts val="0"/>
              </a:spcBef>
              <a:defRPr sz="1500" b="1" i="0" spc="-4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38" name="Text Placeholder 20">
            <a:extLst>
              <a:ext uri="{FF2B5EF4-FFF2-40B4-BE49-F238E27FC236}">
                <a16:creationId xmlns:a16="http://schemas.microsoft.com/office/drawing/2014/main" id="{4DB9A73E-18AD-9BA3-5520-30B045868770}"/>
              </a:ext>
            </a:extLst>
          </p:cNvPr>
          <p:cNvSpPr>
            <a:spLocks noGrp="1"/>
          </p:cNvSpPr>
          <p:nvPr>
            <p:ph type="body" sz="quarter" idx="27"/>
          </p:nvPr>
        </p:nvSpPr>
        <p:spPr>
          <a:xfrm>
            <a:off x="9803000" y="3503256"/>
            <a:ext cx="1957200" cy="1855604"/>
          </a:xfrm>
        </p:spPr>
        <p:txBody>
          <a:bodyPr/>
          <a:lstStyle>
            <a:lvl1pPr marL="179388" indent="-179388">
              <a:lnSpc>
                <a:spcPct val="100000"/>
              </a:lnSpc>
              <a:spcBef>
                <a:spcPts val="500"/>
              </a:spcBef>
              <a:buFont typeface="+mj-lt"/>
              <a:buAutoNum type="arabicPeriod"/>
              <a:tabLst/>
              <a:defRPr sz="1250" b="0" i="0" spc="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6427433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983A2-62C9-2905-A5EB-C8DE23B99FE7}"/>
              </a:ext>
            </a:extLst>
          </p:cNvPr>
          <p:cNvSpPr>
            <a:spLocks noGrp="1"/>
          </p:cNvSpPr>
          <p:nvPr>
            <p:ph type="title"/>
          </p:nvPr>
        </p:nvSpPr>
        <p:spPr>
          <a:xfrm>
            <a:off x="425450" y="656657"/>
            <a:ext cx="5288400" cy="1008000"/>
          </a:xfrm>
        </p:spPr>
        <p:txBody>
          <a:bodyPr/>
          <a:lstStyle>
            <a:lvl1pPr>
              <a:lnSpc>
                <a:spcPts val="3200"/>
              </a:lnSpc>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312615C4-A517-6BB0-709D-9D280CC12B2D}"/>
              </a:ext>
            </a:extLst>
          </p:cNvPr>
          <p:cNvSpPr>
            <a:spLocks noGrp="1"/>
          </p:cNvSpPr>
          <p:nvPr>
            <p:ph idx="1"/>
          </p:nvPr>
        </p:nvSpPr>
        <p:spPr>
          <a:xfrm>
            <a:off x="425450" y="1912122"/>
            <a:ext cx="5288400" cy="45204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55645CCE-FBD9-B36D-03BE-3FBF48E2EC36}"/>
              </a:ext>
            </a:extLst>
          </p:cNvPr>
          <p:cNvSpPr>
            <a:spLocks noGrp="1"/>
          </p:cNvSpPr>
          <p:nvPr>
            <p:ph type="dt" sz="half" idx="10"/>
          </p:nvPr>
        </p:nvSpPr>
        <p:spPr/>
        <p:txBody>
          <a:bodyPr/>
          <a:lstStyle/>
          <a:p>
            <a:fld id="{4A3A4840-A0ED-7645-8722-ADE77A433E71}"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p:cNvSpPr>
          <p:nvPr>
            <p:ph type="ftr" sz="quarter" idx="11"/>
          </p:nvPr>
        </p:nvSpPr>
        <p:spPr/>
        <p:txBody>
          <a:bodyPr/>
          <a:lstStyle>
            <a:lvl1pPr algn="l">
              <a:defRPr/>
            </a:lvl1p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p:cNvSpPr>
          <p:nvPr>
            <p:ph type="sldNum" sz="quarter" idx="12"/>
          </p:nvPr>
        </p:nvSpPr>
        <p:spPr/>
        <p:txBody>
          <a:bodyPr/>
          <a:lstStyle>
            <a:lvl1pPr algn="l">
              <a:defRPr/>
            </a:lvl1pPr>
          </a:lstStyle>
          <a:p>
            <a:fld id="{5F7B1633-95EA-F847-945E-534A0819728C}" type="slidenum">
              <a:rPr lang="en-GB" smtClean="0"/>
              <a:pPr/>
              <a:t>‹Nº›</a:t>
            </a:fld>
            <a:endParaRPr lang="en-GB"/>
          </a:p>
        </p:txBody>
      </p:sp>
      <p:sp>
        <p:nvSpPr>
          <p:cNvPr id="8" name="Text Placeholder 7">
            <a:extLst>
              <a:ext uri="{FF2B5EF4-FFF2-40B4-BE49-F238E27FC236}">
                <a16:creationId xmlns:a16="http://schemas.microsoft.com/office/drawing/2014/main" id="{898D0F1E-D59B-FF3A-CD4B-5EFDE3B3F96F}"/>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7" name="TextBox 6">
            <a:extLst>
              <a:ext uri="{FF2B5EF4-FFF2-40B4-BE49-F238E27FC236}">
                <a16:creationId xmlns:a16="http://schemas.microsoft.com/office/drawing/2014/main" id="{1BEAA03E-D4F0-C548-0384-18EA239A3C50}"/>
              </a:ext>
            </a:extLst>
          </p:cNvPr>
          <p:cNvSpPr txBox="1"/>
          <p:nvPr userDrawn="1"/>
        </p:nvSpPr>
        <p:spPr>
          <a:xfrm>
            <a:off x="14124791" y="-763793"/>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Tree>
    <p:extLst>
      <p:ext uri="{BB962C8B-B14F-4D97-AF65-F5344CB8AC3E}">
        <p14:creationId xmlns:p14="http://schemas.microsoft.com/office/powerpoint/2010/main" val="255792873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chemeClr val="bg1"/>
        </a:solidFill>
        <a:effectLst/>
      </p:bgPr>
    </p:bg>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3F12FBD3-EDE6-F4BD-2DD9-A8D59EABFC80}"/>
              </a:ext>
            </a:extLst>
          </p:cNvPr>
          <p:cNvSpPr/>
          <p:nvPr userDrawn="1"/>
        </p:nvSpPr>
        <p:spPr>
          <a:xfrm>
            <a:off x="4301976" y="1912122"/>
            <a:ext cx="7464573" cy="4192079"/>
          </a:xfrm>
          <a:prstGeom prst="roundRect">
            <a:avLst>
              <a:gd name="adj" fmla="val 303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983A2-62C9-2905-A5EB-C8DE23B99FE7}"/>
              </a:ext>
            </a:extLst>
          </p:cNvPr>
          <p:cNvSpPr>
            <a:spLocks noGrp="1"/>
          </p:cNvSpPr>
          <p:nvPr>
            <p:ph type="title"/>
          </p:nvPr>
        </p:nvSpPr>
        <p:spPr>
          <a:xfrm>
            <a:off x="425450" y="656657"/>
            <a:ext cx="5288400" cy="1008000"/>
          </a:xfrm>
        </p:spPr>
        <p:txBody>
          <a:bodyPr/>
          <a:lstStyle>
            <a:lvl1pPr>
              <a:lnSpc>
                <a:spcPts val="3200"/>
              </a:lnSpc>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312615C4-A517-6BB0-709D-9D280CC12B2D}"/>
              </a:ext>
            </a:extLst>
          </p:cNvPr>
          <p:cNvSpPr>
            <a:spLocks noGrp="1"/>
          </p:cNvSpPr>
          <p:nvPr>
            <p:ph idx="1"/>
          </p:nvPr>
        </p:nvSpPr>
        <p:spPr>
          <a:xfrm>
            <a:off x="4585064" y="2125889"/>
            <a:ext cx="6165667" cy="39783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55645CCE-FBD9-B36D-03BE-3FBF48E2EC36}"/>
              </a:ext>
            </a:extLst>
          </p:cNvPr>
          <p:cNvSpPr>
            <a:spLocks noGrp="1"/>
          </p:cNvSpPr>
          <p:nvPr>
            <p:ph type="dt" sz="half" idx="10"/>
          </p:nvPr>
        </p:nvSpPr>
        <p:spPr/>
        <p:txBody>
          <a:bodyPr/>
          <a:lstStyle/>
          <a:p>
            <a:fld id="{6606B6D2-87C9-554E-BA87-91773D98D072}"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p:cNvSpPr>
          <p:nvPr>
            <p:ph type="ftr" sz="quarter" idx="11"/>
          </p:nvPr>
        </p:nvSpPr>
        <p:spPr/>
        <p:txBody>
          <a:bodyPr/>
          <a:lstStyle>
            <a:lvl1pPr algn="l">
              <a:defRPr/>
            </a:lvl1p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p:cNvSpPr>
          <p:nvPr>
            <p:ph type="sldNum" sz="quarter" idx="12"/>
          </p:nvPr>
        </p:nvSpPr>
        <p:spPr/>
        <p:txBody>
          <a:bodyPr/>
          <a:lstStyle>
            <a:lvl1pPr algn="l">
              <a:defRPr/>
            </a:lvl1pPr>
          </a:lstStyle>
          <a:p>
            <a:fld id="{5F7B1633-95EA-F847-945E-534A0819728C}" type="slidenum">
              <a:rPr lang="en-GB" smtClean="0"/>
              <a:pPr/>
              <a:t>‹Nº›</a:t>
            </a:fld>
            <a:endParaRPr lang="en-GB"/>
          </a:p>
        </p:txBody>
      </p:sp>
      <p:sp>
        <p:nvSpPr>
          <p:cNvPr id="8" name="Text Placeholder 7">
            <a:extLst>
              <a:ext uri="{FF2B5EF4-FFF2-40B4-BE49-F238E27FC236}">
                <a16:creationId xmlns:a16="http://schemas.microsoft.com/office/drawing/2014/main" id="{898D0F1E-D59B-FF3A-CD4B-5EFDE3B3F96F}"/>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7" name="TextBox 6">
            <a:extLst>
              <a:ext uri="{FF2B5EF4-FFF2-40B4-BE49-F238E27FC236}">
                <a16:creationId xmlns:a16="http://schemas.microsoft.com/office/drawing/2014/main" id="{1BEAA03E-D4F0-C548-0384-18EA239A3C50}"/>
              </a:ext>
            </a:extLst>
          </p:cNvPr>
          <p:cNvSpPr txBox="1"/>
          <p:nvPr userDrawn="1"/>
        </p:nvSpPr>
        <p:spPr>
          <a:xfrm>
            <a:off x="14124791" y="-763793"/>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
        <p:nvSpPr>
          <p:cNvPr id="9" name="Text Placeholder 11">
            <a:extLst>
              <a:ext uri="{FF2B5EF4-FFF2-40B4-BE49-F238E27FC236}">
                <a16:creationId xmlns:a16="http://schemas.microsoft.com/office/drawing/2014/main" id="{3311AF14-C3EB-34D3-F9A3-73B87FE2496A}"/>
              </a:ext>
            </a:extLst>
          </p:cNvPr>
          <p:cNvSpPr>
            <a:spLocks noGrp="1"/>
          </p:cNvSpPr>
          <p:nvPr>
            <p:ph type="body" sz="quarter" idx="14"/>
          </p:nvPr>
        </p:nvSpPr>
        <p:spPr>
          <a:xfrm>
            <a:off x="425450" y="2108201"/>
            <a:ext cx="3033367" cy="3996000"/>
          </a:xfrm>
        </p:spPr>
        <p:txBody>
          <a:bodyPr/>
          <a:lstStyle>
            <a:lvl1pPr>
              <a:lnSpc>
                <a:spcPts val="3000"/>
              </a:lnSpc>
              <a:spcBef>
                <a:spcPts val="0"/>
              </a:spcBef>
              <a:defRPr sz="3200"/>
            </a:lvl1pPr>
          </a:lstStyle>
          <a:p>
            <a:pPr lvl="0"/>
            <a:r>
              <a:rPr lang="en-US" dirty="0"/>
              <a:t>Click to edit Master text styles</a:t>
            </a:r>
          </a:p>
        </p:txBody>
      </p:sp>
    </p:spTree>
    <p:extLst>
      <p:ext uri="{BB962C8B-B14F-4D97-AF65-F5344CB8AC3E}">
        <p14:creationId xmlns:p14="http://schemas.microsoft.com/office/powerpoint/2010/main" val="406339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and Content">
    <p:bg>
      <p:bgPr>
        <a:solidFill>
          <a:schemeClr val="bg1"/>
        </a:solidFill>
        <a:effectLst/>
      </p:bgPr>
    </p:bg>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3F12FBD3-EDE6-F4BD-2DD9-A8D59EABFC80}"/>
              </a:ext>
            </a:extLst>
          </p:cNvPr>
          <p:cNvSpPr/>
          <p:nvPr userDrawn="1"/>
        </p:nvSpPr>
        <p:spPr>
          <a:xfrm>
            <a:off x="4301976" y="1912122"/>
            <a:ext cx="7464573" cy="4192079"/>
          </a:xfrm>
          <a:prstGeom prst="roundRect">
            <a:avLst>
              <a:gd name="adj" fmla="val 303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983A2-62C9-2905-A5EB-C8DE23B99FE7}"/>
              </a:ext>
            </a:extLst>
          </p:cNvPr>
          <p:cNvSpPr>
            <a:spLocks noGrp="1"/>
          </p:cNvSpPr>
          <p:nvPr>
            <p:ph type="title"/>
          </p:nvPr>
        </p:nvSpPr>
        <p:spPr>
          <a:xfrm>
            <a:off x="425450" y="656657"/>
            <a:ext cx="5288400" cy="1008000"/>
          </a:xfrm>
        </p:spPr>
        <p:txBody>
          <a:bodyPr/>
          <a:lstStyle>
            <a:lvl1pPr>
              <a:lnSpc>
                <a:spcPts val="3200"/>
              </a:lnSpc>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312615C4-A517-6BB0-709D-9D280CC12B2D}"/>
              </a:ext>
            </a:extLst>
          </p:cNvPr>
          <p:cNvSpPr>
            <a:spLocks noGrp="1"/>
          </p:cNvSpPr>
          <p:nvPr>
            <p:ph idx="1"/>
          </p:nvPr>
        </p:nvSpPr>
        <p:spPr>
          <a:xfrm>
            <a:off x="4585064" y="2125889"/>
            <a:ext cx="1873669" cy="3978312"/>
          </a:xfrm>
        </p:spPr>
        <p:txBody>
          <a:bodyPr/>
          <a:lstStyle>
            <a:lvl1pPr>
              <a:defRPr sz="1100"/>
            </a:lvl1pPr>
            <a:lvl2pPr>
              <a:defRPr sz="1100"/>
            </a:lvl2pPr>
            <a:lvl3pPr>
              <a:defRPr sz="11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55645CCE-FBD9-B36D-03BE-3FBF48E2EC36}"/>
              </a:ext>
            </a:extLst>
          </p:cNvPr>
          <p:cNvSpPr>
            <a:spLocks noGrp="1"/>
          </p:cNvSpPr>
          <p:nvPr>
            <p:ph type="dt" sz="half" idx="10"/>
          </p:nvPr>
        </p:nvSpPr>
        <p:spPr/>
        <p:txBody>
          <a:bodyPr/>
          <a:lstStyle/>
          <a:p>
            <a:fld id="{69270D8B-775D-E04A-AE62-6A7DBE171D5D}"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p:cNvSpPr>
          <p:nvPr>
            <p:ph type="ftr" sz="quarter" idx="11"/>
          </p:nvPr>
        </p:nvSpPr>
        <p:spPr/>
        <p:txBody>
          <a:bodyPr/>
          <a:lstStyle>
            <a:lvl1pPr algn="l">
              <a:defRPr/>
            </a:lvl1p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p:cNvSpPr>
          <p:nvPr>
            <p:ph type="sldNum" sz="quarter" idx="12"/>
          </p:nvPr>
        </p:nvSpPr>
        <p:spPr/>
        <p:txBody>
          <a:bodyPr/>
          <a:lstStyle>
            <a:lvl1pPr algn="l">
              <a:defRPr/>
            </a:lvl1pPr>
          </a:lstStyle>
          <a:p>
            <a:fld id="{5F7B1633-95EA-F847-945E-534A0819728C}" type="slidenum">
              <a:rPr lang="en-GB" smtClean="0"/>
              <a:pPr/>
              <a:t>‹Nº›</a:t>
            </a:fld>
            <a:endParaRPr lang="en-GB"/>
          </a:p>
        </p:txBody>
      </p:sp>
      <p:sp>
        <p:nvSpPr>
          <p:cNvPr id="8" name="Text Placeholder 7">
            <a:extLst>
              <a:ext uri="{FF2B5EF4-FFF2-40B4-BE49-F238E27FC236}">
                <a16:creationId xmlns:a16="http://schemas.microsoft.com/office/drawing/2014/main" id="{898D0F1E-D59B-FF3A-CD4B-5EFDE3B3F96F}"/>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7" name="TextBox 6">
            <a:extLst>
              <a:ext uri="{FF2B5EF4-FFF2-40B4-BE49-F238E27FC236}">
                <a16:creationId xmlns:a16="http://schemas.microsoft.com/office/drawing/2014/main" id="{1BEAA03E-D4F0-C548-0384-18EA239A3C50}"/>
              </a:ext>
            </a:extLst>
          </p:cNvPr>
          <p:cNvSpPr txBox="1"/>
          <p:nvPr userDrawn="1"/>
        </p:nvSpPr>
        <p:spPr>
          <a:xfrm>
            <a:off x="14124791" y="-763793"/>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
        <p:nvSpPr>
          <p:cNvPr id="12" name="Content Placeholder 2">
            <a:extLst>
              <a:ext uri="{FF2B5EF4-FFF2-40B4-BE49-F238E27FC236}">
                <a16:creationId xmlns:a16="http://schemas.microsoft.com/office/drawing/2014/main" id="{1EF182E0-87B2-29BC-ECA0-A067178A8534}"/>
              </a:ext>
            </a:extLst>
          </p:cNvPr>
          <p:cNvSpPr>
            <a:spLocks noGrp="1"/>
          </p:cNvSpPr>
          <p:nvPr>
            <p:ph idx="15"/>
          </p:nvPr>
        </p:nvSpPr>
        <p:spPr>
          <a:xfrm>
            <a:off x="7090577" y="2125889"/>
            <a:ext cx="1873669" cy="3978312"/>
          </a:xfrm>
        </p:spPr>
        <p:txBody>
          <a:bodyPr/>
          <a:lstStyle>
            <a:lvl1pPr>
              <a:defRPr sz="1100"/>
            </a:lvl1pPr>
            <a:lvl2pPr>
              <a:defRPr sz="1100"/>
            </a:lvl2pPr>
            <a:lvl3pPr>
              <a:defRPr sz="11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Content Placeholder 2">
            <a:extLst>
              <a:ext uri="{FF2B5EF4-FFF2-40B4-BE49-F238E27FC236}">
                <a16:creationId xmlns:a16="http://schemas.microsoft.com/office/drawing/2014/main" id="{79DCC2CD-119C-D83D-A712-6BEB54D77264}"/>
              </a:ext>
            </a:extLst>
          </p:cNvPr>
          <p:cNvSpPr>
            <a:spLocks noGrp="1"/>
          </p:cNvSpPr>
          <p:nvPr>
            <p:ph idx="16"/>
          </p:nvPr>
        </p:nvSpPr>
        <p:spPr>
          <a:xfrm>
            <a:off x="9596089" y="2125889"/>
            <a:ext cx="1873669" cy="3978312"/>
          </a:xfrm>
        </p:spPr>
        <p:txBody>
          <a:bodyPr/>
          <a:lstStyle>
            <a:lvl1pPr>
              <a:defRPr sz="1100"/>
            </a:lvl1pPr>
            <a:lvl2pPr>
              <a:defRPr sz="1100"/>
            </a:lvl2pPr>
            <a:lvl3pPr>
              <a:defRPr sz="11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Content Placeholder 2">
            <a:extLst>
              <a:ext uri="{FF2B5EF4-FFF2-40B4-BE49-F238E27FC236}">
                <a16:creationId xmlns:a16="http://schemas.microsoft.com/office/drawing/2014/main" id="{FD26D34B-28A1-3B32-3E1D-2D214AADEE7E}"/>
              </a:ext>
            </a:extLst>
          </p:cNvPr>
          <p:cNvSpPr>
            <a:spLocks noGrp="1"/>
          </p:cNvSpPr>
          <p:nvPr>
            <p:ph idx="17"/>
          </p:nvPr>
        </p:nvSpPr>
        <p:spPr>
          <a:xfrm>
            <a:off x="425450" y="1912122"/>
            <a:ext cx="3579735" cy="45204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02644095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chemeClr val="bg1"/>
        </a:solidFill>
        <a:effectLst/>
      </p:bgPr>
    </p:bg>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3F12FBD3-EDE6-F4BD-2DD9-A8D59EABFC80}"/>
              </a:ext>
            </a:extLst>
          </p:cNvPr>
          <p:cNvSpPr/>
          <p:nvPr userDrawn="1"/>
        </p:nvSpPr>
        <p:spPr>
          <a:xfrm>
            <a:off x="4301977" y="1912122"/>
            <a:ext cx="1651550" cy="4192079"/>
          </a:xfrm>
          <a:prstGeom prst="roundRect">
            <a:avLst>
              <a:gd name="adj" fmla="val 303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B61939B8-52BD-F33A-1874-A5CBBCD2E7B7}"/>
              </a:ext>
            </a:extLst>
          </p:cNvPr>
          <p:cNvSpPr/>
          <p:nvPr userDrawn="1"/>
        </p:nvSpPr>
        <p:spPr>
          <a:xfrm>
            <a:off x="6222217" y="1912122"/>
            <a:ext cx="1651550" cy="4192079"/>
          </a:xfrm>
          <a:prstGeom prst="roundRect">
            <a:avLst>
              <a:gd name="adj" fmla="val 303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0">
            <a:extLst>
              <a:ext uri="{FF2B5EF4-FFF2-40B4-BE49-F238E27FC236}">
                <a16:creationId xmlns:a16="http://schemas.microsoft.com/office/drawing/2014/main" id="{AD0C224F-1ED6-4459-C991-F0350A2B4586}"/>
              </a:ext>
            </a:extLst>
          </p:cNvPr>
          <p:cNvSpPr/>
          <p:nvPr userDrawn="1"/>
        </p:nvSpPr>
        <p:spPr>
          <a:xfrm>
            <a:off x="8168583" y="1912122"/>
            <a:ext cx="1651550" cy="4192079"/>
          </a:xfrm>
          <a:prstGeom prst="roundRect">
            <a:avLst>
              <a:gd name="adj" fmla="val 303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a:extLst>
              <a:ext uri="{FF2B5EF4-FFF2-40B4-BE49-F238E27FC236}">
                <a16:creationId xmlns:a16="http://schemas.microsoft.com/office/drawing/2014/main" id="{46B7E630-43EB-BF1C-925A-04DE031E3A24}"/>
              </a:ext>
            </a:extLst>
          </p:cNvPr>
          <p:cNvSpPr/>
          <p:nvPr userDrawn="1"/>
        </p:nvSpPr>
        <p:spPr>
          <a:xfrm>
            <a:off x="10101886" y="1912122"/>
            <a:ext cx="1651550" cy="4192079"/>
          </a:xfrm>
          <a:prstGeom prst="roundRect">
            <a:avLst>
              <a:gd name="adj" fmla="val 3035"/>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6983A2-62C9-2905-A5EB-C8DE23B99FE7}"/>
              </a:ext>
            </a:extLst>
          </p:cNvPr>
          <p:cNvSpPr>
            <a:spLocks noGrp="1"/>
          </p:cNvSpPr>
          <p:nvPr>
            <p:ph type="title"/>
          </p:nvPr>
        </p:nvSpPr>
        <p:spPr>
          <a:xfrm>
            <a:off x="425450" y="656657"/>
            <a:ext cx="5288400" cy="1008000"/>
          </a:xfrm>
        </p:spPr>
        <p:txBody>
          <a:bodyPr/>
          <a:lstStyle>
            <a:lvl1pPr>
              <a:lnSpc>
                <a:spcPts val="3200"/>
              </a:lnSpc>
              <a:defRPr sz="3200"/>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312615C4-A517-6BB0-709D-9D280CC12B2D}"/>
              </a:ext>
            </a:extLst>
          </p:cNvPr>
          <p:cNvSpPr>
            <a:spLocks noGrp="1"/>
          </p:cNvSpPr>
          <p:nvPr>
            <p:ph idx="1"/>
          </p:nvPr>
        </p:nvSpPr>
        <p:spPr>
          <a:xfrm>
            <a:off x="4467497" y="2125889"/>
            <a:ext cx="1246353" cy="3978312"/>
          </a:xfrm>
        </p:spPr>
        <p:txBody>
          <a:bodyPr/>
          <a:lstStyle>
            <a:lvl1pPr>
              <a:defRPr sz="1100"/>
            </a:lvl1pPr>
            <a:lvl2pPr>
              <a:defRPr sz="1100"/>
            </a:lvl2pPr>
            <a:lvl3pPr>
              <a:defRPr sz="11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55645CCE-FBD9-B36D-03BE-3FBF48E2EC36}"/>
              </a:ext>
            </a:extLst>
          </p:cNvPr>
          <p:cNvSpPr>
            <a:spLocks noGrp="1"/>
          </p:cNvSpPr>
          <p:nvPr>
            <p:ph type="dt" sz="half" idx="10"/>
          </p:nvPr>
        </p:nvSpPr>
        <p:spPr/>
        <p:txBody>
          <a:bodyPr/>
          <a:lstStyle/>
          <a:p>
            <a:fld id="{2260A7BA-758D-634B-A350-28C1624179DF}"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p:cNvSpPr>
          <p:nvPr>
            <p:ph type="ftr" sz="quarter" idx="11"/>
          </p:nvPr>
        </p:nvSpPr>
        <p:spPr/>
        <p:txBody>
          <a:bodyPr/>
          <a:lstStyle>
            <a:lvl1pPr algn="l">
              <a:defRPr/>
            </a:lvl1p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p:cNvSpPr>
          <p:nvPr>
            <p:ph type="sldNum" sz="quarter" idx="12"/>
          </p:nvPr>
        </p:nvSpPr>
        <p:spPr/>
        <p:txBody>
          <a:bodyPr/>
          <a:lstStyle>
            <a:lvl1pPr algn="l">
              <a:defRPr/>
            </a:lvl1pPr>
          </a:lstStyle>
          <a:p>
            <a:fld id="{5F7B1633-95EA-F847-945E-534A0819728C}" type="slidenum">
              <a:rPr lang="en-GB" smtClean="0"/>
              <a:pPr/>
              <a:t>‹Nº›</a:t>
            </a:fld>
            <a:endParaRPr lang="en-GB"/>
          </a:p>
        </p:txBody>
      </p:sp>
      <p:sp>
        <p:nvSpPr>
          <p:cNvPr id="8" name="Text Placeholder 7">
            <a:extLst>
              <a:ext uri="{FF2B5EF4-FFF2-40B4-BE49-F238E27FC236}">
                <a16:creationId xmlns:a16="http://schemas.microsoft.com/office/drawing/2014/main" id="{898D0F1E-D59B-FF3A-CD4B-5EFDE3B3F96F}"/>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7" name="TextBox 6">
            <a:extLst>
              <a:ext uri="{FF2B5EF4-FFF2-40B4-BE49-F238E27FC236}">
                <a16:creationId xmlns:a16="http://schemas.microsoft.com/office/drawing/2014/main" id="{1BEAA03E-D4F0-C548-0384-18EA239A3C50}"/>
              </a:ext>
            </a:extLst>
          </p:cNvPr>
          <p:cNvSpPr txBox="1"/>
          <p:nvPr userDrawn="1"/>
        </p:nvSpPr>
        <p:spPr>
          <a:xfrm>
            <a:off x="14124791" y="-763793"/>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
        <p:nvSpPr>
          <p:cNvPr id="12" name="Content Placeholder 2">
            <a:extLst>
              <a:ext uri="{FF2B5EF4-FFF2-40B4-BE49-F238E27FC236}">
                <a16:creationId xmlns:a16="http://schemas.microsoft.com/office/drawing/2014/main" id="{1EF182E0-87B2-29BC-ECA0-A067178A8534}"/>
              </a:ext>
            </a:extLst>
          </p:cNvPr>
          <p:cNvSpPr>
            <a:spLocks noGrp="1"/>
          </p:cNvSpPr>
          <p:nvPr>
            <p:ph idx="15"/>
          </p:nvPr>
        </p:nvSpPr>
        <p:spPr>
          <a:xfrm>
            <a:off x="6334103" y="2125889"/>
            <a:ext cx="1399109" cy="3978312"/>
          </a:xfrm>
        </p:spPr>
        <p:txBody>
          <a:bodyPr/>
          <a:lstStyle>
            <a:lvl1pPr>
              <a:defRPr sz="1100"/>
            </a:lvl1pPr>
            <a:lvl2pPr>
              <a:defRPr sz="1100"/>
            </a:lvl2pPr>
            <a:lvl3pPr>
              <a:defRPr sz="11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3" name="Content Placeholder 2">
            <a:extLst>
              <a:ext uri="{FF2B5EF4-FFF2-40B4-BE49-F238E27FC236}">
                <a16:creationId xmlns:a16="http://schemas.microsoft.com/office/drawing/2014/main" id="{79DCC2CD-119C-D83D-A712-6BEB54D77264}"/>
              </a:ext>
            </a:extLst>
          </p:cNvPr>
          <p:cNvSpPr>
            <a:spLocks noGrp="1"/>
          </p:cNvSpPr>
          <p:nvPr>
            <p:ph idx="16"/>
          </p:nvPr>
        </p:nvSpPr>
        <p:spPr>
          <a:xfrm>
            <a:off x="8297829" y="2125889"/>
            <a:ext cx="1355623" cy="3978312"/>
          </a:xfrm>
        </p:spPr>
        <p:txBody>
          <a:bodyPr/>
          <a:lstStyle>
            <a:lvl1pPr>
              <a:defRPr sz="1100"/>
            </a:lvl1pPr>
            <a:lvl2pPr>
              <a:defRPr sz="1100"/>
            </a:lvl2pPr>
            <a:lvl3pPr>
              <a:defRPr sz="11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Content Placeholder 2">
            <a:extLst>
              <a:ext uri="{FF2B5EF4-FFF2-40B4-BE49-F238E27FC236}">
                <a16:creationId xmlns:a16="http://schemas.microsoft.com/office/drawing/2014/main" id="{BA704B5F-FCC0-4765-5EFB-181AC30E0929}"/>
              </a:ext>
            </a:extLst>
          </p:cNvPr>
          <p:cNvSpPr>
            <a:spLocks noGrp="1"/>
          </p:cNvSpPr>
          <p:nvPr>
            <p:ph idx="47"/>
          </p:nvPr>
        </p:nvSpPr>
        <p:spPr>
          <a:xfrm>
            <a:off x="10244194" y="2125889"/>
            <a:ext cx="1355623" cy="3978312"/>
          </a:xfrm>
        </p:spPr>
        <p:txBody>
          <a:bodyPr/>
          <a:lstStyle>
            <a:lvl1pPr>
              <a:defRPr sz="1100"/>
            </a:lvl1pPr>
            <a:lvl2pPr>
              <a:defRPr sz="1100"/>
            </a:lvl2pPr>
            <a:lvl3pPr>
              <a:defRPr sz="1100"/>
            </a:lvl3pPr>
            <a:lvl4pPr>
              <a:defRPr sz="1100"/>
            </a:lvl4pPr>
            <a:lvl5pPr>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5" name="Content Placeholder 2">
            <a:extLst>
              <a:ext uri="{FF2B5EF4-FFF2-40B4-BE49-F238E27FC236}">
                <a16:creationId xmlns:a16="http://schemas.microsoft.com/office/drawing/2014/main" id="{5651138E-B849-B58C-549D-3C98C99018D4}"/>
              </a:ext>
            </a:extLst>
          </p:cNvPr>
          <p:cNvSpPr>
            <a:spLocks noGrp="1"/>
          </p:cNvSpPr>
          <p:nvPr>
            <p:ph idx="48"/>
          </p:nvPr>
        </p:nvSpPr>
        <p:spPr>
          <a:xfrm>
            <a:off x="425450" y="1912122"/>
            <a:ext cx="3709846" cy="419207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40137636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ext and List">
    <p:bg>
      <p:bgPr>
        <a:solidFill>
          <a:schemeClr val="tx1"/>
        </a:solidFill>
        <a:effectLst/>
      </p:bgPr>
    </p:bg>
    <p:spTree>
      <p:nvGrpSpPr>
        <p:cNvPr id="1" name=""/>
        <p:cNvGrpSpPr/>
        <p:nvPr/>
      </p:nvGrpSpPr>
      <p:grpSpPr>
        <a:xfrm>
          <a:off x="0" y="0"/>
          <a:ext cx="0" cy="0"/>
          <a:chOff x="0" y="0"/>
          <a:chExt cx="0" cy="0"/>
        </a:xfrm>
      </p:grpSpPr>
      <p:sp>
        <p:nvSpPr>
          <p:cNvPr id="23" name="Freeform 22">
            <a:extLst>
              <a:ext uri="{FF2B5EF4-FFF2-40B4-BE49-F238E27FC236}">
                <a16:creationId xmlns:a16="http://schemas.microsoft.com/office/drawing/2014/main" id="{1505A71C-DDED-65A0-7E2B-210F679194F6}"/>
              </a:ext>
            </a:extLst>
          </p:cNvPr>
          <p:cNvSpPr>
            <a:spLocks noGrp="1" noRot="1" noMove="1" noResize="1" noEditPoints="1" noAdjustHandles="1" noChangeArrowheads="1" noChangeShapeType="1"/>
          </p:cNvSpPr>
          <p:nvPr userDrawn="1"/>
        </p:nvSpPr>
        <p:spPr>
          <a:xfrm>
            <a:off x="425450" y="425450"/>
            <a:ext cx="11334750" cy="6007100"/>
          </a:xfrm>
          <a:custGeom>
            <a:avLst/>
            <a:gdLst>
              <a:gd name="csX0" fmla="*/ 4747981 w 11334750"/>
              <a:gd name="csY0" fmla="*/ 0 h 6007100"/>
              <a:gd name="csX1" fmla="*/ 11250844 w 11334750"/>
              <a:gd name="csY1" fmla="*/ 0 h 6007100"/>
              <a:gd name="csX2" fmla="*/ 11334750 w 11334750"/>
              <a:gd name="csY2" fmla="*/ 83906 h 6007100"/>
              <a:gd name="csX3" fmla="*/ 11334750 w 11334750"/>
              <a:gd name="csY3" fmla="*/ 5186594 h 6007100"/>
              <a:gd name="csX4" fmla="*/ 11250844 w 11334750"/>
              <a:gd name="csY4" fmla="*/ 5270500 h 6007100"/>
              <a:gd name="csX5" fmla="*/ 5217208 w 11334750"/>
              <a:gd name="csY5" fmla="*/ 5270500 h 6007100"/>
              <a:gd name="csX6" fmla="*/ 5217208 w 11334750"/>
              <a:gd name="csY6" fmla="*/ 5273153 h 6007100"/>
              <a:gd name="csX7" fmla="*/ 5198228 w 11334750"/>
              <a:gd name="csY7" fmla="*/ 5273153 h 6007100"/>
              <a:gd name="csX8" fmla="*/ 5114322 w 11334750"/>
              <a:gd name="csY8" fmla="*/ 5357059 h 6007100"/>
              <a:gd name="csX9" fmla="*/ 5114322 w 11334750"/>
              <a:gd name="csY9" fmla="*/ 5931598 h 6007100"/>
              <a:gd name="csX10" fmla="*/ 5108643 w 11334750"/>
              <a:gd name="csY10" fmla="*/ 5959728 h 6007100"/>
              <a:gd name="csX11" fmla="*/ 5037175 w 11334750"/>
              <a:gd name="csY11" fmla="*/ 6007100 h 6007100"/>
              <a:gd name="csX12" fmla="*/ 77563 w 11334750"/>
              <a:gd name="csY12" fmla="*/ 6007100 h 6007100"/>
              <a:gd name="csX13" fmla="*/ 0 w 11334750"/>
              <a:gd name="csY13" fmla="*/ 5929537 h 6007100"/>
              <a:gd name="csX14" fmla="*/ 0 w 11334750"/>
              <a:gd name="csY14" fmla="*/ 1484275 h 6007100"/>
              <a:gd name="csX15" fmla="*/ 77563 w 11334750"/>
              <a:gd name="csY15" fmla="*/ 1406712 h 6007100"/>
              <a:gd name="csX16" fmla="*/ 4534625 w 11334750"/>
              <a:gd name="csY16" fmla="*/ 1406712 h 6007100"/>
              <a:gd name="csX17" fmla="*/ 4534625 w 11334750"/>
              <a:gd name="csY17" fmla="*/ 1405681 h 6007100"/>
              <a:gd name="csX18" fmla="*/ 4578602 w 11334750"/>
              <a:gd name="csY18" fmla="*/ 1405681 h 6007100"/>
              <a:gd name="csX19" fmla="*/ 4662510 w 11334750"/>
              <a:gd name="csY19" fmla="*/ 1321775 h 6007100"/>
              <a:gd name="csX20" fmla="*/ 4662510 w 11334750"/>
              <a:gd name="csY20" fmla="*/ 1277234 h 6007100"/>
              <a:gd name="csX21" fmla="*/ 4664075 w 11334750"/>
              <a:gd name="csY21" fmla="*/ 1277234 h 6007100"/>
              <a:gd name="csX22" fmla="*/ 4664075 w 11334750"/>
              <a:gd name="csY22" fmla="*/ 83906 h 6007100"/>
              <a:gd name="csX23" fmla="*/ 4747981 w 11334750"/>
              <a:gd name="csY23" fmla="*/ 0 h 6007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1334750" h="6007100">
                <a:moveTo>
                  <a:pt x="4747981" y="0"/>
                </a:moveTo>
                <a:lnTo>
                  <a:pt x="11250844" y="0"/>
                </a:lnTo>
                <a:cubicBezTo>
                  <a:pt x="11297184" y="0"/>
                  <a:pt x="11334750" y="37566"/>
                  <a:pt x="11334750" y="83906"/>
                </a:cubicBezTo>
                <a:lnTo>
                  <a:pt x="11334750" y="5186594"/>
                </a:lnTo>
                <a:cubicBezTo>
                  <a:pt x="11334750" y="5232934"/>
                  <a:pt x="11297184" y="5270500"/>
                  <a:pt x="11250844" y="5270500"/>
                </a:cubicBezTo>
                <a:lnTo>
                  <a:pt x="5217208" y="5270500"/>
                </a:lnTo>
                <a:lnTo>
                  <a:pt x="5217208" y="5273153"/>
                </a:lnTo>
                <a:lnTo>
                  <a:pt x="5198228" y="5273153"/>
                </a:lnTo>
                <a:cubicBezTo>
                  <a:pt x="5151888" y="5273153"/>
                  <a:pt x="5114322" y="5310719"/>
                  <a:pt x="5114322" y="5357059"/>
                </a:cubicBezTo>
                <a:lnTo>
                  <a:pt x="5114322" y="5931598"/>
                </a:lnTo>
                <a:lnTo>
                  <a:pt x="5108643" y="5959728"/>
                </a:lnTo>
                <a:cubicBezTo>
                  <a:pt x="5096869" y="5987567"/>
                  <a:pt x="5069303" y="6007100"/>
                  <a:pt x="5037175" y="6007100"/>
                </a:cubicBezTo>
                <a:lnTo>
                  <a:pt x="77563" y="6007100"/>
                </a:lnTo>
                <a:cubicBezTo>
                  <a:pt x="34726" y="6007100"/>
                  <a:pt x="0" y="5972374"/>
                  <a:pt x="0" y="5929537"/>
                </a:cubicBezTo>
                <a:lnTo>
                  <a:pt x="0" y="1484275"/>
                </a:lnTo>
                <a:cubicBezTo>
                  <a:pt x="0" y="1441438"/>
                  <a:pt x="34726" y="1406712"/>
                  <a:pt x="77563" y="1406712"/>
                </a:cubicBezTo>
                <a:lnTo>
                  <a:pt x="4534625" y="1406712"/>
                </a:lnTo>
                <a:lnTo>
                  <a:pt x="4534625" y="1405681"/>
                </a:lnTo>
                <a:lnTo>
                  <a:pt x="4578602" y="1405681"/>
                </a:lnTo>
                <a:cubicBezTo>
                  <a:pt x="4624942" y="1405681"/>
                  <a:pt x="4662510" y="1368115"/>
                  <a:pt x="4662510" y="1321775"/>
                </a:cubicBezTo>
                <a:lnTo>
                  <a:pt x="4662510" y="1277234"/>
                </a:lnTo>
                <a:lnTo>
                  <a:pt x="4664075" y="1277234"/>
                </a:lnTo>
                <a:lnTo>
                  <a:pt x="4664075" y="83906"/>
                </a:lnTo>
                <a:cubicBezTo>
                  <a:pt x="4664075" y="37566"/>
                  <a:pt x="4701641" y="0"/>
                  <a:pt x="4747981"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5553262" y="836357"/>
            <a:ext cx="5829112" cy="4571822"/>
          </a:xfrm>
        </p:spPr>
        <p:txBody>
          <a:bodyPr/>
          <a:lstStyle>
            <a:lvl1pPr marL="268288" indent="-268288">
              <a:spcBef>
                <a:spcPts val="1600"/>
              </a:spcBef>
              <a:buFont typeface="+mj-lt"/>
              <a:buAutoNum type="arabicPeriod"/>
              <a:tabLst/>
              <a:defRPr b="1" i="0">
                <a:latin typeface="Movistar Sans" pitchFamily="2" charset="77"/>
                <a:ea typeface="Movistar Sans" pitchFamily="2" charset="77"/>
              </a:defRPr>
            </a:lvl1pPr>
            <a:lvl2pPr marL="4763" indent="-4763">
              <a:spcBef>
                <a:spcPts val="0"/>
              </a:spcBef>
              <a:buNone/>
              <a:tabLst/>
              <a:defRPr sz="1250" b="0" i="0">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12CE0AA9-8E22-724B-8C47-5C7950D498BE}"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solidFill>
                  <a:schemeClr val="bg1"/>
                </a:solidFill>
              </a:rPr>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2" name="Text Placeholder 11">
            <a:extLst>
              <a:ext uri="{FF2B5EF4-FFF2-40B4-BE49-F238E27FC236}">
                <a16:creationId xmlns:a16="http://schemas.microsoft.com/office/drawing/2014/main" id="{5823BEAA-3049-8F14-10D1-7377D5236CBE}"/>
              </a:ext>
            </a:extLst>
          </p:cNvPr>
          <p:cNvSpPr>
            <a:spLocks noGrp="1" noRot="1" noMove="1" noResize="1" noEditPoints="1" noAdjustHandles="1" noChangeArrowheads="1" noChangeShapeType="1"/>
          </p:cNvSpPr>
          <p:nvPr>
            <p:ph type="body" sz="quarter" idx="14"/>
          </p:nvPr>
        </p:nvSpPr>
        <p:spPr>
          <a:xfrm>
            <a:off x="864814" y="2108201"/>
            <a:ext cx="4221162" cy="3996000"/>
          </a:xfrm>
        </p:spPr>
        <p:txBody>
          <a:bodyPr/>
          <a:lstStyle>
            <a:lvl1pPr>
              <a:spcBef>
                <a:spcPts val="0"/>
              </a:spcBef>
              <a:defRPr sz="3200"/>
            </a:lvl1pPr>
          </a:lstStyle>
          <a:p>
            <a:pPr lvl="0"/>
            <a:r>
              <a:rPr lang="en-US"/>
              <a:t>Click to edit Master text styles</a:t>
            </a:r>
          </a:p>
        </p:txBody>
      </p:sp>
      <p:sp>
        <p:nvSpPr>
          <p:cNvPr id="7" name="Title 1">
            <a:extLst>
              <a:ext uri="{FF2B5EF4-FFF2-40B4-BE49-F238E27FC236}">
                <a16:creationId xmlns:a16="http://schemas.microsoft.com/office/drawing/2014/main" id="{53095862-BDD0-2F83-F13D-74ED5CFFD24F}"/>
              </a:ext>
            </a:extLst>
          </p:cNvPr>
          <p:cNvSpPr>
            <a:spLocks noGrp="1"/>
          </p:cNvSpPr>
          <p:nvPr>
            <p:ph type="title"/>
          </p:nvPr>
        </p:nvSpPr>
        <p:spPr>
          <a:xfrm>
            <a:off x="425450" y="656657"/>
            <a:ext cx="5288400" cy="1008000"/>
          </a:xfrm>
        </p:spPr>
        <p:txBody>
          <a:bodyPr/>
          <a:lstStyle>
            <a:lvl1pPr>
              <a:lnSpc>
                <a:spcPts val="3200"/>
              </a:lnSpc>
              <a:defRPr sz="3200">
                <a:solidFill>
                  <a:schemeClr val="bg1"/>
                </a:solidFill>
              </a:defRPr>
            </a:lvl1pPr>
          </a:lstStyle>
          <a:p>
            <a:r>
              <a:rPr lang="en-US" dirty="0"/>
              <a:t>Click to edit Master title style</a:t>
            </a:r>
            <a:endParaRPr lang="en-GB" dirty="0"/>
          </a:p>
        </p:txBody>
      </p:sp>
      <p:sp>
        <p:nvSpPr>
          <p:cNvPr id="9" name="Text Placeholder 7">
            <a:extLst>
              <a:ext uri="{FF2B5EF4-FFF2-40B4-BE49-F238E27FC236}">
                <a16:creationId xmlns:a16="http://schemas.microsoft.com/office/drawing/2014/main" id="{65CDA0A6-5712-BF1F-ED1F-55894C65A04C}"/>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solidFill>
                  <a:schemeClr val="bg1"/>
                </a:solidFill>
                <a:latin typeface="Movistar Sans Extrabold" pitchFamily="2" charset="77"/>
                <a:ea typeface="Movistar Sans Extrabold" pitchFamily="2" charset="77"/>
              </a:defRPr>
            </a:lvl1pPr>
          </a:lstStyle>
          <a:p>
            <a:pPr lvl="0"/>
            <a:r>
              <a:rPr lang="en-US" dirty="0"/>
              <a:t>Click to edit Master text styles</a:t>
            </a:r>
          </a:p>
        </p:txBody>
      </p:sp>
      <p:pic>
        <p:nvPicPr>
          <p:cNvPr id="2" name="Graphic 7">
            <a:extLst>
              <a:ext uri="{FF2B5EF4-FFF2-40B4-BE49-F238E27FC236}">
                <a16:creationId xmlns:a16="http://schemas.microsoft.com/office/drawing/2014/main" id="{65308F2F-D584-0B3C-46AB-6CA84E2BABA1}"/>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6364148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and 3 Content Verde">
    <p:bg>
      <p:bgPr>
        <a:solidFill>
          <a:schemeClr val="accent2"/>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392AEB01-76B8-3B44-BA99-CDC4B4E87BF5}"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10" name="Content Placeholder 2">
            <a:extLst>
              <a:ext uri="{FF2B5EF4-FFF2-40B4-BE49-F238E27FC236}">
                <a16:creationId xmlns:a16="http://schemas.microsoft.com/office/drawing/2014/main" id="{227CC632-7930-D65D-1966-C463B6B3C96A}"/>
              </a:ext>
            </a:extLst>
          </p:cNvPr>
          <p:cNvSpPr>
            <a:spLocks noGrp="1" noRot="1" noMove="1" noResize="1" noEditPoints="1" noAdjustHandles="1" noChangeArrowheads="1" noChangeShapeType="1"/>
          </p:cNvSpPr>
          <p:nvPr>
            <p:ph idx="1"/>
          </p:nvPr>
        </p:nvSpPr>
        <p:spPr>
          <a:xfrm>
            <a:off x="425449" y="1912122"/>
            <a:ext cx="11334749" cy="4520428"/>
          </a:xfrm>
        </p:spPr>
        <p:txBody>
          <a:bodyPr numCol="3" spcCol="360000"/>
          <a:lstStyle>
            <a:lvl1pPr>
              <a:defRPr sz="1250" b="0" i="0">
                <a:latin typeface="Movistar Sans" pitchFamily="2" charset="77"/>
                <a:ea typeface="Movistar Sans" pitchFamily="2" charset="77"/>
              </a:defRPr>
            </a:lvl1pPr>
            <a:lvl2pPr marL="133350" indent="-133350">
              <a:tabLst/>
              <a:defRPr sz="1200" b="0" i="0">
                <a:latin typeface="Movistar Sans" pitchFamily="2" charset="77"/>
                <a:ea typeface="Movistar Sans" pitchFamily="2" charset="77"/>
              </a:defRPr>
            </a:lvl2pPr>
            <a:lvl3pPr marL="266700" indent="-133350">
              <a:tabLst/>
              <a:defRPr sz="1200" b="0" i="0">
                <a:latin typeface="Movistar Sans" pitchFamily="2" charset="77"/>
                <a:ea typeface="Movistar Sans" pitchFamily="2" charset="77"/>
              </a:defRPr>
            </a:lvl3pPr>
            <a:lvl4pPr marL="400050" indent="-133350">
              <a:tabLst/>
              <a:defRPr sz="1100" b="0" i="0">
                <a:latin typeface="Movistar Sans" pitchFamily="2" charset="77"/>
                <a:ea typeface="Movistar Sans" pitchFamily="2" charset="77"/>
              </a:defRPr>
            </a:lvl4pPr>
            <a:lvl5pPr marL="533400" indent="-133350">
              <a:tabLst/>
              <a:defRPr sz="1050" b="0" i="0">
                <a:latin typeface="Movistar Sans" pitchFamily="2" charset="77"/>
                <a:ea typeface="Movistar Sans" pitchFamily="2" charset="77"/>
              </a:defRPr>
            </a:lvl5pPr>
          </a:lstStyle>
          <a:p>
            <a:pPr lvl="0"/>
            <a:endParaRPr lang="en-GB" dirty="0"/>
          </a:p>
        </p:txBody>
      </p:sp>
      <p:sp>
        <p:nvSpPr>
          <p:cNvPr id="3" name="Title 1">
            <a:extLst>
              <a:ext uri="{FF2B5EF4-FFF2-40B4-BE49-F238E27FC236}">
                <a16:creationId xmlns:a16="http://schemas.microsoft.com/office/drawing/2014/main" id="{E861EB4C-DBC5-7B2A-F10D-E3272B044745}"/>
              </a:ext>
            </a:extLst>
          </p:cNvPr>
          <p:cNvSpPr>
            <a:spLocks noGrp="1"/>
          </p:cNvSpPr>
          <p:nvPr>
            <p:ph type="title"/>
          </p:nvPr>
        </p:nvSpPr>
        <p:spPr>
          <a:xfrm>
            <a:off x="425450" y="656657"/>
            <a:ext cx="5288400" cy="1008000"/>
          </a:xfrm>
          <a:solidFill>
            <a:schemeClr val="accent2"/>
          </a:solidFill>
        </p:spPr>
        <p:txBody>
          <a:bodyPr/>
          <a:lstStyle>
            <a:lvl1pPr>
              <a:lnSpc>
                <a:spcPts val="3200"/>
              </a:lnSpc>
              <a:defRPr sz="3200">
                <a:solidFill>
                  <a:schemeClr val="accent6"/>
                </a:solidFill>
              </a:defRPr>
            </a:lvl1pPr>
          </a:lstStyle>
          <a:p>
            <a:r>
              <a:rPr lang="en-US" dirty="0"/>
              <a:t>Click to edit Master title style</a:t>
            </a:r>
            <a:endParaRPr lang="en-GB" dirty="0"/>
          </a:p>
        </p:txBody>
      </p:sp>
      <p:sp>
        <p:nvSpPr>
          <p:cNvPr id="7" name="Text Placeholder 7">
            <a:extLst>
              <a:ext uri="{FF2B5EF4-FFF2-40B4-BE49-F238E27FC236}">
                <a16:creationId xmlns:a16="http://schemas.microsoft.com/office/drawing/2014/main" id="{853F0A20-2921-988D-4241-393904CED77C}"/>
              </a:ext>
            </a:extLst>
          </p:cNvPr>
          <p:cNvSpPr>
            <a:spLocks noGrp="1"/>
          </p:cNvSpPr>
          <p:nvPr>
            <p:ph type="body" sz="quarter" idx="13"/>
          </p:nvPr>
        </p:nvSpPr>
        <p:spPr>
          <a:xfrm>
            <a:off x="425450" y="432863"/>
            <a:ext cx="5289550" cy="153235"/>
          </a:xfrm>
          <a:solidFill>
            <a:schemeClr val="accent2"/>
          </a:solidFill>
        </p:spPr>
        <p:txBody>
          <a:bodyPr/>
          <a:lstStyle>
            <a:lvl1pPr>
              <a:lnSpc>
                <a:spcPct val="80000"/>
              </a:lnSpc>
              <a:spcBef>
                <a:spcPts val="0"/>
              </a:spcBef>
              <a:defRPr sz="900" b="1" i="0" kern="1000" cap="all" spc="-20" baseline="0">
                <a:solidFill>
                  <a:schemeClr val="accent6"/>
                </a:solidFill>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382256411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and 3 Content Coral">
    <p:bg>
      <p:bgPr>
        <a:solidFill>
          <a:schemeClr val="accent4"/>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A98BD5BE-AED2-D342-97B6-BA3DC40B5642}"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10" name="Content Placeholder 2">
            <a:extLst>
              <a:ext uri="{FF2B5EF4-FFF2-40B4-BE49-F238E27FC236}">
                <a16:creationId xmlns:a16="http://schemas.microsoft.com/office/drawing/2014/main" id="{122F2CED-48A8-E8AF-3979-F20735CA7BF3}"/>
              </a:ext>
            </a:extLst>
          </p:cNvPr>
          <p:cNvSpPr>
            <a:spLocks noGrp="1" noRot="1" noMove="1" noResize="1" noEditPoints="1" noAdjustHandles="1" noChangeArrowheads="1" noChangeShapeType="1"/>
          </p:cNvSpPr>
          <p:nvPr>
            <p:ph idx="1"/>
          </p:nvPr>
        </p:nvSpPr>
        <p:spPr>
          <a:xfrm>
            <a:off x="425449" y="1912122"/>
            <a:ext cx="11334749" cy="4520428"/>
          </a:xfrm>
        </p:spPr>
        <p:txBody>
          <a:bodyPr numCol="3" spcCol="360000"/>
          <a:lstStyle>
            <a:lvl1pPr>
              <a:defRPr sz="1250" b="0" i="0">
                <a:latin typeface="Movistar Sans" pitchFamily="2" charset="77"/>
                <a:ea typeface="Movistar Sans" pitchFamily="2" charset="77"/>
              </a:defRPr>
            </a:lvl1pPr>
            <a:lvl2pPr marL="133350" indent="-133350">
              <a:tabLst/>
              <a:defRPr sz="1200" b="0" i="0">
                <a:latin typeface="Movistar Sans" pitchFamily="2" charset="77"/>
                <a:ea typeface="Movistar Sans" pitchFamily="2" charset="77"/>
              </a:defRPr>
            </a:lvl2pPr>
            <a:lvl3pPr marL="266700" indent="-133350">
              <a:tabLst/>
              <a:defRPr sz="1200" b="0" i="0">
                <a:latin typeface="Movistar Sans" pitchFamily="2" charset="77"/>
                <a:ea typeface="Movistar Sans" pitchFamily="2" charset="77"/>
              </a:defRPr>
            </a:lvl3pPr>
            <a:lvl4pPr marL="400050" indent="-133350">
              <a:tabLst/>
              <a:defRPr sz="1100" b="0" i="0">
                <a:latin typeface="Movistar Sans" pitchFamily="2" charset="77"/>
                <a:ea typeface="Movistar Sans" pitchFamily="2" charset="77"/>
              </a:defRPr>
            </a:lvl4pPr>
            <a:lvl5pPr marL="533400" indent="-133350">
              <a:tabLst/>
              <a:defRPr sz="1050" b="0" i="0">
                <a:latin typeface="Movistar Sans" pitchFamily="2" charset="77"/>
                <a:ea typeface="Movistar Sans" pitchFamily="2" charset="77"/>
              </a:defRPr>
            </a:lvl5pPr>
          </a:lstStyle>
          <a:p>
            <a:pPr lvl="0"/>
            <a:endParaRPr lang="en-GB" dirty="0"/>
          </a:p>
        </p:txBody>
      </p:sp>
      <p:sp>
        <p:nvSpPr>
          <p:cNvPr id="3" name="Title 1">
            <a:extLst>
              <a:ext uri="{FF2B5EF4-FFF2-40B4-BE49-F238E27FC236}">
                <a16:creationId xmlns:a16="http://schemas.microsoft.com/office/drawing/2014/main" id="{FC03809E-A4C8-F8E1-59CE-3FF82542BC4E}"/>
              </a:ext>
            </a:extLst>
          </p:cNvPr>
          <p:cNvSpPr>
            <a:spLocks noGrp="1"/>
          </p:cNvSpPr>
          <p:nvPr>
            <p:ph type="title"/>
          </p:nvPr>
        </p:nvSpPr>
        <p:spPr>
          <a:xfrm>
            <a:off x="425450" y="656657"/>
            <a:ext cx="5288400" cy="1008000"/>
          </a:xfrm>
        </p:spPr>
        <p:txBody>
          <a:bodyPr/>
          <a:lstStyle>
            <a:lvl1pPr>
              <a:lnSpc>
                <a:spcPts val="3200"/>
              </a:lnSpc>
              <a:defRPr sz="3200">
                <a:solidFill>
                  <a:srgbClr val="6A2C13"/>
                </a:solidFill>
              </a:defRPr>
            </a:lvl1pPr>
          </a:lstStyle>
          <a:p>
            <a:r>
              <a:rPr lang="en-US" dirty="0"/>
              <a:t>Click to edit Master title style</a:t>
            </a:r>
            <a:endParaRPr lang="en-GB" dirty="0"/>
          </a:p>
        </p:txBody>
      </p:sp>
      <p:sp>
        <p:nvSpPr>
          <p:cNvPr id="7" name="Text Placeholder 7">
            <a:extLst>
              <a:ext uri="{FF2B5EF4-FFF2-40B4-BE49-F238E27FC236}">
                <a16:creationId xmlns:a16="http://schemas.microsoft.com/office/drawing/2014/main" id="{6EE2B5A9-6C02-D9BE-51CA-7ED0DE8FB1A3}"/>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solidFill>
                  <a:srgbClr val="6A2C13"/>
                </a:solidFill>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401769051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3 Content Amarillo">
    <p:bg>
      <p:bgPr>
        <a:solidFill>
          <a:schemeClr val="accent3"/>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06BCD11F-A9CE-ED4D-963F-9EC09B49CD40}"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10" name="Content Placeholder 2">
            <a:extLst>
              <a:ext uri="{FF2B5EF4-FFF2-40B4-BE49-F238E27FC236}">
                <a16:creationId xmlns:a16="http://schemas.microsoft.com/office/drawing/2014/main" id="{62DBFFD2-798A-9888-9508-912AAE0309CF}"/>
              </a:ext>
            </a:extLst>
          </p:cNvPr>
          <p:cNvSpPr>
            <a:spLocks noGrp="1" noRot="1" noMove="1" noResize="1" noEditPoints="1" noAdjustHandles="1" noChangeArrowheads="1" noChangeShapeType="1"/>
          </p:cNvSpPr>
          <p:nvPr>
            <p:ph idx="1"/>
          </p:nvPr>
        </p:nvSpPr>
        <p:spPr>
          <a:xfrm>
            <a:off x="425449" y="1912122"/>
            <a:ext cx="11334749" cy="4520428"/>
          </a:xfrm>
        </p:spPr>
        <p:txBody>
          <a:bodyPr numCol="3" spcCol="360000"/>
          <a:lstStyle>
            <a:lvl1pPr>
              <a:defRPr sz="1250" b="0" i="0">
                <a:latin typeface="Movistar Sans" pitchFamily="2" charset="77"/>
                <a:ea typeface="Movistar Sans" pitchFamily="2" charset="77"/>
              </a:defRPr>
            </a:lvl1pPr>
            <a:lvl2pPr marL="133350" indent="-133350">
              <a:tabLst/>
              <a:defRPr sz="1200" b="0" i="0">
                <a:latin typeface="Movistar Sans" pitchFamily="2" charset="77"/>
                <a:ea typeface="Movistar Sans" pitchFamily="2" charset="77"/>
              </a:defRPr>
            </a:lvl2pPr>
            <a:lvl3pPr marL="266700" indent="-133350">
              <a:tabLst/>
              <a:defRPr sz="1200" b="0" i="0">
                <a:latin typeface="Movistar Sans" pitchFamily="2" charset="77"/>
                <a:ea typeface="Movistar Sans" pitchFamily="2" charset="77"/>
              </a:defRPr>
            </a:lvl3pPr>
            <a:lvl4pPr marL="400050" indent="-133350">
              <a:tabLst/>
              <a:defRPr sz="1100" b="0" i="0">
                <a:latin typeface="Movistar Sans" pitchFamily="2" charset="77"/>
                <a:ea typeface="Movistar Sans" pitchFamily="2" charset="77"/>
              </a:defRPr>
            </a:lvl4pPr>
            <a:lvl5pPr marL="533400" indent="-133350">
              <a:tabLst/>
              <a:defRPr sz="1050" b="0" i="0">
                <a:latin typeface="Movistar Sans" pitchFamily="2" charset="77"/>
                <a:ea typeface="Movistar Sans" pitchFamily="2" charset="77"/>
              </a:defRPr>
            </a:lvl5pPr>
          </a:lstStyle>
          <a:p>
            <a:pPr lvl="0"/>
            <a:endParaRPr lang="en-GB" dirty="0"/>
          </a:p>
        </p:txBody>
      </p:sp>
      <p:sp>
        <p:nvSpPr>
          <p:cNvPr id="3" name="Title 1">
            <a:extLst>
              <a:ext uri="{FF2B5EF4-FFF2-40B4-BE49-F238E27FC236}">
                <a16:creationId xmlns:a16="http://schemas.microsoft.com/office/drawing/2014/main" id="{02C853AB-62AA-57FC-8DF3-81A649284DCF}"/>
              </a:ext>
            </a:extLst>
          </p:cNvPr>
          <p:cNvSpPr>
            <a:spLocks noGrp="1"/>
          </p:cNvSpPr>
          <p:nvPr>
            <p:ph type="title"/>
          </p:nvPr>
        </p:nvSpPr>
        <p:spPr>
          <a:xfrm>
            <a:off x="425450" y="656657"/>
            <a:ext cx="5288400" cy="1008000"/>
          </a:xfrm>
        </p:spPr>
        <p:txBody>
          <a:bodyPr/>
          <a:lstStyle>
            <a:lvl1pPr>
              <a:lnSpc>
                <a:spcPts val="3200"/>
              </a:lnSpc>
              <a:defRPr sz="3200">
                <a:solidFill>
                  <a:srgbClr val="624900"/>
                </a:solidFill>
              </a:defRPr>
            </a:lvl1pPr>
          </a:lstStyle>
          <a:p>
            <a:r>
              <a:rPr lang="en-US" dirty="0"/>
              <a:t>Click to edit Master title style</a:t>
            </a:r>
            <a:endParaRPr lang="en-GB" dirty="0"/>
          </a:p>
        </p:txBody>
      </p:sp>
      <p:sp>
        <p:nvSpPr>
          <p:cNvPr id="7" name="Text Placeholder 7">
            <a:extLst>
              <a:ext uri="{FF2B5EF4-FFF2-40B4-BE49-F238E27FC236}">
                <a16:creationId xmlns:a16="http://schemas.microsoft.com/office/drawing/2014/main" id="{B0F47BC7-1848-5D37-B7DE-8379FAFF3D58}"/>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solidFill>
                  <a:srgbClr val="624900"/>
                </a:solidFill>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54938898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3 Content Azul">
    <p:bg>
      <p:bgPr>
        <a:solidFill>
          <a:schemeClr val="accent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0027A676-FB09-FE45-BBDE-6A5C25B3C990}"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10" name="Content Placeholder 2">
            <a:extLst>
              <a:ext uri="{FF2B5EF4-FFF2-40B4-BE49-F238E27FC236}">
                <a16:creationId xmlns:a16="http://schemas.microsoft.com/office/drawing/2014/main" id="{E2D78663-A873-2E77-0E9F-8EF80ABC3956}"/>
              </a:ext>
            </a:extLst>
          </p:cNvPr>
          <p:cNvSpPr>
            <a:spLocks noGrp="1" noRot="1" noMove="1" noResize="1" noEditPoints="1" noAdjustHandles="1" noChangeArrowheads="1" noChangeShapeType="1"/>
          </p:cNvSpPr>
          <p:nvPr>
            <p:ph idx="1"/>
          </p:nvPr>
        </p:nvSpPr>
        <p:spPr>
          <a:xfrm>
            <a:off x="425449" y="1912122"/>
            <a:ext cx="11334749" cy="4520428"/>
          </a:xfrm>
        </p:spPr>
        <p:txBody>
          <a:bodyPr numCol="3" spcCol="360000"/>
          <a:lstStyle>
            <a:lvl1pPr>
              <a:defRPr sz="1250" b="0" i="0">
                <a:latin typeface="Movistar Sans" pitchFamily="2" charset="77"/>
                <a:ea typeface="Movistar Sans" pitchFamily="2" charset="77"/>
              </a:defRPr>
            </a:lvl1pPr>
            <a:lvl2pPr marL="133350" indent="-133350">
              <a:tabLst/>
              <a:defRPr sz="1200" b="0" i="0">
                <a:latin typeface="Movistar Sans" pitchFamily="2" charset="77"/>
                <a:ea typeface="Movistar Sans" pitchFamily="2" charset="77"/>
              </a:defRPr>
            </a:lvl2pPr>
            <a:lvl3pPr marL="266700" indent="-133350">
              <a:tabLst/>
              <a:defRPr sz="1200" b="0" i="0">
                <a:latin typeface="Movistar Sans" pitchFamily="2" charset="77"/>
                <a:ea typeface="Movistar Sans" pitchFamily="2" charset="77"/>
              </a:defRPr>
            </a:lvl3pPr>
            <a:lvl4pPr marL="400050" indent="-133350">
              <a:tabLst/>
              <a:defRPr sz="1100" b="0" i="0">
                <a:latin typeface="Movistar Sans" pitchFamily="2" charset="77"/>
                <a:ea typeface="Movistar Sans" pitchFamily="2" charset="77"/>
              </a:defRPr>
            </a:lvl4pPr>
            <a:lvl5pPr marL="533400" indent="-133350">
              <a:tabLst/>
              <a:defRPr sz="1050" b="0" i="0">
                <a:latin typeface="Movistar Sans" pitchFamily="2" charset="77"/>
                <a:ea typeface="Movistar Sans" pitchFamily="2" charset="77"/>
              </a:defRPr>
            </a:lvl5pPr>
          </a:lstStyle>
          <a:p>
            <a:pPr lvl="0"/>
            <a:endParaRPr lang="en-GB" dirty="0"/>
          </a:p>
        </p:txBody>
      </p:sp>
      <p:sp>
        <p:nvSpPr>
          <p:cNvPr id="3" name="Title 1">
            <a:extLst>
              <a:ext uri="{FF2B5EF4-FFF2-40B4-BE49-F238E27FC236}">
                <a16:creationId xmlns:a16="http://schemas.microsoft.com/office/drawing/2014/main" id="{1E3FD5BA-E606-DF09-D516-4DA25C9D8A98}"/>
              </a:ext>
            </a:extLst>
          </p:cNvPr>
          <p:cNvSpPr>
            <a:spLocks noGrp="1"/>
          </p:cNvSpPr>
          <p:nvPr>
            <p:ph type="title"/>
          </p:nvPr>
        </p:nvSpPr>
        <p:spPr>
          <a:xfrm>
            <a:off x="425450" y="656657"/>
            <a:ext cx="5288400" cy="1008000"/>
          </a:xfrm>
        </p:spPr>
        <p:txBody>
          <a:bodyPr/>
          <a:lstStyle>
            <a:lvl1pPr>
              <a:lnSpc>
                <a:spcPts val="3200"/>
              </a:lnSpc>
              <a:defRPr sz="3200">
                <a:solidFill>
                  <a:schemeClr val="accent5"/>
                </a:solidFill>
              </a:defRPr>
            </a:lvl1pPr>
          </a:lstStyle>
          <a:p>
            <a:r>
              <a:rPr lang="en-US" dirty="0"/>
              <a:t>Click to edit Master title style</a:t>
            </a:r>
            <a:endParaRPr lang="en-GB" dirty="0"/>
          </a:p>
        </p:txBody>
      </p:sp>
      <p:sp>
        <p:nvSpPr>
          <p:cNvPr id="7" name="Text Placeholder 7">
            <a:extLst>
              <a:ext uri="{FF2B5EF4-FFF2-40B4-BE49-F238E27FC236}">
                <a16:creationId xmlns:a16="http://schemas.microsoft.com/office/drawing/2014/main" id="{8D05DC9B-0BF1-656F-3B22-45D4090E3E83}"/>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solidFill>
                  <a:schemeClr val="accent5"/>
                </a:solidFill>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11726067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Panel">
    <p:bg>
      <p:bgPr>
        <a:solidFill>
          <a:schemeClr val="bg2"/>
        </a:solidFill>
        <a:effectLst/>
      </p:bgPr>
    </p:bg>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F74D50CA-0DE2-D13C-54D0-E8D4A65B3FBB}"/>
              </a:ext>
            </a:extLst>
          </p:cNvPr>
          <p:cNvSpPr>
            <a:spLocks/>
          </p:cNvSpPr>
          <p:nvPr userDrawn="1"/>
        </p:nvSpPr>
        <p:spPr>
          <a:xfrm flipH="1">
            <a:off x="428627" y="1832400"/>
            <a:ext cx="5545858" cy="4600150"/>
          </a:xfrm>
          <a:custGeom>
            <a:avLst/>
            <a:gdLst>
              <a:gd name="csX0" fmla="*/ 62470 w 5545858"/>
              <a:gd name="csY0" fmla="*/ 0 h 4600150"/>
              <a:gd name="csX1" fmla="*/ 4260725 w 5545858"/>
              <a:gd name="csY1" fmla="*/ 0 h 4600150"/>
              <a:gd name="csX2" fmla="*/ 4323195 w 5545858"/>
              <a:gd name="csY2" fmla="*/ 62470 h 4600150"/>
              <a:gd name="csX3" fmla="*/ 4323195 w 5545858"/>
              <a:gd name="csY3" fmla="*/ 856430 h 4600150"/>
              <a:gd name="csX4" fmla="*/ 4323506 w 5545858"/>
              <a:gd name="csY4" fmla="*/ 856430 h 4600150"/>
              <a:gd name="csX5" fmla="*/ 4323506 w 5545858"/>
              <a:gd name="csY5" fmla="*/ 901003 h 4600150"/>
              <a:gd name="csX6" fmla="*/ 4376197 w 5545858"/>
              <a:gd name="csY6" fmla="*/ 953694 h 4600150"/>
              <a:gd name="csX7" fmla="*/ 4410706 w 5545858"/>
              <a:gd name="csY7" fmla="*/ 953694 h 4600150"/>
              <a:gd name="csX8" fmla="*/ 5493167 w 5545858"/>
              <a:gd name="csY8" fmla="*/ 953694 h 4600150"/>
              <a:gd name="csX9" fmla="*/ 5545858 w 5545858"/>
              <a:gd name="csY9" fmla="*/ 1006385 h 4600150"/>
              <a:gd name="csX10" fmla="*/ 5545858 w 5545858"/>
              <a:gd name="csY10" fmla="*/ 4547459 h 4600150"/>
              <a:gd name="csX11" fmla="*/ 5493167 w 5545858"/>
              <a:gd name="csY11" fmla="*/ 4600150 h 4600150"/>
              <a:gd name="csX12" fmla="*/ 4260725 w 5545858"/>
              <a:gd name="csY12" fmla="*/ 4600150 h 4600150"/>
              <a:gd name="csX13" fmla="*/ 1275354 w 5545858"/>
              <a:gd name="csY13" fmla="*/ 4600150 h 4600150"/>
              <a:gd name="csX14" fmla="*/ 62470 w 5545858"/>
              <a:gd name="csY14" fmla="*/ 4600150 h 4600150"/>
              <a:gd name="csX15" fmla="*/ 0 w 5545858"/>
              <a:gd name="csY15" fmla="*/ 4537680 h 4600150"/>
              <a:gd name="csX16" fmla="*/ 0 w 5545858"/>
              <a:gd name="csY16" fmla="*/ 62470 h 4600150"/>
              <a:gd name="csX17" fmla="*/ 62470 w 5545858"/>
              <a:gd name="csY17" fmla="*/ 0 h 4600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545858" h="4600150">
                <a:moveTo>
                  <a:pt x="62470" y="0"/>
                </a:moveTo>
                <a:lnTo>
                  <a:pt x="4260725" y="0"/>
                </a:lnTo>
                <a:cubicBezTo>
                  <a:pt x="4295226" y="0"/>
                  <a:pt x="4323195" y="27969"/>
                  <a:pt x="4323195" y="62470"/>
                </a:cubicBezTo>
                <a:lnTo>
                  <a:pt x="4323195" y="856430"/>
                </a:lnTo>
                <a:lnTo>
                  <a:pt x="4323506" y="856430"/>
                </a:lnTo>
                <a:lnTo>
                  <a:pt x="4323506" y="901003"/>
                </a:lnTo>
                <a:cubicBezTo>
                  <a:pt x="4323506" y="930103"/>
                  <a:pt x="4347097" y="953694"/>
                  <a:pt x="4376197" y="953694"/>
                </a:cubicBezTo>
                <a:lnTo>
                  <a:pt x="4410706" y="953694"/>
                </a:lnTo>
                <a:lnTo>
                  <a:pt x="5493167" y="953694"/>
                </a:lnTo>
                <a:cubicBezTo>
                  <a:pt x="5522267" y="953694"/>
                  <a:pt x="5545858" y="977285"/>
                  <a:pt x="5545858" y="1006385"/>
                </a:cubicBezTo>
                <a:lnTo>
                  <a:pt x="5545858" y="4547459"/>
                </a:lnTo>
                <a:cubicBezTo>
                  <a:pt x="5545858" y="4576559"/>
                  <a:pt x="5522267" y="4600150"/>
                  <a:pt x="5493167" y="4600150"/>
                </a:cubicBezTo>
                <a:lnTo>
                  <a:pt x="4260725" y="4600150"/>
                </a:lnTo>
                <a:lnTo>
                  <a:pt x="1275354" y="4600150"/>
                </a:lnTo>
                <a:lnTo>
                  <a:pt x="62470" y="4600150"/>
                </a:lnTo>
                <a:cubicBezTo>
                  <a:pt x="27969" y="4600150"/>
                  <a:pt x="0" y="4572181"/>
                  <a:pt x="0" y="4537680"/>
                </a:cubicBezTo>
                <a:lnTo>
                  <a:pt x="0" y="62470"/>
                </a:lnTo>
                <a:cubicBezTo>
                  <a:pt x="0" y="27969"/>
                  <a:pt x="27969" y="0"/>
                  <a:pt x="6247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6" name="Freeform 25">
            <a:extLst>
              <a:ext uri="{FF2B5EF4-FFF2-40B4-BE49-F238E27FC236}">
                <a16:creationId xmlns:a16="http://schemas.microsoft.com/office/drawing/2014/main" id="{45D2F948-2DD7-B940-4606-E6BD31674716}"/>
              </a:ext>
            </a:extLst>
          </p:cNvPr>
          <p:cNvSpPr>
            <a:spLocks/>
          </p:cNvSpPr>
          <p:nvPr userDrawn="1"/>
        </p:nvSpPr>
        <p:spPr>
          <a:xfrm flipH="1">
            <a:off x="6214341" y="1832400"/>
            <a:ext cx="5545858" cy="4600150"/>
          </a:xfrm>
          <a:custGeom>
            <a:avLst/>
            <a:gdLst>
              <a:gd name="csX0" fmla="*/ 62470 w 5545858"/>
              <a:gd name="csY0" fmla="*/ 0 h 4600150"/>
              <a:gd name="csX1" fmla="*/ 4260725 w 5545858"/>
              <a:gd name="csY1" fmla="*/ 0 h 4600150"/>
              <a:gd name="csX2" fmla="*/ 4323195 w 5545858"/>
              <a:gd name="csY2" fmla="*/ 62470 h 4600150"/>
              <a:gd name="csX3" fmla="*/ 4323195 w 5545858"/>
              <a:gd name="csY3" fmla="*/ 856430 h 4600150"/>
              <a:gd name="csX4" fmla="*/ 4323506 w 5545858"/>
              <a:gd name="csY4" fmla="*/ 856430 h 4600150"/>
              <a:gd name="csX5" fmla="*/ 4323506 w 5545858"/>
              <a:gd name="csY5" fmla="*/ 901003 h 4600150"/>
              <a:gd name="csX6" fmla="*/ 4376197 w 5545858"/>
              <a:gd name="csY6" fmla="*/ 953694 h 4600150"/>
              <a:gd name="csX7" fmla="*/ 4410706 w 5545858"/>
              <a:gd name="csY7" fmla="*/ 953694 h 4600150"/>
              <a:gd name="csX8" fmla="*/ 5493167 w 5545858"/>
              <a:gd name="csY8" fmla="*/ 953694 h 4600150"/>
              <a:gd name="csX9" fmla="*/ 5545858 w 5545858"/>
              <a:gd name="csY9" fmla="*/ 1006385 h 4600150"/>
              <a:gd name="csX10" fmla="*/ 5545858 w 5545858"/>
              <a:gd name="csY10" fmla="*/ 4547459 h 4600150"/>
              <a:gd name="csX11" fmla="*/ 5493167 w 5545858"/>
              <a:gd name="csY11" fmla="*/ 4600150 h 4600150"/>
              <a:gd name="csX12" fmla="*/ 4260725 w 5545858"/>
              <a:gd name="csY12" fmla="*/ 4600150 h 4600150"/>
              <a:gd name="csX13" fmla="*/ 1275354 w 5545858"/>
              <a:gd name="csY13" fmla="*/ 4600150 h 4600150"/>
              <a:gd name="csX14" fmla="*/ 62470 w 5545858"/>
              <a:gd name="csY14" fmla="*/ 4600150 h 4600150"/>
              <a:gd name="csX15" fmla="*/ 0 w 5545858"/>
              <a:gd name="csY15" fmla="*/ 4537680 h 4600150"/>
              <a:gd name="csX16" fmla="*/ 0 w 5545858"/>
              <a:gd name="csY16" fmla="*/ 62470 h 4600150"/>
              <a:gd name="csX17" fmla="*/ 62470 w 5545858"/>
              <a:gd name="csY17" fmla="*/ 0 h 4600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545858" h="4600150">
                <a:moveTo>
                  <a:pt x="62470" y="0"/>
                </a:moveTo>
                <a:lnTo>
                  <a:pt x="4260725" y="0"/>
                </a:lnTo>
                <a:cubicBezTo>
                  <a:pt x="4295226" y="0"/>
                  <a:pt x="4323195" y="27969"/>
                  <a:pt x="4323195" y="62470"/>
                </a:cubicBezTo>
                <a:lnTo>
                  <a:pt x="4323195" y="856430"/>
                </a:lnTo>
                <a:lnTo>
                  <a:pt x="4323506" y="856430"/>
                </a:lnTo>
                <a:lnTo>
                  <a:pt x="4323506" y="901003"/>
                </a:lnTo>
                <a:cubicBezTo>
                  <a:pt x="4323506" y="930103"/>
                  <a:pt x="4347097" y="953694"/>
                  <a:pt x="4376197" y="953694"/>
                </a:cubicBezTo>
                <a:lnTo>
                  <a:pt x="4410706" y="953694"/>
                </a:lnTo>
                <a:lnTo>
                  <a:pt x="5493167" y="953694"/>
                </a:lnTo>
                <a:cubicBezTo>
                  <a:pt x="5522267" y="953694"/>
                  <a:pt x="5545858" y="977285"/>
                  <a:pt x="5545858" y="1006385"/>
                </a:cubicBezTo>
                <a:lnTo>
                  <a:pt x="5545858" y="4547459"/>
                </a:lnTo>
                <a:cubicBezTo>
                  <a:pt x="5545858" y="4576559"/>
                  <a:pt x="5522267" y="4600150"/>
                  <a:pt x="5493167" y="4600150"/>
                </a:cubicBezTo>
                <a:lnTo>
                  <a:pt x="4260725" y="4600150"/>
                </a:lnTo>
                <a:lnTo>
                  <a:pt x="1275354" y="4600150"/>
                </a:lnTo>
                <a:lnTo>
                  <a:pt x="62470" y="4600150"/>
                </a:lnTo>
                <a:cubicBezTo>
                  <a:pt x="27969" y="4600150"/>
                  <a:pt x="0" y="4572181"/>
                  <a:pt x="0" y="4537680"/>
                </a:cubicBezTo>
                <a:lnTo>
                  <a:pt x="0" y="62470"/>
                </a:lnTo>
                <a:cubicBezTo>
                  <a:pt x="0" y="27969"/>
                  <a:pt x="27969" y="0"/>
                  <a:pt x="62470"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p>
            <a:pPr algn="ctr"/>
            <a:fld id="{80A45013-5828-F141-9CF2-A0C709DA0978}"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8" name="Text Placeholder 17">
            <a:extLst>
              <a:ext uri="{FF2B5EF4-FFF2-40B4-BE49-F238E27FC236}">
                <a16:creationId xmlns:a16="http://schemas.microsoft.com/office/drawing/2014/main" id="{1011E7B2-E6C8-FB62-72B8-8666522BD8EC}"/>
              </a:ext>
            </a:extLst>
          </p:cNvPr>
          <p:cNvSpPr>
            <a:spLocks noGrp="1"/>
          </p:cNvSpPr>
          <p:nvPr>
            <p:ph type="body" sz="quarter" idx="13" hasCustomPrompt="1"/>
          </p:nvPr>
        </p:nvSpPr>
        <p:spPr>
          <a:xfrm>
            <a:off x="431801" y="1831478"/>
            <a:ext cx="1022349" cy="811741"/>
          </a:xfrm>
          <a:prstGeom prst="roundRect">
            <a:avLst>
              <a:gd name="adj" fmla="val 7742"/>
            </a:avLst>
          </a:prstGeom>
          <a:solidFill>
            <a:schemeClr val="accent2"/>
          </a:solidFill>
        </p:spPr>
        <p:txBody>
          <a:bodyPr anchor="ctr" anchorCtr="1">
            <a:noAutofit/>
          </a:bodyPr>
          <a:lstStyle>
            <a:lvl1pPr>
              <a:defRPr sz="3500" b="1" i="0">
                <a:solidFill>
                  <a:schemeClr val="accent6"/>
                </a:solidFill>
                <a:latin typeface="Movistar Sans" pitchFamily="2" charset="77"/>
                <a:ea typeface="Movistar Sans" pitchFamily="2" charset="77"/>
              </a:defRPr>
            </a:lvl1pPr>
          </a:lstStyle>
          <a:p>
            <a:pPr lvl="0"/>
            <a:r>
              <a:rPr lang="en-GB" dirty="0"/>
              <a:t>#</a:t>
            </a:r>
          </a:p>
        </p:txBody>
      </p:sp>
      <p:sp>
        <p:nvSpPr>
          <p:cNvPr id="24" name="Text Placeholder 17">
            <a:extLst>
              <a:ext uri="{FF2B5EF4-FFF2-40B4-BE49-F238E27FC236}">
                <a16:creationId xmlns:a16="http://schemas.microsoft.com/office/drawing/2014/main" id="{A99B87C5-F57A-C23E-7542-EB665CCD861F}"/>
              </a:ext>
            </a:extLst>
          </p:cNvPr>
          <p:cNvSpPr>
            <a:spLocks noGrp="1"/>
          </p:cNvSpPr>
          <p:nvPr>
            <p:ph type="body" sz="quarter" idx="16" hasCustomPrompt="1"/>
          </p:nvPr>
        </p:nvSpPr>
        <p:spPr>
          <a:xfrm>
            <a:off x="6214341" y="1831478"/>
            <a:ext cx="1022349" cy="811741"/>
          </a:xfrm>
          <a:prstGeom prst="roundRect">
            <a:avLst>
              <a:gd name="adj" fmla="val 7742"/>
            </a:avLst>
          </a:prstGeom>
          <a:solidFill>
            <a:schemeClr val="accent4"/>
          </a:solidFill>
        </p:spPr>
        <p:txBody>
          <a:bodyPr anchor="ctr" anchorCtr="1">
            <a:noAutofit/>
          </a:bodyPr>
          <a:lstStyle>
            <a:lvl1pPr>
              <a:defRPr sz="3500" b="1" i="0">
                <a:solidFill>
                  <a:srgbClr val="6A2C13"/>
                </a:solidFill>
                <a:latin typeface="Movistar Sans" pitchFamily="2" charset="77"/>
                <a:ea typeface="Movistar Sans" pitchFamily="2" charset="77"/>
              </a:defRPr>
            </a:lvl1pPr>
          </a:lstStyle>
          <a:p>
            <a:pPr lvl="0"/>
            <a:r>
              <a:rPr lang="en-GB" dirty="0"/>
              <a:t>#</a:t>
            </a:r>
          </a:p>
        </p:txBody>
      </p:sp>
      <p:sp>
        <p:nvSpPr>
          <p:cNvPr id="13" name="Text Placeholder 20">
            <a:extLst>
              <a:ext uri="{FF2B5EF4-FFF2-40B4-BE49-F238E27FC236}">
                <a16:creationId xmlns:a16="http://schemas.microsoft.com/office/drawing/2014/main" id="{7C5FA937-432B-A2C5-DB5A-031F946893F6}"/>
              </a:ext>
            </a:extLst>
          </p:cNvPr>
          <p:cNvSpPr>
            <a:spLocks noGrp="1"/>
          </p:cNvSpPr>
          <p:nvPr>
            <p:ph type="body" sz="quarter" idx="22"/>
          </p:nvPr>
        </p:nvSpPr>
        <p:spPr>
          <a:xfrm>
            <a:off x="7598485" y="2188633"/>
            <a:ext cx="3995737" cy="811741"/>
          </a:xfrm>
        </p:spPr>
        <p:txBody>
          <a:bodyPr/>
          <a:lstStyle>
            <a:lvl1pPr>
              <a:lnSpc>
                <a:spcPct val="85000"/>
              </a:lnSpc>
              <a:spcBef>
                <a:spcPts val="0"/>
              </a:spcBef>
              <a:defRPr sz="23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12" name="Text Placeholder 11">
            <a:extLst>
              <a:ext uri="{FF2B5EF4-FFF2-40B4-BE49-F238E27FC236}">
                <a16:creationId xmlns:a16="http://schemas.microsoft.com/office/drawing/2014/main" id="{60A8AE78-1B29-A95C-D0D7-F0524BB903C6}"/>
              </a:ext>
            </a:extLst>
          </p:cNvPr>
          <p:cNvSpPr>
            <a:spLocks noGrp="1" noRot="1" noMove="1" noResize="1" noEditPoints="1" noAdjustHandles="1" noChangeArrowheads="1" noChangeShapeType="1"/>
          </p:cNvSpPr>
          <p:nvPr>
            <p:ph type="body" sz="quarter" idx="30"/>
          </p:nvPr>
        </p:nvSpPr>
        <p:spPr>
          <a:xfrm>
            <a:off x="6421438" y="3000375"/>
            <a:ext cx="5102225" cy="3204000"/>
          </a:xfrm>
        </p:spPr>
        <p:txBody>
          <a:bodyPr/>
          <a:lstStyle>
            <a:lvl1pPr>
              <a:spcBef>
                <a:spcPts val="1500"/>
              </a:spcBef>
              <a:defRPr b="1" i="0">
                <a:latin typeface="Movistar Sans" pitchFamily="2" charset="77"/>
                <a:ea typeface="Movistar Sans" pitchFamily="2" charset="77"/>
              </a:defRPr>
            </a:lvl1pPr>
            <a:lvl2pPr marL="0" indent="0">
              <a:spcBef>
                <a:spcPts val="0"/>
              </a:spcBef>
              <a:buNone/>
              <a:tabLst/>
              <a:defRPr b="0" i="0">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31" name="Text Placeholder 20">
            <a:extLst>
              <a:ext uri="{FF2B5EF4-FFF2-40B4-BE49-F238E27FC236}">
                <a16:creationId xmlns:a16="http://schemas.microsoft.com/office/drawing/2014/main" id="{F9DDAD7D-FFC0-0F21-09B9-DB47BB5F005C}"/>
              </a:ext>
            </a:extLst>
          </p:cNvPr>
          <p:cNvSpPr>
            <a:spLocks noGrp="1"/>
          </p:cNvSpPr>
          <p:nvPr>
            <p:ph type="body" sz="quarter" idx="31"/>
          </p:nvPr>
        </p:nvSpPr>
        <p:spPr>
          <a:xfrm>
            <a:off x="1812771" y="2188633"/>
            <a:ext cx="3995737" cy="811741"/>
          </a:xfrm>
        </p:spPr>
        <p:txBody>
          <a:bodyPr/>
          <a:lstStyle>
            <a:lvl1pPr>
              <a:lnSpc>
                <a:spcPct val="85000"/>
              </a:lnSpc>
              <a:spcBef>
                <a:spcPts val="0"/>
              </a:spcBef>
              <a:defRPr sz="23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2" name="Text Placeholder 11">
            <a:extLst>
              <a:ext uri="{FF2B5EF4-FFF2-40B4-BE49-F238E27FC236}">
                <a16:creationId xmlns:a16="http://schemas.microsoft.com/office/drawing/2014/main" id="{7D9E3429-88C3-8C4F-0289-2A591CF4190D}"/>
              </a:ext>
            </a:extLst>
          </p:cNvPr>
          <p:cNvSpPr>
            <a:spLocks noGrp="1" noRot="1" noMove="1" noResize="1" noEditPoints="1" noAdjustHandles="1" noChangeArrowheads="1" noChangeShapeType="1"/>
          </p:cNvSpPr>
          <p:nvPr>
            <p:ph type="body" sz="quarter" idx="32"/>
          </p:nvPr>
        </p:nvSpPr>
        <p:spPr>
          <a:xfrm>
            <a:off x="635724" y="3000375"/>
            <a:ext cx="5102225" cy="3204000"/>
          </a:xfrm>
        </p:spPr>
        <p:txBody>
          <a:bodyPr/>
          <a:lstStyle>
            <a:lvl1pPr>
              <a:spcBef>
                <a:spcPts val="1500"/>
              </a:spcBef>
              <a:defRPr b="1" i="0">
                <a:latin typeface="Movistar Sans" pitchFamily="2" charset="77"/>
                <a:ea typeface="Movistar Sans" pitchFamily="2" charset="77"/>
              </a:defRPr>
            </a:lvl1pPr>
            <a:lvl2pPr marL="0" indent="0">
              <a:spcBef>
                <a:spcPts val="0"/>
              </a:spcBef>
              <a:buNone/>
              <a:tabLst/>
              <a:defRPr b="0" i="0">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6" name="TextBox 5">
            <a:extLst>
              <a:ext uri="{FF2B5EF4-FFF2-40B4-BE49-F238E27FC236}">
                <a16:creationId xmlns:a16="http://schemas.microsoft.com/office/drawing/2014/main" id="{8D0A17AC-7BC0-00A8-C7D6-AB8C73B5148C}"/>
              </a:ext>
            </a:extLst>
          </p:cNvPr>
          <p:cNvSpPr txBox="1"/>
          <p:nvPr userDrawn="1"/>
        </p:nvSpPr>
        <p:spPr>
          <a:xfrm>
            <a:off x="6355080" y="1463040"/>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
        <p:nvSpPr>
          <p:cNvPr id="7" name="Title 1">
            <a:extLst>
              <a:ext uri="{FF2B5EF4-FFF2-40B4-BE49-F238E27FC236}">
                <a16:creationId xmlns:a16="http://schemas.microsoft.com/office/drawing/2014/main" id="{8F606FF1-A7ED-CD90-E829-50DE08EDA886}"/>
              </a:ext>
            </a:extLst>
          </p:cNvPr>
          <p:cNvSpPr>
            <a:spLocks noGrp="1"/>
          </p:cNvSpPr>
          <p:nvPr>
            <p:ph type="title"/>
          </p:nvPr>
        </p:nvSpPr>
        <p:spPr>
          <a:xfrm>
            <a:off x="425450" y="656657"/>
            <a:ext cx="5288400" cy="1008000"/>
          </a:xfrm>
        </p:spPr>
        <p:txBody>
          <a:bodyPr/>
          <a:lstStyle>
            <a:lvl1pPr>
              <a:lnSpc>
                <a:spcPts val="3200"/>
              </a:lnSpc>
              <a:defRPr sz="3200"/>
            </a:lvl1pPr>
          </a:lstStyle>
          <a:p>
            <a:r>
              <a:rPr lang="en-US" dirty="0"/>
              <a:t>Click to edit Master title style</a:t>
            </a:r>
            <a:endParaRPr lang="en-GB" dirty="0"/>
          </a:p>
        </p:txBody>
      </p:sp>
      <p:sp>
        <p:nvSpPr>
          <p:cNvPr id="8" name="Text Placeholder 7">
            <a:extLst>
              <a:ext uri="{FF2B5EF4-FFF2-40B4-BE49-F238E27FC236}">
                <a16:creationId xmlns:a16="http://schemas.microsoft.com/office/drawing/2014/main" id="{240CD367-3451-69DA-A28F-CE5D897D969C}"/>
              </a:ext>
            </a:extLst>
          </p:cNvPr>
          <p:cNvSpPr>
            <a:spLocks noGrp="1"/>
          </p:cNvSpPr>
          <p:nvPr>
            <p:ph type="body" sz="quarter" idx="33"/>
          </p:nvPr>
        </p:nvSpPr>
        <p:spPr>
          <a:xfrm>
            <a:off x="425450" y="432863"/>
            <a:ext cx="5289550"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393479380"/>
      </p:ext>
    </p:extLst>
  </p:cSld>
  <p:clrMapOvr>
    <a:masterClrMapping/>
  </p:clrMapOvr>
  <p:extLst>
    <p:ext uri="{DCECCB84-F9BA-43D5-87BE-67443E8EF086}">
      <p15:sldGuideLst xmlns:p15="http://schemas.microsoft.com/office/powerpoint/2012/main">
        <p15:guide id="1" orient="horz" pos="4018"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Panel">
    <p:bg>
      <p:bgPr>
        <a:solidFill>
          <a:schemeClr val="bg2"/>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7FC26477-1C1A-57A2-7775-F0CB02D8E448}"/>
              </a:ext>
            </a:extLst>
          </p:cNvPr>
          <p:cNvSpPr>
            <a:spLocks/>
          </p:cNvSpPr>
          <p:nvPr userDrawn="1"/>
        </p:nvSpPr>
        <p:spPr>
          <a:xfrm flipH="1">
            <a:off x="425450" y="1831479"/>
            <a:ext cx="3594100" cy="4605618"/>
          </a:xfrm>
          <a:custGeom>
            <a:avLst/>
            <a:gdLst>
              <a:gd name="csX0" fmla="*/ 50096 w 3594100"/>
              <a:gd name="csY0" fmla="*/ 0 h 2989543"/>
              <a:gd name="csX1" fmla="*/ 2743904 w 3594100"/>
              <a:gd name="csY1" fmla="*/ 0 h 2989543"/>
              <a:gd name="csX2" fmla="*/ 2794000 w 3594100"/>
              <a:gd name="csY2" fmla="*/ 50096 h 2989543"/>
              <a:gd name="csX3" fmla="*/ 2794000 w 3594100"/>
              <a:gd name="csY3" fmla="*/ 867303 h 2989543"/>
              <a:gd name="csX4" fmla="*/ 2794001 w 3594100"/>
              <a:gd name="csY4" fmla="*/ 867303 h 2989543"/>
              <a:gd name="csX5" fmla="*/ 2794001 w 3594100"/>
              <a:gd name="csY5" fmla="*/ 873183 h 2989543"/>
              <a:gd name="csX6" fmla="*/ 2862486 w 3594100"/>
              <a:gd name="csY6" fmla="*/ 941668 h 2989543"/>
              <a:gd name="csX7" fmla="*/ 3532252 w 3594100"/>
              <a:gd name="csY7" fmla="*/ 941668 h 2989543"/>
              <a:gd name="csX8" fmla="*/ 3552272 w 3594100"/>
              <a:gd name="csY8" fmla="*/ 945710 h 2989543"/>
              <a:gd name="csX9" fmla="*/ 3594100 w 3594100"/>
              <a:gd name="csY9" fmla="*/ 1008813 h 2989543"/>
              <a:gd name="csX10" fmla="*/ 3594100 w 3594100"/>
              <a:gd name="csY10" fmla="*/ 2921058 h 2989543"/>
              <a:gd name="csX11" fmla="*/ 3525615 w 3594100"/>
              <a:gd name="csY11" fmla="*/ 2989543 h 2989543"/>
              <a:gd name="csX12" fmla="*/ 2743904 w 3594100"/>
              <a:gd name="csY12" fmla="*/ 2989543 h 2989543"/>
              <a:gd name="csX13" fmla="*/ 868585 w 3594100"/>
              <a:gd name="csY13" fmla="*/ 2989543 h 2989543"/>
              <a:gd name="csX14" fmla="*/ 50096 w 3594100"/>
              <a:gd name="csY14" fmla="*/ 2989543 h 2989543"/>
              <a:gd name="csX15" fmla="*/ 0 w 3594100"/>
              <a:gd name="csY15" fmla="*/ 2939447 h 2989543"/>
              <a:gd name="csX16" fmla="*/ 0 w 3594100"/>
              <a:gd name="csY16" fmla="*/ 50096 h 2989543"/>
              <a:gd name="csX17" fmla="*/ 50096 w 3594100"/>
              <a:gd name="csY17" fmla="*/ 0 h 29895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2743904 w 3594100"/>
              <a:gd name="csY12" fmla="*/ 2989543 h 4602443"/>
              <a:gd name="csX13" fmla="*/ 868585 w 3594100"/>
              <a:gd name="csY13" fmla="*/ 2989543 h 4602443"/>
              <a:gd name="csX14" fmla="*/ 65971 w 3594100"/>
              <a:gd name="csY14" fmla="*/ 4602443 h 4602443"/>
              <a:gd name="csX15" fmla="*/ 0 w 3594100"/>
              <a:gd name="csY15" fmla="*/ 2939447 h 4602443"/>
              <a:gd name="csX16" fmla="*/ 0 w 3594100"/>
              <a:gd name="csY16" fmla="*/ 50096 h 4602443"/>
              <a:gd name="csX17" fmla="*/ 50096 w 3594100"/>
              <a:gd name="csY17" fmla="*/ 0 h 46024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2743904 w 3594100"/>
              <a:gd name="csY12" fmla="*/ 2989543 h 4602443"/>
              <a:gd name="csX13" fmla="*/ 65971 w 3594100"/>
              <a:gd name="csY13" fmla="*/ 4602443 h 4602443"/>
              <a:gd name="csX14" fmla="*/ 0 w 3594100"/>
              <a:gd name="csY14" fmla="*/ 2939447 h 4602443"/>
              <a:gd name="csX15" fmla="*/ 0 w 3594100"/>
              <a:gd name="csY15" fmla="*/ 50096 h 4602443"/>
              <a:gd name="csX16" fmla="*/ 50096 w 3594100"/>
              <a:gd name="csY16" fmla="*/ 0 h 46024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65971 w 3594100"/>
              <a:gd name="csY12" fmla="*/ 4602443 h 4602443"/>
              <a:gd name="csX13" fmla="*/ 0 w 3594100"/>
              <a:gd name="csY13" fmla="*/ 2939447 h 4602443"/>
              <a:gd name="csX14" fmla="*/ 0 w 3594100"/>
              <a:gd name="csY14" fmla="*/ 50096 h 4602443"/>
              <a:gd name="csX15" fmla="*/ 50096 w 3594100"/>
              <a:gd name="csY15" fmla="*/ 0 h 4602443"/>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4100 w 3594100"/>
              <a:gd name="csY10" fmla="*/ 2921058 h 4605618"/>
              <a:gd name="csX11" fmla="*/ 3531965 w 3594100"/>
              <a:gd name="csY11" fmla="*/ 4605618 h 4605618"/>
              <a:gd name="csX12" fmla="*/ 65971 w 3594100"/>
              <a:gd name="csY12" fmla="*/ 4602443 h 4605618"/>
              <a:gd name="csX13" fmla="*/ 0 w 3594100"/>
              <a:gd name="csY13" fmla="*/ 2939447 h 4605618"/>
              <a:gd name="csX14" fmla="*/ 0 w 3594100"/>
              <a:gd name="csY14" fmla="*/ 50096 h 4605618"/>
              <a:gd name="csX15" fmla="*/ 50096 w 3594100"/>
              <a:gd name="csY15" fmla="*/ 0 h 4605618"/>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4100 w 3594100"/>
              <a:gd name="csY10" fmla="*/ 2921058 h 4605618"/>
              <a:gd name="csX11" fmla="*/ 3531965 w 3594100"/>
              <a:gd name="csY11" fmla="*/ 4605618 h 4605618"/>
              <a:gd name="csX12" fmla="*/ 65971 w 3594100"/>
              <a:gd name="csY12" fmla="*/ 4602443 h 4605618"/>
              <a:gd name="csX13" fmla="*/ 3175 w 3594100"/>
              <a:gd name="csY13" fmla="*/ 4555522 h 4605618"/>
              <a:gd name="csX14" fmla="*/ 0 w 3594100"/>
              <a:gd name="csY14" fmla="*/ 50096 h 4605618"/>
              <a:gd name="csX15" fmla="*/ 50096 w 3594100"/>
              <a:gd name="csY15" fmla="*/ 0 h 4605618"/>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0925 w 3594100"/>
              <a:gd name="csY10" fmla="*/ 4549833 h 4605618"/>
              <a:gd name="csX11" fmla="*/ 3531965 w 3594100"/>
              <a:gd name="csY11" fmla="*/ 4605618 h 4605618"/>
              <a:gd name="csX12" fmla="*/ 65971 w 3594100"/>
              <a:gd name="csY12" fmla="*/ 4602443 h 4605618"/>
              <a:gd name="csX13" fmla="*/ 3175 w 3594100"/>
              <a:gd name="csY13" fmla="*/ 4555522 h 4605618"/>
              <a:gd name="csX14" fmla="*/ 0 w 3594100"/>
              <a:gd name="csY14" fmla="*/ 50096 h 4605618"/>
              <a:gd name="csX15" fmla="*/ 50096 w 3594100"/>
              <a:gd name="csY15" fmla="*/ 0 h 46056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594100" h="4605618">
                <a:moveTo>
                  <a:pt x="50096" y="0"/>
                </a:moveTo>
                <a:lnTo>
                  <a:pt x="2743904" y="0"/>
                </a:lnTo>
                <a:cubicBezTo>
                  <a:pt x="2771571" y="0"/>
                  <a:pt x="2794000" y="22429"/>
                  <a:pt x="2794000" y="50096"/>
                </a:cubicBezTo>
                <a:lnTo>
                  <a:pt x="2794000" y="867303"/>
                </a:lnTo>
                <a:lnTo>
                  <a:pt x="2794001" y="867303"/>
                </a:lnTo>
                <a:lnTo>
                  <a:pt x="2794001" y="873183"/>
                </a:lnTo>
                <a:cubicBezTo>
                  <a:pt x="2794001" y="911006"/>
                  <a:pt x="2824663" y="941668"/>
                  <a:pt x="2862486" y="941668"/>
                </a:cubicBezTo>
                <a:lnTo>
                  <a:pt x="3532252" y="941668"/>
                </a:lnTo>
                <a:lnTo>
                  <a:pt x="3552272" y="945710"/>
                </a:lnTo>
                <a:cubicBezTo>
                  <a:pt x="3576853" y="956107"/>
                  <a:pt x="3594100" y="980446"/>
                  <a:pt x="3594100" y="1008813"/>
                </a:cubicBezTo>
                <a:cubicBezTo>
                  <a:pt x="3593042" y="2189153"/>
                  <a:pt x="3591983" y="3369493"/>
                  <a:pt x="3590925" y="4549833"/>
                </a:cubicBezTo>
                <a:cubicBezTo>
                  <a:pt x="3590925" y="4587656"/>
                  <a:pt x="3569788" y="4605618"/>
                  <a:pt x="3531965" y="4605618"/>
                </a:cubicBezTo>
                <a:lnTo>
                  <a:pt x="65971" y="4602443"/>
                </a:lnTo>
                <a:cubicBezTo>
                  <a:pt x="38304" y="4602443"/>
                  <a:pt x="3175" y="4583189"/>
                  <a:pt x="3175" y="4555522"/>
                </a:cubicBezTo>
                <a:cubicBezTo>
                  <a:pt x="2117" y="3053713"/>
                  <a:pt x="1058" y="1551905"/>
                  <a:pt x="0" y="50096"/>
                </a:cubicBezTo>
                <a:cubicBezTo>
                  <a:pt x="0" y="22429"/>
                  <a:pt x="22429" y="0"/>
                  <a:pt x="50096"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9" name="Freeform 8">
            <a:extLst>
              <a:ext uri="{FF2B5EF4-FFF2-40B4-BE49-F238E27FC236}">
                <a16:creationId xmlns:a16="http://schemas.microsoft.com/office/drawing/2014/main" id="{E67CB317-B0DA-80A9-9791-38BE096083CF}"/>
              </a:ext>
            </a:extLst>
          </p:cNvPr>
          <p:cNvSpPr>
            <a:spLocks/>
          </p:cNvSpPr>
          <p:nvPr userDrawn="1"/>
        </p:nvSpPr>
        <p:spPr>
          <a:xfrm flipH="1">
            <a:off x="4295775" y="1831479"/>
            <a:ext cx="3594100" cy="4605618"/>
          </a:xfrm>
          <a:custGeom>
            <a:avLst/>
            <a:gdLst>
              <a:gd name="csX0" fmla="*/ 50096 w 3594100"/>
              <a:gd name="csY0" fmla="*/ 0 h 2989543"/>
              <a:gd name="csX1" fmla="*/ 2743904 w 3594100"/>
              <a:gd name="csY1" fmla="*/ 0 h 2989543"/>
              <a:gd name="csX2" fmla="*/ 2794000 w 3594100"/>
              <a:gd name="csY2" fmla="*/ 50096 h 2989543"/>
              <a:gd name="csX3" fmla="*/ 2794000 w 3594100"/>
              <a:gd name="csY3" fmla="*/ 867303 h 2989543"/>
              <a:gd name="csX4" fmla="*/ 2794001 w 3594100"/>
              <a:gd name="csY4" fmla="*/ 867303 h 2989543"/>
              <a:gd name="csX5" fmla="*/ 2794001 w 3594100"/>
              <a:gd name="csY5" fmla="*/ 873183 h 2989543"/>
              <a:gd name="csX6" fmla="*/ 2862486 w 3594100"/>
              <a:gd name="csY6" fmla="*/ 941668 h 2989543"/>
              <a:gd name="csX7" fmla="*/ 3532252 w 3594100"/>
              <a:gd name="csY7" fmla="*/ 941668 h 2989543"/>
              <a:gd name="csX8" fmla="*/ 3552272 w 3594100"/>
              <a:gd name="csY8" fmla="*/ 945710 h 2989543"/>
              <a:gd name="csX9" fmla="*/ 3594100 w 3594100"/>
              <a:gd name="csY9" fmla="*/ 1008813 h 2989543"/>
              <a:gd name="csX10" fmla="*/ 3594100 w 3594100"/>
              <a:gd name="csY10" fmla="*/ 2921058 h 2989543"/>
              <a:gd name="csX11" fmla="*/ 3525615 w 3594100"/>
              <a:gd name="csY11" fmla="*/ 2989543 h 2989543"/>
              <a:gd name="csX12" fmla="*/ 2743904 w 3594100"/>
              <a:gd name="csY12" fmla="*/ 2989543 h 2989543"/>
              <a:gd name="csX13" fmla="*/ 868585 w 3594100"/>
              <a:gd name="csY13" fmla="*/ 2989543 h 2989543"/>
              <a:gd name="csX14" fmla="*/ 50096 w 3594100"/>
              <a:gd name="csY14" fmla="*/ 2989543 h 2989543"/>
              <a:gd name="csX15" fmla="*/ 0 w 3594100"/>
              <a:gd name="csY15" fmla="*/ 2939447 h 2989543"/>
              <a:gd name="csX16" fmla="*/ 0 w 3594100"/>
              <a:gd name="csY16" fmla="*/ 50096 h 2989543"/>
              <a:gd name="csX17" fmla="*/ 50096 w 3594100"/>
              <a:gd name="csY17" fmla="*/ 0 h 29895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2743904 w 3594100"/>
              <a:gd name="csY12" fmla="*/ 2989543 h 4602443"/>
              <a:gd name="csX13" fmla="*/ 868585 w 3594100"/>
              <a:gd name="csY13" fmla="*/ 2989543 h 4602443"/>
              <a:gd name="csX14" fmla="*/ 65971 w 3594100"/>
              <a:gd name="csY14" fmla="*/ 4602443 h 4602443"/>
              <a:gd name="csX15" fmla="*/ 0 w 3594100"/>
              <a:gd name="csY15" fmla="*/ 2939447 h 4602443"/>
              <a:gd name="csX16" fmla="*/ 0 w 3594100"/>
              <a:gd name="csY16" fmla="*/ 50096 h 4602443"/>
              <a:gd name="csX17" fmla="*/ 50096 w 3594100"/>
              <a:gd name="csY17" fmla="*/ 0 h 46024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2743904 w 3594100"/>
              <a:gd name="csY12" fmla="*/ 2989543 h 4602443"/>
              <a:gd name="csX13" fmla="*/ 65971 w 3594100"/>
              <a:gd name="csY13" fmla="*/ 4602443 h 4602443"/>
              <a:gd name="csX14" fmla="*/ 0 w 3594100"/>
              <a:gd name="csY14" fmla="*/ 2939447 h 4602443"/>
              <a:gd name="csX15" fmla="*/ 0 w 3594100"/>
              <a:gd name="csY15" fmla="*/ 50096 h 4602443"/>
              <a:gd name="csX16" fmla="*/ 50096 w 3594100"/>
              <a:gd name="csY16" fmla="*/ 0 h 46024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65971 w 3594100"/>
              <a:gd name="csY12" fmla="*/ 4602443 h 4602443"/>
              <a:gd name="csX13" fmla="*/ 0 w 3594100"/>
              <a:gd name="csY13" fmla="*/ 2939447 h 4602443"/>
              <a:gd name="csX14" fmla="*/ 0 w 3594100"/>
              <a:gd name="csY14" fmla="*/ 50096 h 4602443"/>
              <a:gd name="csX15" fmla="*/ 50096 w 3594100"/>
              <a:gd name="csY15" fmla="*/ 0 h 4602443"/>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4100 w 3594100"/>
              <a:gd name="csY10" fmla="*/ 2921058 h 4605618"/>
              <a:gd name="csX11" fmla="*/ 3531965 w 3594100"/>
              <a:gd name="csY11" fmla="*/ 4605618 h 4605618"/>
              <a:gd name="csX12" fmla="*/ 65971 w 3594100"/>
              <a:gd name="csY12" fmla="*/ 4602443 h 4605618"/>
              <a:gd name="csX13" fmla="*/ 0 w 3594100"/>
              <a:gd name="csY13" fmla="*/ 2939447 h 4605618"/>
              <a:gd name="csX14" fmla="*/ 0 w 3594100"/>
              <a:gd name="csY14" fmla="*/ 50096 h 4605618"/>
              <a:gd name="csX15" fmla="*/ 50096 w 3594100"/>
              <a:gd name="csY15" fmla="*/ 0 h 4605618"/>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4100 w 3594100"/>
              <a:gd name="csY10" fmla="*/ 2921058 h 4605618"/>
              <a:gd name="csX11" fmla="*/ 3531965 w 3594100"/>
              <a:gd name="csY11" fmla="*/ 4605618 h 4605618"/>
              <a:gd name="csX12" fmla="*/ 65971 w 3594100"/>
              <a:gd name="csY12" fmla="*/ 4602443 h 4605618"/>
              <a:gd name="csX13" fmla="*/ 3175 w 3594100"/>
              <a:gd name="csY13" fmla="*/ 4555522 h 4605618"/>
              <a:gd name="csX14" fmla="*/ 0 w 3594100"/>
              <a:gd name="csY14" fmla="*/ 50096 h 4605618"/>
              <a:gd name="csX15" fmla="*/ 50096 w 3594100"/>
              <a:gd name="csY15" fmla="*/ 0 h 4605618"/>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0925 w 3594100"/>
              <a:gd name="csY10" fmla="*/ 4549833 h 4605618"/>
              <a:gd name="csX11" fmla="*/ 3531965 w 3594100"/>
              <a:gd name="csY11" fmla="*/ 4605618 h 4605618"/>
              <a:gd name="csX12" fmla="*/ 65971 w 3594100"/>
              <a:gd name="csY12" fmla="*/ 4602443 h 4605618"/>
              <a:gd name="csX13" fmla="*/ 3175 w 3594100"/>
              <a:gd name="csY13" fmla="*/ 4555522 h 4605618"/>
              <a:gd name="csX14" fmla="*/ 0 w 3594100"/>
              <a:gd name="csY14" fmla="*/ 50096 h 4605618"/>
              <a:gd name="csX15" fmla="*/ 50096 w 3594100"/>
              <a:gd name="csY15" fmla="*/ 0 h 46056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594100" h="4605618">
                <a:moveTo>
                  <a:pt x="50096" y="0"/>
                </a:moveTo>
                <a:lnTo>
                  <a:pt x="2743904" y="0"/>
                </a:lnTo>
                <a:cubicBezTo>
                  <a:pt x="2771571" y="0"/>
                  <a:pt x="2794000" y="22429"/>
                  <a:pt x="2794000" y="50096"/>
                </a:cubicBezTo>
                <a:lnTo>
                  <a:pt x="2794000" y="867303"/>
                </a:lnTo>
                <a:lnTo>
                  <a:pt x="2794001" y="867303"/>
                </a:lnTo>
                <a:lnTo>
                  <a:pt x="2794001" y="873183"/>
                </a:lnTo>
                <a:cubicBezTo>
                  <a:pt x="2794001" y="911006"/>
                  <a:pt x="2824663" y="941668"/>
                  <a:pt x="2862486" y="941668"/>
                </a:cubicBezTo>
                <a:lnTo>
                  <a:pt x="3532252" y="941668"/>
                </a:lnTo>
                <a:lnTo>
                  <a:pt x="3552272" y="945710"/>
                </a:lnTo>
                <a:cubicBezTo>
                  <a:pt x="3576853" y="956107"/>
                  <a:pt x="3594100" y="980446"/>
                  <a:pt x="3594100" y="1008813"/>
                </a:cubicBezTo>
                <a:cubicBezTo>
                  <a:pt x="3593042" y="2189153"/>
                  <a:pt x="3591983" y="3369493"/>
                  <a:pt x="3590925" y="4549833"/>
                </a:cubicBezTo>
                <a:cubicBezTo>
                  <a:pt x="3590925" y="4587656"/>
                  <a:pt x="3569788" y="4605618"/>
                  <a:pt x="3531965" y="4605618"/>
                </a:cubicBezTo>
                <a:lnTo>
                  <a:pt x="65971" y="4602443"/>
                </a:lnTo>
                <a:cubicBezTo>
                  <a:pt x="38304" y="4602443"/>
                  <a:pt x="3175" y="4583189"/>
                  <a:pt x="3175" y="4555522"/>
                </a:cubicBezTo>
                <a:cubicBezTo>
                  <a:pt x="2117" y="3053713"/>
                  <a:pt x="1058" y="1551905"/>
                  <a:pt x="0" y="50096"/>
                </a:cubicBezTo>
                <a:cubicBezTo>
                  <a:pt x="0" y="22429"/>
                  <a:pt x="22429" y="0"/>
                  <a:pt x="50096"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10" name="Freeform 9">
            <a:extLst>
              <a:ext uri="{FF2B5EF4-FFF2-40B4-BE49-F238E27FC236}">
                <a16:creationId xmlns:a16="http://schemas.microsoft.com/office/drawing/2014/main" id="{C8378D22-AFE4-0BE6-9C6F-15E28CF404EA}"/>
              </a:ext>
            </a:extLst>
          </p:cNvPr>
          <p:cNvSpPr>
            <a:spLocks/>
          </p:cNvSpPr>
          <p:nvPr userDrawn="1"/>
        </p:nvSpPr>
        <p:spPr>
          <a:xfrm flipH="1">
            <a:off x="8166099" y="1831479"/>
            <a:ext cx="3594100" cy="4605618"/>
          </a:xfrm>
          <a:custGeom>
            <a:avLst/>
            <a:gdLst>
              <a:gd name="csX0" fmla="*/ 50096 w 3594100"/>
              <a:gd name="csY0" fmla="*/ 0 h 2989543"/>
              <a:gd name="csX1" fmla="*/ 2743904 w 3594100"/>
              <a:gd name="csY1" fmla="*/ 0 h 2989543"/>
              <a:gd name="csX2" fmla="*/ 2794000 w 3594100"/>
              <a:gd name="csY2" fmla="*/ 50096 h 2989543"/>
              <a:gd name="csX3" fmla="*/ 2794000 w 3594100"/>
              <a:gd name="csY3" fmla="*/ 867303 h 2989543"/>
              <a:gd name="csX4" fmla="*/ 2794001 w 3594100"/>
              <a:gd name="csY4" fmla="*/ 867303 h 2989543"/>
              <a:gd name="csX5" fmla="*/ 2794001 w 3594100"/>
              <a:gd name="csY5" fmla="*/ 873183 h 2989543"/>
              <a:gd name="csX6" fmla="*/ 2862486 w 3594100"/>
              <a:gd name="csY6" fmla="*/ 941668 h 2989543"/>
              <a:gd name="csX7" fmla="*/ 3532252 w 3594100"/>
              <a:gd name="csY7" fmla="*/ 941668 h 2989543"/>
              <a:gd name="csX8" fmla="*/ 3552272 w 3594100"/>
              <a:gd name="csY8" fmla="*/ 945710 h 2989543"/>
              <a:gd name="csX9" fmla="*/ 3594100 w 3594100"/>
              <a:gd name="csY9" fmla="*/ 1008813 h 2989543"/>
              <a:gd name="csX10" fmla="*/ 3594100 w 3594100"/>
              <a:gd name="csY10" fmla="*/ 2921058 h 2989543"/>
              <a:gd name="csX11" fmla="*/ 3525615 w 3594100"/>
              <a:gd name="csY11" fmla="*/ 2989543 h 2989543"/>
              <a:gd name="csX12" fmla="*/ 2743904 w 3594100"/>
              <a:gd name="csY12" fmla="*/ 2989543 h 2989543"/>
              <a:gd name="csX13" fmla="*/ 868585 w 3594100"/>
              <a:gd name="csY13" fmla="*/ 2989543 h 2989543"/>
              <a:gd name="csX14" fmla="*/ 50096 w 3594100"/>
              <a:gd name="csY14" fmla="*/ 2989543 h 2989543"/>
              <a:gd name="csX15" fmla="*/ 0 w 3594100"/>
              <a:gd name="csY15" fmla="*/ 2939447 h 2989543"/>
              <a:gd name="csX16" fmla="*/ 0 w 3594100"/>
              <a:gd name="csY16" fmla="*/ 50096 h 2989543"/>
              <a:gd name="csX17" fmla="*/ 50096 w 3594100"/>
              <a:gd name="csY17" fmla="*/ 0 h 29895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2743904 w 3594100"/>
              <a:gd name="csY12" fmla="*/ 2989543 h 4602443"/>
              <a:gd name="csX13" fmla="*/ 868585 w 3594100"/>
              <a:gd name="csY13" fmla="*/ 2989543 h 4602443"/>
              <a:gd name="csX14" fmla="*/ 65971 w 3594100"/>
              <a:gd name="csY14" fmla="*/ 4602443 h 4602443"/>
              <a:gd name="csX15" fmla="*/ 0 w 3594100"/>
              <a:gd name="csY15" fmla="*/ 2939447 h 4602443"/>
              <a:gd name="csX16" fmla="*/ 0 w 3594100"/>
              <a:gd name="csY16" fmla="*/ 50096 h 4602443"/>
              <a:gd name="csX17" fmla="*/ 50096 w 3594100"/>
              <a:gd name="csY17" fmla="*/ 0 h 46024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2743904 w 3594100"/>
              <a:gd name="csY12" fmla="*/ 2989543 h 4602443"/>
              <a:gd name="csX13" fmla="*/ 65971 w 3594100"/>
              <a:gd name="csY13" fmla="*/ 4602443 h 4602443"/>
              <a:gd name="csX14" fmla="*/ 0 w 3594100"/>
              <a:gd name="csY14" fmla="*/ 2939447 h 4602443"/>
              <a:gd name="csX15" fmla="*/ 0 w 3594100"/>
              <a:gd name="csY15" fmla="*/ 50096 h 4602443"/>
              <a:gd name="csX16" fmla="*/ 50096 w 3594100"/>
              <a:gd name="csY16" fmla="*/ 0 h 4602443"/>
              <a:gd name="csX0" fmla="*/ 50096 w 3594100"/>
              <a:gd name="csY0" fmla="*/ 0 h 4602443"/>
              <a:gd name="csX1" fmla="*/ 2743904 w 3594100"/>
              <a:gd name="csY1" fmla="*/ 0 h 4602443"/>
              <a:gd name="csX2" fmla="*/ 2794000 w 3594100"/>
              <a:gd name="csY2" fmla="*/ 50096 h 4602443"/>
              <a:gd name="csX3" fmla="*/ 2794000 w 3594100"/>
              <a:gd name="csY3" fmla="*/ 867303 h 4602443"/>
              <a:gd name="csX4" fmla="*/ 2794001 w 3594100"/>
              <a:gd name="csY4" fmla="*/ 867303 h 4602443"/>
              <a:gd name="csX5" fmla="*/ 2794001 w 3594100"/>
              <a:gd name="csY5" fmla="*/ 873183 h 4602443"/>
              <a:gd name="csX6" fmla="*/ 2862486 w 3594100"/>
              <a:gd name="csY6" fmla="*/ 941668 h 4602443"/>
              <a:gd name="csX7" fmla="*/ 3532252 w 3594100"/>
              <a:gd name="csY7" fmla="*/ 941668 h 4602443"/>
              <a:gd name="csX8" fmla="*/ 3552272 w 3594100"/>
              <a:gd name="csY8" fmla="*/ 945710 h 4602443"/>
              <a:gd name="csX9" fmla="*/ 3594100 w 3594100"/>
              <a:gd name="csY9" fmla="*/ 1008813 h 4602443"/>
              <a:gd name="csX10" fmla="*/ 3594100 w 3594100"/>
              <a:gd name="csY10" fmla="*/ 2921058 h 4602443"/>
              <a:gd name="csX11" fmla="*/ 3525615 w 3594100"/>
              <a:gd name="csY11" fmla="*/ 2989543 h 4602443"/>
              <a:gd name="csX12" fmla="*/ 65971 w 3594100"/>
              <a:gd name="csY12" fmla="*/ 4602443 h 4602443"/>
              <a:gd name="csX13" fmla="*/ 0 w 3594100"/>
              <a:gd name="csY13" fmla="*/ 2939447 h 4602443"/>
              <a:gd name="csX14" fmla="*/ 0 w 3594100"/>
              <a:gd name="csY14" fmla="*/ 50096 h 4602443"/>
              <a:gd name="csX15" fmla="*/ 50096 w 3594100"/>
              <a:gd name="csY15" fmla="*/ 0 h 4602443"/>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4100 w 3594100"/>
              <a:gd name="csY10" fmla="*/ 2921058 h 4605618"/>
              <a:gd name="csX11" fmla="*/ 3531965 w 3594100"/>
              <a:gd name="csY11" fmla="*/ 4605618 h 4605618"/>
              <a:gd name="csX12" fmla="*/ 65971 w 3594100"/>
              <a:gd name="csY12" fmla="*/ 4602443 h 4605618"/>
              <a:gd name="csX13" fmla="*/ 0 w 3594100"/>
              <a:gd name="csY13" fmla="*/ 2939447 h 4605618"/>
              <a:gd name="csX14" fmla="*/ 0 w 3594100"/>
              <a:gd name="csY14" fmla="*/ 50096 h 4605618"/>
              <a:gd name="csX15" fmla="*/ 50096 w 3594100"/>
              <a:gd name="csY15" fmla="*/ 0 h 4605618"/>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4100 w 3594100"/>
              <a:gd name="csY10" fmla="*/ 2921058 h 4605618"/>
              <a:gd name="csX11" fmla="*/ 3531965 w 3594100"/>
              <a:gd name="csY11" fmla="*/ 4605618 h 4605618"/>
              <a:gd name="csX12" fmla="*/ 65971 w 3594100"/>
              <a:gd name="csY12" fmla="*/ 4602443 h 4605618"/>
              <a:gd name="csX13" fmla="*/ 3175 w 3594100"/>
              <a:gd name="csY13" fmla="*/ 4555522 h 4605618"/>
              <a:gd name="csX14" fmla="*/ 0 w 3594100"/>
              <a:gd name="csY14" fmla="*/ 50096 h 4605618"/>
              <a:gd name="csX15" fmla="*/ 50096 w 3594100"/>
              <a:gd name="csY15" fmla="*/ 0 h 4605618"/>
              <a:gd name="csX0" fmla="*/ 50096 w 3594100"/>
              <a:gd name="csY0" fmla="*/ 0 h 4605618"/>
              <a:gd name="csX1" fmla="*/ 2743904 w 3594100"/>
              <a:gd name="csY1" fmla="*/ 0 h 4605618"/>
              <a:gd name="csX2" fmla="*/ 2794000 w 3594100"/>
              <a:gd name="csY2" fmla="*/ 50096 h 4605618"/>
              <a:gd name="csX3" fmla="*/ 2794000 w 3594100"/>
              <a:gd name="csY3" fmla="*/ 867303 h 4605618"/>
              <a:gd name="csX4" fmla="*/ 2794001 w 3594100"/>
              <a:gd name="csY4" fmla="*/ 867303 h 4605618"/>
              <a:gd name="csX5" fmla="*/ 2794001 w 3594100"/>
              <a:gd name="csY5" fmla="*/ 873183 h 4605618"/>
              <a:gd name="csX6" fmla="*/ 2862486 w 3594100"/>
              <a:gd name="csY6" fmla="*/ 941668 h 4605618"/>
              <a:gd name="csX7" fmla="*/ 3532252 w 3594100"/>
              <a:gd name="csY7" fmla="*/ 941668 h 4605618"/>
              <a:gd name="csX8" fmla="*/ 3552272 w 3594100"/>
              <a:gd name="csY8" fmla="*/ 945710 h 4605618"/>
              <a:gd name="csX9" fmla="*/ 3594100 w 3594100"/>
              <a:gd name="csY9" fmla="*/ 1008813 h 4605618"/>
              <a:gd name="csX10" fmla="*/ 3590925 w 3594100"/>
              <a:gd name="csY10" fmla="*/ 4549833 h 4605618"/>
              <a:gd name="csX11" fmla="*/ 3531965 w 3594100"/>
              <a:gd name="csY11" fmla="*/ 4605618 h 4605618"/>
              <a:gd name="csX12" fmla="*/ 65971 w 3594100"/>
              <a:gd name="csY12" fmla="*/ 4602443 h 4605618"/>
              <a:gd name="csX13" fmla="*/ 3175 w 3594100"/>
              <a:gd name="csY13" fmla="*/ 4555522 h 4605618"/>
              <a:gd name="csX14" fmla="*/ 0 w 3594100"/>
              <a:gd name="csY14" fmla="*/ 50096 h 4605618"/>
              <a:gd name="csX15" fmla="*/ 50096 w 3594100"/>
              <a:gd name="csY15" fmla="*/ 0 h 46056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594100" h="4605618">
                <a:moveTo>
                  <a:pt x="50096" y="0"/>
                </a:moveTo>
                <a:lnTo>
                  <a:pt x="2743904" y="0"/>
                </a:lnTo>
                <a:cubicBezTo>
                  <a:pt x="2771571" y="0"/>
                  <a:pt x="2794000" y="22429"/>
                  <a:pt x="2794000" y="50096"/>
                </a:cubicBezTo>
                <a:lnTo>
                  <a:pt x="2794000" y="867303"/>
                </a:lnTo>
                <a:lnTo>
                  <a:pt x="2794001" y="867303"/>
                </a:lnTo>
                <a:lnTo>
                  <a:pt x="2794001" y="873183"/>
                </a:lnTo>
                <a:cubicBezTo>
                  <a:pt x="2794001" y="911006"/>
                  <a:pt x="2824663" y="941668"/>
                  <a:pt x="2862486" y="941668"/>
                </a:cubicBezTo>
                <a:lnTo>
                  <a:pt x="3532252" y="941668"/>
                </a:lnTo>
                <a:lnTo>
                  <a:pt x="3552272" y="945710"/>
                </a:lnTo>
                <a:cubicBezTo>
                  <a:pt x="3576853" y="956107"/>
                  <a:pt x="3594100" y="980446"/>
                  <a:pt x="3594100" y="1008813"/>
                </a:cubicBezTo>
                <a:cubicBezTo>
                  <a:pt x="3593042" y="2189153"/>
                  <a:pt x="3591983" y="3369493"/>
                  <a:pt x="3590925" y="4549833"/>
                </a:cubicBezTo>
                <a:cubicBezTo>
                  <a:pt x="3590925" y="4587656"/>
                  <a:pt x="3569788" y="4605618"/>
                  <a:pt x="3531965" y="4605618"/>
                </a:cubicBezTo>
                <a:lnTo>
                  <a:pt x="65971" y="4602443"/>
                </a:lnTo>
                <a:cubicBezTo>
                  <a:pt x="38304" y="4602443"/>
                  <a:pt x="3175" y="4583189"/>
                  <a:pt x="3175" y="4555522"/>
                </a:cubicBezTo>
                <a:cubicBezTo>
                  <a:pt x="2117" y="3053713"/>
                  <a:pt x="1058" y="1551905"/>
                  <a:pt x="0" y="50096"/>
                </a:cubicBezTo>
                <a:cubicBezTo>
                  <a:pt x="0" y="22429"/>
                  <a:pt x="22429" y="0"/>
                  <a:pt x="50096" y="0"/>
                </a:cubicBez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7FD34BE9-8334-3C61-F7CD-6BF1F3A7F498}"/>
              </a:ext>
            </a:extLst>
          </p:cNvPr>
          <p:cNvSpPr>
            <a:spLocks noGrp="1" noRot="1" noMove="1" noResize="1" noEditPoints="1" noAdjustHandles="1" noChangeArrowheads="1" noChangeShapeType="1"/>
          </p:cNvSpPr>
          <p:nvPr>
            <p:ph type="dt" sz="half" idx="10"/>
          </p:nvPr>
        </p:nvSpPr>
        <p:spPr/>
        <p:txBody>
          <a:bodyPr/>
          <a:lstStyle/>
          <a:p>
            <a:pPr algn="ctr"/>
            <a:fld id="{3674BD2D-C06A-F346-B8C0-20BA877A1F7F}" type="datetime1">
              <a:rPr lang="es-ES" smtClean="0"/>
              <a:t>20/3/26</a:t>
            </a:fld>
            <a:endParaRPr lang="en-GB" dirty="0"/>
          </a:p>
        </p:txBody>
      </p:sp>
      <p:sp>
        <p:nvSpPr>
          <p:cNvPr id="4"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8" name="Text Placeholder 17">
            <a:extLst>
              <a:ext uri="{FF2B5EF4-FFF2-40B4-BE49-F238E27FC236}">
                <a16:creationId xmlns:a16="http://schemas.microsoft.com/office/drawing/2014/main" id="{1011E7B2-E6C8-FB62-72B8-8666522BD8EC}"/>
              </a:ext>
            </a:extLst>
          </p:cNvPr>
          <p:cNvSpPr>
            <a:spLocks noGrp="1"/>
          </p:cNvSpPr>
          <p:nvPr>
            <p:ph type="body" sz="quarter" idx="13" hasCustomPrompt="1"/>
          </p:nvPr>
        </p:nvSpPr>
        <p:spPr>
          <a:xfrm flipH="1">
            <a:off x="431803" y="1831478"/>
            <a:ext cx="624272" cy="811741"/>
          </a:xfrm>
          <a:prstGeom prst="roundRect">
            <a:avLst>
              <a:gd name="adj" fmla="val 7742"/>
            </a:avLst>
          </a:prstGeom>
          <a:solidFill>
            <a:schemeClr val="accent2"/>
          </a:solidFill>
        </p:spPr>
        <p:txBody>
          <a:bodyPr anchor="ctr" anchorCtr="1">
            <a:noAutofit/>
          </a:bodyPr>
          <a:lstStyle>
            <a:lvl1pPr>
              <a:defRPr sz="3500" b="1" i="0">
                <a:solidFill>
                  <a:schemeClr val="accent6"/>
                </a:solidFill>
                <a:latin typeface="Movistar Sans" pitchFamily="2" charset="77"/>
                <a:ea typeface="Movistar Sans" pitchFamily="2" charset="77"/>
              </a:defRPr>
            </a:lvl1pPr>
          </a:lstStyle>
          <a:p>
            <a:pPr lvl="0"/>
            <a:r>
              <a:rPr lang="en-GB" dirty="0"/>
              <a:t>#</a:t>
            </a:r>
          </a:p>
        </p:txBody>
      </p:sp>
      <p:sp>
        <p:nvSpPr>
          <p:cNvPr id="24" name="Text Placeholder 17">
            <a:extLst>
              <a:ext uri="{FF2B5EF4-FFF2-40B4-BE49-F238E27FC236}">
                <a16:creationId xmlns:a16="http://schemas.microsoft.com/office/drawing/2014/main" id="{A99B87C5-F57A-C23E-7542-EB665CCD861F}"/>
              </a:ext>
            </a:extLst>
          </p:cNvPr>
          <p:cNvSpPr>
            <a:spLocks noGrp="1"/>
          </p:cNvSpPr>
          <p:nvPr>
            <p:ph type="body" sz="quarter" idx="16" hasCustomPrompt="1"/>
          </p:nvPr>
        </p:nvSpPr>
        <p:spPr>
          <a:xfrm flipH="1">
            <a:off x="4302128" y="1831478"/>
            <a:ext cx="624272" cy="811741"/>
          </a:xfrm>
          <a:prstGeom prst="roundRect">
            <a:avLst>
              <a:gd name="adj" fmla="val 7742"/>
            </a:avLst>
          </a:prstGeom>
          <a:solidFill>
            <a:schemeClr val="accent4"/>
          </a:solidFill>
        </p:spPr>
        <p:txBody>
          <a:bodyPr anchor="ctr" anchorCtr="1">
            <a:noAutofit/>
          </a:bodyPr>
          <a:lstStyle>
            <a:lvl1pPr>
              <a:defRPr sz="3500" b="1" i="0">
                <a:solidFill>
                  <a:srgbClr val="6A2C13"/>
                </a:solidFill>
                <a:latin typeface="Movistar Sans" pitchFamily="2" charset="77"/>
                <a:ea typeface="Movistar Sans" pitchFamily="2" charset="77"/>
              </a:defRPr>
            </a:lvl1pPr>
          </a:lstStyle>
          <a:p>
            <a:pPr lvl="0"/>
            <a:r>
              <a:rPr lang="en-GB" dirty="0"/>
              <a:t>#</a:t>
            </a:r>
          </a:p>
        </p:txBody>
      </p:sp>
      <p:sp>
        <p:nvSpPr>
          <p:cNvPr id="28" name="Text Placeholder 17">
            <a:extLst>
              <a:ext uri="{FF2B5EF4-FFF2-40B4-BE49-F238E27FC236}">
                <a16:creationId xmlns:a16="http://schemas.microsoft.com/office/drawing/2014/main" id="{0710385D-7CBA-93ED-63F6-F5DBE96E7534}"/>
              </a:ext>
            </a:extLst>
          </p:cNvPr>
          <p:cNvSpPr>
            <a:spLocks noGrp="1"/>
          </p:cNvSpPr>
          <p:nvPr>
            <p:ph type="body" sz="quarter" idx="19" hasCustomPrompt="1"/>
          </p:nvPr>
        </p:nvSpPr>
        <p:spPr>
          <a:xfrm flipH="1">
            <a:off x="8172452" y="1831478"/>
            <a:ext cx="624272" cy="811741"/>
          </a:xfrm>
          <a:prstGeom prst="roundRect">
            <a:avLst>
              <a:gd name="adj" fmla="val 7742"/>
            </a:avLst>
          </a:prstGeom>
          <a:solidFill>
            <a:schemeClr val="accent3"/>
          </a:solidFill>
        </p:spPr>
        <p:txBody>
          <a:bodyPr anchor="ctr" anchorCtr="1">
            <a:noAutofit/>
          </a:bodyPr>
          <a:lstStyle>
            <a:lvl1pPr>
              <a:defRPr sz="3500" b="1" i="0">
                <a:solidFill>
                  <a:srgbClr val="624900"/>
                </a:solidFill>
                <a:latin typeface="Movistar Sans" pitchFamily="2" charset="77"/>
                <a:ea typeface="Movistar Sans" pitchFamily="2" charset="77"/>
              </a:defRPr>
            </a:lvl1pPr>
          </a:lstStyle>
          <a:p>
            <a:pPr lvl="0"/>
            <a:r>
              <a:rPr lang="en-GB" dirty="0"/>
              <a:t>#</a:t>
            </a:r>
          </a:p>
        </p:txBody>
      </p:sp>
      <p:sp>
        <p:nvSpPr>
          <p:cNvPr id="29" name="Text Placeholder 20">
            <a:extLst>
              <a:ext uri="{FF2B5EF4-FFF2-40B4-BE49-F238E27FC236}">
                <a16:creationId xmlns:a16="http://schemas.microsoft.com/office/drawing/2014/main" id="{61153AE4-B910-27DE-CC4C-488D7415B2C3}"/>
              </a:ext>
            </a:extLst>
          </p:cNvPr>
          <p:cNvSpPr>
            <a:spLocks noGrp="1"/>
          </p:cNvSpPr>
          <p:nvPr>
            <p:ph type="body" sz="quarter" idx="20"/>
          </p:nvPr>
        </p:nvSpPr>
        <p:spPr>
          <a:xfrm>
            <a:off x="9118504" y="2082831"/>
            <a:ext cx="2617693" cy="309106"/>
          </a:xfrm>
        </p:spPr>
        <p:txBody>
          <a:bodyPr/>
          <a:lstStyle>
            <a:lvl1pPr>
              <a:lnSpc>
                <a:spcPct val="85000"/>
              </a:lnSpc>
              <a:spcBef>
                <a:spcPts val="0"/>
              </a:spcBef>
              <a:defRPr sz="210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30" name="Text Placeholder 20">
            <a:extLst>
              <a:ext uri="{FF2B5EF4-FFF2-40B4-BE49-F238E27FC236}">
                <a16:creationId xmlns:a16="http://schemas.microsoft.com/office/drawing/2014/main" id="{20F34E05-D140-1128-468D-AD02F8CDCE78}"/>
              </a:ext>
            </a:extLst>
          </p:cNvPr>
          <p:cNvSpPr>
            <a:spLocks noGrp="1"/>
          </p:cNvSpPr>
          <p:nvPr>
            <p:ph type="body" sz="quarter" idx="21"/>
          </p:nvPr>
        </p:nvSpPr>
        <p:spPr>
          <a:xfrm>
            <a:off x="9142504" y="2391937"/>
            <a:ext cx="2617693" cy="446048"/>
          </a:xfrm>
        </p:spPr>
        <p:txBody>
          <a:bodyPr/>
          <a:lstStyle>
            <a:lvl1pPr marL="0" indent="0">
              <a:lnSpc>
                <a:spcPct val="100000"/>
              </a:lnSpc>
              <a:spcBef>
                <a:spcPts val="500"/>
              </a:spcBef>
              <a:buFont typeface="+mj-lt"/>
              <a:buNone/>
              <a:tabLst/>
              <a:defRPr sz="1250" b="0" i="0" spc="0" baseline="0">
                <a:solidFill>
                  <a:schemeClr val="tx1"/>
                </a:solidFill>
                <a:latin typeface="Movistar Sans" pitchFamily="2" charset="77"/>
                <a:ea typeface="Movistar Sans" pitchFamily="2" charset="77"/>
              </a:defRPr>
            </a:lvl1pPr>
            <a:lvl2pPr marL="0" indent="0">
              <a:lnSpc>
                <a:spcPct val="100000"/>
              </a:lnSpc>
              <a:spcBef>
                <a:spcPts val="500"/>
              </a:spcBef>
              <a:buFont typeface="+mj-lt"/>
              <a:buNone/>
              <a:defRPr sz="1250" b="0" i="0" spc="0" baseline="0">
                <a:solidFill>
                  <a:schemeClr val="tx1"/>
                </a:solidFill>
                <a:latin typeface="Movistar Sans" pitchFamily="2" charset="77"/>
                <a:ea typeface="Movistar Sans" pitchFamily="2" charset="77"/>
              </a:defRPr>
            </a:lvl2pPr>
          </a:lstStyle>
          <a:p>
            <a:pPr lvl="0"/>
            <a:r>
              <a:rPr lang="en-US" dirty="0"/>
              <a:t>Click to edit Master text styles</a:t>
            </a:r>
          </a:p>
          <a:p>
            <a:pPr lvl="1"/>
            <a:r>
              <a:rPr lang="en-US" dirty="0"/>
              <a:t>Second level</a:t>
            </a:r>
          </a:p>
        </p:txBody>
      </p:sp>
      <p:sp>
        <p:nvSpPr>
          <p:cNvPr id="13" name="Text Placeholder 20">
            <a:extLst>
              <a:ext uri="{FF2B5EF4-FFF2-40B4-BE49-F238E27FC236}">
                <a16:creationId xmlns:a16="http://schemas.microsoft.com/office/drawing/2014/main" id="{7C5FA937-432B-A2C5-DB5A-031F946893F6}"/>
              </a:ext>
            </a:extLst>
          </p:cNvPr>
          <p:cNvSpPr>
            <a:spLocks noGrp="1"/>
          </p:cNvSpPr>
          <p:nvPr>
            <p:ph type="body" sz="quarter" idx="22"/>
          </p:nvPr>
        </p:nvSpPr>
        <p:spPr>
          <a:xfrm>
            <a:off x="5246592" y="2082831"/>
            <a:ext cx="2617693" cy="309106"/>
          </a:xfrm>
        </p:spPr>
        <p:txBody>
          <a:bodyPr/>
          <a:lstStyle>
            <a:lvl1pPr>
              <a:lnSpc>
                <a:spcPct val="85000"/>
              </a:lnSpc>
              <a:spcBef>
                <a:spcPts val="0"/>
              </a:spcBef>
              <a:defRPr sz="210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15" name="Text Placeholder 20">
            <a:extLst>
              <a:ext uri="{FF2B5EF4-FFF2-40B4-BE49-F238E27FC236}">
                <a16:creationId xmlns:a16="http://schemas.microsoft.com/office/drawing/2014/main" id="{BA52B63C-702C-1DBD-AB34-5C99A2FBEDBC}"/>
              </a:ext>
            </a:extLst>
          </p:cNvPr>
          <p:cNvSpPr>
            <a:spLocks noGrp="1"/>
          </p:cNvSpPr>
          <p:nvPr>
            <p:ph type="body" sz="quarter" idx="23"/>
          </p:nvPr>
        </p:nvSpPr>
        <p:spPr>
          <a:xfrm>
            <a:off x="5270592" y="2391937"/>
            <a:ext cx="2617693" cy="446048"/>
          </a:xfrm>
        </p:spPr>
        <p:txBody>
          <a:bodyPr/>
          <a:lstStyle>
            <a:lvl1pPr marL="0" indent="0">
              <a:lnSpc>
                <a:spcPct val="100000"/>
              </a:lnSpc>
              <a:spcBef>
                <a:spcPts val="500"/>
              </a:spcBef>
              <a:buFont typeface="+mj-lt"/>
              <a:buNone/>
              <a:tabLst/>
              <a:defRPr sz="1250" b="0" i="0" spc="0" baseline="0">
                <a:solidFill>
                  <a:schemeClr val="tx1"/>
                </a:solidFill>
                <a:latin typeface="Movistar Sans" pitchFamily="2" charset="77"/>
                <a:ea typeface="Movistar Sans" pitchFamily="2" charset="77"/>
              </a:defRPr>
            </a:lvl1pPr>
            <a:lvl2pPr marL="0" indent="0">
              <a:lnSpc>
                <a:spcPct val="100000"/>
              </a:lnSpc>
              <a:spcBef>
                <a:spcPts val="500"/>
              </a:spcBef>
              <a:buFont typeface="+mj-lt"/>
              <a:buNone/>
              <a:defRPr sz="1250" b="0" i="0" spc="0" baseline="0">
                <a:solidFill>
                  <a:schemeClr val="tx1"/>
                </a:solidFill>
                <a:latin typeface="Movistar Sans" pitchFamily="2" charset="77"/>
                <a:ea typeface="Movistar Sans" pitchFamily="2" charset="77"/>
              </a:defRPr>
            </a:lvl2pPr>
          </a:lstStyle>
          <a:p>
            <a:pPr lvl="0"/>
            <a:r>
              <a:rPr lang="en-US" dirty="0"/>
              <a:t>Click to edit Master text styles</a:t>
            </a:r>
          </a:p>
          <a:p>
            <a:pPr lvl="1"/>
            <a:r>
              <a:rPr lang="en-US" dirty="0"/>
              <a:t>Second level</a:t>
            </a:r>
          </a:p>
        </p:txBody>
      </p:sp>
      <p:sp>
        <p:nvSpPr>
          <p:cNvPr id="17" name="Text Placeholder 20">
            <a:extLst>
              <a:ext uri="{FF2B5EF4-FFF2-40B4-BE49-F238E27FC236}">
                <a16:creationId xmlns:a16="http://schemas.microsoft.com/office/drawing/2014/main" id="{60D49A75-C56D-9AA8-6A7E-6BA70ADF63CA}"/>
              </a:ext>
            </a:extLst>
          </p:cNvPr>
          <p:cNvSpPr>
            <a:spLocks noGrp="1"/>
          </p:cNvSpPr>
          <p:nvPr>
            <p:ph type="body" sz="quarter" idx="24"/>
          </p:nvPr>
        </p:nvSpPr>
        <p:spPr>
          <a:xfrm>
            <a:off x="1374680" y="2082831"/>
            <a:ext cx="2617693" cy="309106"/>
          </a:xfrm>
        </p:spPr>
        <p:txBody>
          <a:bodyPr/>
          <a:lstStyle>
            <a:lvl1pPr>
              <a:lnSpc>
                <a:spcPct val="85000"/>
              </a:lnSpc>
              <a:spcBef>
                <a:spcPts val="0"/>
              </a:spcBef>
              <a:defRPr sz="210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19" name="Text Placeholder 20">
            <a:extLst>
              <a:ext uri="{FF2B5EF4-FFF2-40B4-BE49-F238E27FC236}">
                <a16:creationId xmlns:a16="http://schemas.microsoft.com/office/drawing/2014/main" id="{10F5EE38-FAF7-B19A-FF3F-1E6A114601DD}"/>
              </a:ext>
            </a:extLst>
          </p:cNvPr>
          <p:cNvSpPr>
            <a:spLocks noGrp="1"/>
          </p:cNvSpPr>
          <p:nvPr>
            <p:ph type="body" sz="quarter" idx="25"/>
          </p:nvPr>
        </p:nvSpPr>
        <p:spPr>
          <a:xfrm>
            <a:off x="1398680" y="2391937"/>
            <a:ext cx="2617693" cy="446048"/>
          </a:xfrm>
        </p:spPr>
        <p:txBody>
          <a:bodyPr/>
          <a:lstStyle>
            <a:lvl1pPr marL="0" indent="0">
              <a:lnSpc>
                <a:spcPct val="100000"/>
              </a:lnSpc>
              <a:spcBef>
                <a:spcPts val="500"/>
              </a:spcBef>
              <a:buFont typeface="+mj-lt"/>
              <a:buNone/>
              <a:tabLst/>
              <a:defRPr sz="1250" b="0" i="0" spc="0" baseline="0">
                <a:solidFill>
                  <a:schemeClr val="tx1"/>
                </a:solidFill>
                <a:latin typeface="Movistar Sans" pitchFamily="2" charset="77"/>
                <a:ea typeface="Movistar Sans" pitchFamily="2" charset="77"/>
              </a:defRPr>
            </a:lvl1pPr>
            <a:lvl2pPr marL="0" indent="0">
              <a:lnSpc>
                <a:spcPct val="100000"/>
              </a:lnSpc>
              <a:spcBef>
                <a:spcPts val="500"/>
              </a:spcBef>
              <a:buFont typeface="+mj-lt"/>
              <a:buNone/>
              <a:defRPr sz="1250" b="0" i="0" spc="0" baseline="0">
                <a:solidFill>
                  <a:schemeClr val="tx1"/>
                </a:solidFill>
                <a:latin typeface="Movistar Sans" pitchFamily="2" charset="77"/>
                <a:ea typeface="Movistar Sans" pitchFamily="2" charset="77"/>
              </a:defRPr>
            </a:lvl2pPr>
          </a:lstStyle>
          <a:p>
            <a:pPr lvl="0"/>
            <a:r>
              <a:rPr lang="en-US" dirty="0"/>
              <a:t>Click to edit Master text styles</a:t>
            </a:r>
          </a:p>
          <a:p>
            <a:pPr lvl="1"/>
            <a:r>
              <a:rPr lang="en-US" dirty="0"/>
              <a:t>Second level</a:t>
            </a:r>
          </a:p>
        </p:txBody>
      </p:sp>
      <p:sp>
        <p:nvSpPr>
          <p:cNvPr id="6" name="Text Placeholder 20">
            <a:extLst>
              <a:ext uri="{FF2B5EF4-FFF2-40B4-BE49-F238E27FC236}">
                <a16:creationId xmlns:a16="http://schemas.microsoft.com/office/drawing/2014/main" id="{3B34CEF4-C2DF-8DA5-0B28-07BF74A26496}"/>
              </a:ext>
            </a:extLst>
          </p:cNvPr>
          <p:cNvSpPr>
            <a:spLocks noGrp="1" noRot="1" noMove="1" noResize="1" noEditPoints="1" noAdjustHandles="1" noChangeArrowheads="1" noChangeShapeType="1"/>
          </p:cNvSpPr>
          <p:nvPr>
            <p:ph type="body" sz="quarter" idx="26"/>
          </p:nvPr>
        </p:nvSpPr>
        <p:spPr>
          <a:xfrm>
            <a:off x="8368085" y="3105614"/>
            <a:ext cx="3204000" cy="3096000"/>
          </a:xfrm>
        </p:spPr>
        <p:txBody>
          <a:bodyPr/>
          <a:lstStyle>
            <a:lvl1pPr marL="0" indent="-4763">
              <a:lnSpc>
                <a:spcPct val="100000"/>
              </a:lnSpc>
              <a:spcBef>
                <a:spcPts val="1000"/>
              </a:spcBef>
              <a:buFont typeface="+mj-lt"/>
              <a:buNone/>
              <a:tabLst/>
              <a:defRPr sz="1600" b="0" i="0" spc="0" baseline="0">
                <a:solidFill>
                  <a:schemeClr val="tx1"/>
                </a:solidFill>
                <a:latin typeface="Movistar Sans" pitchFamily="2" charset="77"/>
                <a:ea typeface="Movistar Sans" pitchFamily="2" charset="77"/>
              </a:defRPr>
            </a:lvl1pPr>
            <a:lvl2pPr marL="0">
              <a:lnSpc>
                <a:spcPct val="100000"/>
              </a:lnSpc>
              <a:spcBef>
                <a:spcPts val="1000"/>
              </a:spcBef>
              <a:buFont typeface="+mj-lt"/>
              <a:buNone/>
              <a:defRPr sz="160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7" name="Text Placeholder 20">
            <a:extLst>
              <a:ext uri="{FF2B5EF4-FFF2-40B4-BE49-F238E27FC236}">
                <a16:creationId xmlns:a16="http://schemas.microsoft.com/office/drawing/2014/main" id="{D11CF71D-F36C-F224-FCB7-CD3AEB42E1E9}"/>
              </a:ext>
            </a:extLst>
          </p:cNvPr>
          <p:cNvSpPr>
            <a:spLocks noGrp="1" noRot="1" noMove="1" noResize="1" noEditPoints="1" noAdjustHandles="1" noChangeArrowheads="1" noChangeShapeType="1"/>
          </p:cNvSpPr>
          <p:nvPr>
            <p:ph type="body" sz="quarter" idx="27"/>
          </p:nvPr>
        </p:nvSpPr>
        <p:spPr>
          <a:xfrm>
            <a:off x="4496173" y="3105614"/>
            <a:ext cx="3204000" cy="3096000"/>
          </a:xfrm>
        </p:spPr>
        <p:txBody>
          <a:bodyPr/>
          <a:lstStyle>
            <a:lvl1pPr marL="0" indent="-4763">
              <a:lnSpc>
                <a:spcPct val="100000"/>
              </a:lnSpc>
              <a:spcBef>
                <a:spcPts val="1000"/>
              </a:spcBef>
              <a:buFont typeface="+mj-lt"/>
              <a:buNone/>
              <a:tabLst/>
              <a:defRPr sz="1600" b="0" i="0" spc="0" baseline="0">
                <a:solidFill>
                  <a:schemeClr val="tx1"/>
                </a:solidFill>
                <a:latin typeface="Movistar Sans" pitchFamily="2" charset="77"/>
                <a:ea typeface="Movistar Sans" pitchFamily="2" charset="77"/>
              </a:defRPr>
            </a:lvl1pPr>
            <a:lvl2pPr marL="0">
              <a:lnSpc>
                <a:spcPct val="100000"/>
              </a:lnSpc>
              <a:spcBef>
                <a:spcPts val="1000"/>
              </a:spcBef>
              <a:buFont typeface="+mj-lt"/>
              <a:buNone/>
              <a:defRPr sz="160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8" name="Text Placeholder 20">
            <a:extLst>
              <a:ext uri="{FF2B5EF4-FFF2-40B4-BE49-F238E27FC236}">
                <a16:creationId xmlns:a16="http://schemas.microsoft.com/office/drawing/2014/main" id="{B6D5E8A8-595C-36CA-2762-CEA2672C3036}"/>
              </a:ext>
            </a:extLst>
          </p:cNvPr>
          <p:cNvSpPr>
            <a:spLocks noGrp="1" noRot="1" noMove="1" noResize="1" noEditPoints="1" noAdjustHandles="1" noChangeArrowheads="1" noChangeShapeType="1"/>
          </p:cNvSpPr>
          <p:nvPr>
            <p:ph type="body" sz="quarter" idx="28"/>
          </p:nvPr>
        </p:nvSpPr>
        <p:spPr>
          <a:xfrm>
            <a:off x="624261" y="3105614"/>
            <a:ext cx="3204000" cy="3096000"/>
          </a:xfrm>
        </p:spPr>
        <p:txBody>
          <a:bodyPr/>
          <a:lstStyle>
            <a:lvl1pPr marL="0" indent="-4763">
              <a:lnSpc>
                <a:spcPct val="100000"/>
              </a:lnSpc>
              <a:spcBef>
                <a:spcPts val="1000"/>
              </a:spcBef>
              <a:buFont typeface="+mj-lt"/>
              <a:buNone/>
              <a:tabLst/>
              <a:defRPr sz="1600" b="0" i="0" spc="0" baseline="0">
                <a:solidFill>
                  <a:schemeClr val="tx1"/>
                </a:solidFill>
                <a:latin typeface="Movistar Sans" pitchFamily="2" charset="77"/>
                <a:ea typeface="Movistar Sans" pitchFamily="2" charset="77"/>
              </a:defRPr>
            </a:lvl1pPr>
            <a:lvl2pPr marL="0">
              <a:lnSpc>
                <a:spcPct val="100000"/>
              </a:lnSpc>
              <a:spcBef>
                <a:spcPts val="1000"/>
              </a:spcBef>
              <a:buFont typeface="+mj-lt"/>
              <a:buNone/>
              <a:defRPr sz="1600" b="0" i="0" spc="0" baseline="0">
                <a:solidFill>
                  <a:schemeClr val="tx1"/>
                </a:solidFill>
                <a:latin typeface="Movistar Sans" pitchFamily="2" charset="77"/>
                <a:ea typeface="Movistar Sans" pitchFamily="2" charset="77"/>
              </a:defRPr>
            </a:lvl2pPr>
          </a:lstStyle>
          <a:p>
            <a:pPr lvl="0"/>
            <a:r>
              <a:rPr lang="en-US"/>
              <a:t>Click to edit Master text styles</a:t>
            </a:r>
          </a:p>
          <a:p>
            <a:pPr lvl="1"/>
            <a:r>
              <a:rPr lang="en-US"/>
              <a:t>Second level</a:t>
            </a:r>
          </a:p>
        </p:txBody>
      </p:sp>
      <p:sp>
        <p:nvSpPr>
          <p:cNvPr id="11" name="Title 1">
            <a:extLst>
              <a:ext uri="{FF2B5EF4-FFF2-40B4-BE49-F238E27FC236}">
                <a16:creationId xmlns:a16="http://schemas.microsoft.com/office/drawing/2014/main" id="{115DC8DF-65E5-4AD3-6EC8-ECF6E76F52EE}"/>
              </a:ext>
            </a:extLst>
          </p:cNvPr>
          <p:cNvSpPr>
            <a:spLocks noGrp="1"/>
          </p:cNvSpPr>
          <p:nvPr>
            <p:ph type="title"/>
          </p:nvPr>
        </p:nvSpPr>
        <p:spPr>
          <a:xfrm>
            <a:off x="425450" y="656657"/>
            <a:ext cx="5288400" cy="1008000"/>
          </a:xfrm>
        </p:spPr>
        <p:txBody>
          <a:bodyPr/>
          <a:lstStyle>
            <a:lvl1pPr>
              <a:lnSpc>
                <a:spcPts val="3200"/>
              </a:lnSpc>
              <a:defRPr sz="3200"/>
            </a:lvl1pPr>
          </a:lstStyle>
          <a:p>
            <a:r>
              <a:rPr lang="en-US" dirty="0"/>
              <a:t>Click to edit Master title style</a:t>
            </a:r>
            <a:endParaRPr lang="en-GB" dirty="0"/>
          </a:p>
        </p:txBody>
      </p:sp>
      <p:sp>
        <p:nvSpPr>
          <p:cNvPr id="12" name="Text Placeholder 7">
            <a:extLst>
              <a:ext uri="{FF2B5EF4-FFF2-40B4-BE49-F238E27FC236}">
                <a16:creationId xmlns:a16="http://schemas.microsoft.com/office/drawing/2014/main" id="{B3A8DC69-D358-3EC6-95D1-FDF7D1902F46}"/>
              </a:ext>
            </a:extLst>
          </p:cNvPr>
          <p:cNvSpPr>
            <a:spLocks noGrp="1"/>
          </p:cNvSpPr>
          <p:nvPr>
            <p:ph type="body" sz="quarter" idx="29"/>
          </p:nvPr>
        </p:nvSpPr>
        <p:spPr>
          <a:xfrm>
            <a:off x="425450" y="432863"/>
            <a:ext cx="5289550"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1826772824"/>
      </p:ext>
    </p:extLst>
  </p:cSld>
  <p:clrMapOvr>
    <a:masterClrMapping/>
  </p:clrMapOvr>
  <p:extLst>
    <p:ext uri="{DCECCB84-F9BA-43D5-87BE-67443E8EF086}">
      <p15:sldGuideLst xmlns:p15="http://schemas.microsoft.com/office/powerpoint/2012/main">
        <p15:guide id="1" orient="horz" pos="4018"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ext and Image 01">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23BA63E-562D-7412-06EF-FD3194499044}"/>
              </a:ext>
            </a:extLst>
          </p:cNvPr>
          <p:cNvSpPr>
            <a:spLocks noGrp="1" noRot="1" noMove="1" noResize="1" noEditPoints="1" noAdjustHandles="1" noChangeArrowheads="1" noChangeShapeType="1"/>
          </p:cNvSpPr>
          <p:nvPr>
            <p:ph type="pic" sz="quarter" idx="14"/>
          </p:nvPr>
        </p:nvSpPr>
        <p:spPr>
          <a:xfrm>
            <a:off x="4632325" y="425450"/>
            <a:ext cx="7127875" cy="6007100"/>
          </a:xfrm>
          <a:prstGeom prst="roundRect">
            <a:avLst>
              <a:gd name="adj" fmla="val 1128"/>
            </a:avLst>
          </a:prstGeom>
          <a:noFill/>
        </p:spPr>
        <p:txBody>
          <a:bodyPr/>
          <a:lstStyle/>
          <a:p>
            <a:r>
              <a:rPr lang="en-US"/>
              <a:t>Click icon to add picture</a:t>
            </a:r>
            <a:endParaRPr lang="en-GB"/>
          </a:p>
        </p:txBody>
      </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6642ACBA-E87E-FE49-B834-360EE840EBD1}"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7" name="Title 1">
            <a:extLst>
              <a:ext uri="{FF2B5EF4-FFF2-40B4-BE49-F238E27FC236}">
                <a16:creationId xmlns:a16="http://schemas.microsoft.com/office/drawing/2014/main" id="{4A45F6EA-CCF6-A554-98EB-F1EB75B7360D}"/>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6AEE4CAE-E997-F162-3817-987F780C8214}"/>
              </a:ext>
            </a:extLst>
          </p:cNvPr>
          <p:cNvSpPr>
            <a:spLocks noGrp="1"/>
          </p:cNvSpPr>
          <p:nvPr>
            <p:ph type="body" sz="quarter" idx="1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349509430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xt and Image 02">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23BA63E-562D-7412-06EF-FD3194499044}"/>
              </a:ext>
            </a:extLst>
          </p:cNvPr>
          <p:cNvSpPr>
            <a:spLocks noGrp="1" noRot="1" noMove="1" noResize="1" noEditPoints="1" noAdjustHandles="1" noChangeArrowheads="1" noChangeShapeType="1"/>
          </p:cNvSpPr>
          <p:nvPr>
            <p:ph type="pic" sz="quarter" idx="14"/>
          </p:nvPr>
        </p:nvSpPr>
        <p:spPr>
          <a:xfrm>
            <a:off x="4632325" y="1912122"/>
            <a:ext cx="7127875" cy="4004269"/>
          </a:xfrm>
          <a:prstGeom prst="roundRect">
            <a:avLst>
              <a:gd name="adj" fmla="val 2079"/>
            </a:avLst>
          </a:prstGeom>
          <a:noFill/>
        </p:spPr>
        <p:txBody>
          <a:bodyPr/>
          <a:lstStyle/>
          <a:p>
            <a:r>
              <a:rPr lang="en-US"/>
              <a:t>Click icon to add picture</a:t>
            </a:r>
            <a:endParaRPr lang="en-GB"/>
          </a:p>
        </p:txBody>
      </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D3304485-A690-4342-B51A-85FF3734B3CA}"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7" name="Title 1">
            <a:extLst>
              <a:ext uri="{FF2B5EF4-FFF2-40B4-BE49-F238E27FC236}">
                <a16:creationId xmlns:a16="http://schemas.microsoft.com/office/drawing/2014/main" id="{BBF73E33-727A-429D-24FB-CBBCF8522BF5}"/>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8493CC79-BFC4-2F11-4591-1DED118D242A}"/>
              </a:ext>
            </a:extLst>
          </p:cNvPr>
          <p:cNvSpPr>
            <a:spLocks noGrp="1"/>
          </p:cNvSpPr>
          <p:nvPr>
            <p:ph type="body" sz="quarter" idx="1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17840808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ext and Image 03">
    <p:bg>
      <p:bgPr>
        <a:solidFill>
          <a:schemeClr val="bg1"/>
        </a:solidFill>
        <a:effectLst/>
      </p:bgPr>
    </p:b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623BA63E-562D-7412-06EF-FD3194499044}"/>
              </a:ext>
            </a:extLst>
          </p:cNvPr>
          <p:cNvSpPr>
            <a:spLocks noGrp="1" noRot="1" noMove="1" noResize="1" noEditPoints="1" noAdjustHandles="1" noChangeArrowheads="1" noChangeShapeType="1"/>
          </p:cNvSpPr>
          <p:nvPr>
            <p:ph type="pic" sz="quarter" idx="14"/>
          </p:nvPr>
        </p:nvSpPr>
        <p:spPr>
          <a:xfrm>
            <a:off x="4632325" y="425450"/>
            <a:ext cx="3375025" cy="6007100"/>
          </a:xfrm>
          <a:prstGeom prst="roundRect">
            <a:avLst>
              <a:gd name="adj" fmla="val 1881"/>
            </a:avLst>
          </a:prstGeom>
          <a:noFill/>
        </p:spPr>
        <p:txBody>
          <a:bodyPr/>
          <a:lstStyle/>
          <a:p>
            <a:r>
              <a:rPr lang="en-US"/>
              <a:t>Click icon to add picture</a:t>
            </a:r>
            <a:endParaRPr lang="en-GB"/>
          </a:p>
        </p:txBody>
      </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5A08B2D8-C174-204F-A273-725937C672BC}"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7" name="Picture Placeholder 8">
            <a:extLst>
              <a:ext uri="{FF2B5EF4-FFF2-40B4-BE49-F238E27FC236}">
                <a16:creationId xmlns:a16="http://schemas.microsoft.com/office/drawing/2014/main" id="{514A36B1-E45D-829D-28D6-5E0574636EF0}"/>
              </a:ext>
            </a:extLst>
          </p:cNvPr>
          <p:cNvSpPr>
            <a:spLocks noGrp="1" noRot="1" noMove="1" noResize="1" noEditPoints="1" noAdjustHandles="1" noChangeArrowheads="1" noChangeShapeType="1"/>
          </p:cNvSpPr>
          <p:nvPr>
            <p:ph type="pic" sz="quarter" idx="15"/>
          </p:nvPr>
        </p:nvSpPr>
        <p:spPr>
          <a:xfrm>
            <a:off x="8385175" y="425450"/>
            <a:ext cx="3375025" cy="6007100"/>
          </a:xfrm>
          <a:prstGeom prst="roundRect">
            <a:avLst>
              <a:gd name="adj" fmla="val 1881"/>
            </a:avLst>
          </a:prstGeom>
          <a:noFill/>
        </p:spPr>
        <p:txBody>
          <a:bodyPr/>
          <a:lstStyle/>
          <a:p>
            <a:r>
              <a:rPr lang="en-US"/>
              <a:t>Click icon to add picture</a:t>
            </a:r>
            <a:endParaRPr lang="en-GB"/>
          </a:p>
        </p:txBody>
      </p:sp>
      <p:sp>
        <p:nvSpPr>
          <p:cNvPr id="10" name="Title 1">
            <a:extLst>
              <a:ext uri="{FF2B5EF4-FFF2-40B4-BE49-F238E27FC236}">
                <a16:creationId xmlns:a16="http://schemas.microsoft.com/office/drawing/2014/main" id="{AFC8CB7C-2A7A-D831-7334-0B49157E66BC}"/>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11" name="Text Placeholder 7">
            <a:extLst>
              <a:ext uri="{FF2B5EF4-FFF2-40B4-BE49-F238E27FC236}">
                <a16:creationId xmlns:a16="http://schemas.microsoft.com/office/drawing/2014/main" id="{4573B641-E0C2-538D-B8DD-627AA4EC7311}"/>
              </a:ext>
            </a:extLst>
          </p:cNvPr>
          <p:cNvSpPr>
            <a:spLocks noGrp="1"/>
          </p:cNvSpPr>
          <p:nvPr>
            <p:ph type="body" sz="quarter" idx="1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68178220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xt and Image 04">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A054F39C-CEB0-5F40-B155-7AC1FBDA1654}"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9" name="Picture Placeholder 8">
            <a:extLst>
              <a:ext uri="{FF2B5EF4-FFF2-40B4-BE49-F238E27FC236}">
                <a16:creationId xmlns:a16="http://schemas.microsoft.com/office/drawing/2014/main" id="{D0AC6242-283F-7A33-ABD5-9E9C0AB20CFC}"/>
              </a:ext>
            </a:extLst>
          </p:cNvPr>
          <p:cNvSpPr>
            <a:spLocks noGrp="1" noRot="1" noMove="1" noResize="1" noEditPoints="1" noAdjustHandles="1" noChangeArrowheads="1" noChangeShapeType="1"/>
          </p:cNvSpPr>
          <p:nvPr>
            <p:ph type="pic" sz="quarter" idx="14"/>
          </p:nvPr>
        </p:nvSpPr>
        <p:spPr>
          <a:xfrm>
            <a:off x="6160721" y="1914327"/>
            <a:ext cx="5599479" cy="3145653"/>
          </a:xfrm>
          <a:prstGeom prst="roundRect">
            <a:avLst>
              <a:gd name="adj" fmla="val 2079"/>
            </a:avLst>
          </a:prstGeom>
          <a:noFill/>
        </p:spPr>
        <p:txBody>
          <a:bodyPr/>
          <a:lstStyle/>
          <a:p>
            <a:r>
              <a:rPr lang="en-US"/>
              <a:t>Click icon to add picture</a:t>
            </a:r>
            <a:endParaRPr lang="en-GB"/>
          </a:p>
        </p:txBody>
      </p:sp>
      <p:sp>
        <p:nvSpPr>
          <p:cNvPr id="10" name="Picture Placeholder 8">
            <a:extLst>
              <a:ext uri="{FF2B5EF4-FFF2-40B4-BE49-F238E27FC236}">
                <a16:creationId xmlns:a16="http://schemas.microsoft.com/office/drawing/2014/main" id="{85458918-B9E4-C9B2-34F6-F86E7C50E33B}"/>
              </a:ext>
            </a:extLst>
          </p:cNvPr>
          <p:cNvSpPr>
            <a:spLocks noGrp="1" noRot="1" noMove="1" noResize="1" noEditPoints="1" noAdjustHandles="1" noChangeArrowheads="1" noChangeShapeType="1"/>
          </p:cNvSpPr>
          <p:nvPr>
            <p:ph type="pic" sz="quarter" idx="15"/>
          </p:nvPr>
        </p:nvSpPr>
        <p:spPr>
          <a:xfrm>
            <a:off x="428994" y="1914327"/>
            <a:ext cx="5599479" cy="3145653"/>
          </a:xfrm>
          <a:prstGeom prst="roundRect">
            <a:avLst>
              <a:gd name="adj" fmla="val 2079"/>
            </a:avLst>
          </a:prstGeom>
          <a:noFill/>
        </p:spPr>
        <p:txBody>
          <a:bodyPr/>
          <a:lstStyle/>
          <a:p>
            <a:r>
              <a:rPr lang="en-US"/>
              <a:t>Click icon to add picture</a:t>
            </a:r>
            <a:endParaRPr lang="en-GB"/>
          </a:p>
        </p:txBody>
      </p:sp>
      <p:sp>
        <p:nvSpPr>
          <p:cNvPr id="12" name="Text Placeholder 11">
            <a:extLst>
              <a:ext uri="{FF2B5EF4-FFF2-40B4-BE49-F238E27FC236}">
                <a16:creationId xmlns:a16="http://schemas.microsoft.com/office/drawing/2014/main" id="{637F11E8-4258-6F02-679A-4F708A53F2A9}"/>
              </a:ext>
            </a:extLst>
          </p:cNvPr>
          <p:cNvSpPr>
            <a:spLocks noGrp="1" noRot="1" noMove="1" noResize="1" noEditPoints="1" noAdjustHandles="1" noChangeArrowheads="1" noChangeShapeType="1"/>
          </p:cNvSpPr>
          <p:nvPr>
            <p:ph type="body" sz="quarter" idx="16"/>
          </p:nvPr>
        </p:nvSpPr>
        <p:spPr>
          <a:xfrm>
            <a:off x="425450" y="5243358"/>
            <a:ext cx="5602288" cy="720000"/>
          </a:xfrm>
        </p:spPr>
        <p:txBody>
          <a:bodyPr/>
          <a:lstStyle>
            <a:lvl1pPr>
              <a:defRPr sz="1000"/>
            </a:lvl1pPr>
          </a:lstStyle>
          <a:p>
            <a:pPr lvl="0"/>
            <a:r>
              <a:rPr lang="en-US"/>
              <a:t>Click to edit Master text styles</a:t>
            </a:r>
          </a:p>
        </p:txBody>
      </p:sp>
      <p:sp>
        <p:nvSpPr>
          <p:cNvPr id="13" name="Text Placeholder 11">
            <a:extLst>
              <a:ext uri="{FF2B5EF4-FFF2-40B4-BE49-F238E27FC236}">
                <a16:creationId xmlns:a16="http://schemas.microsoft.com/office/drawing/2014/main" id="{06178304-BBFF-4DA0-4B92-4FB90976D12A}"/>
              </a:ext>
            </a:extLst>
          </p:cNvPr>
          <p:cNvSpPr>
            <a:spLocks noGrp="1" noRot="1" noMove="1" noResize="1" noEditPoints="1" noAdjustHandles="1" noChangeArrowheads="1" noChangeShapeType="1"/>
          </p:cNvSpPr>
          <p:nvPr>
            <p:ph type="body" sz="quarter" idx="17"/>
          </p:nvPr>
        </p:nvSpPr>
        <p:spPr>
          <a:xfrm>
            <a:off x="6156325" y="5243358"/>
            <a:ext cx="5602288" cy="720000"/>
          </a:xfrm>
        </p:spPr>
        <p:txBody>
          <a:bodyPr/>
          <a:lstStyle>
            <a:lvl1pPr>
              <a:defRPr sz="1000"/>
            </a:lvl1pPr>
          </a:lstStyle>
          <a:p>
            <a:pPr lvl="0"/>
            <a:r>
              <a:rPr lang="en-US"/>
              <a:t>Click to edit Master text styles</a:t>
            </a:r>
          </a:p>
        </p:txBody>
      </p:sp>
      <p:sp>
        <p:nvSpPr>
          <p:cNvPr id="7" name="Title 1">
            <a:extLst>
              <a:ext uri="{FF2B5EF4-FFF2-40B4-BE49-F238E27FC236}">
                <a16:creationId xmlns:a16="http://schemas.microsoft.com/office/drawing/2014/main" id="{3F21FE8A-B466-963D-B105-5D2824D49181}"/>
              </a:ext>
            </a:extLst>
          </p:cNvPr>
          <p:cNvSpPr>
            <a:spLocks noGrp="1"/>
          </p:cNvSpPr>
          <p:nvPr>
            <p:ph type="title"/>
          </p:nvPr>
        </p:nvSpPr>
        <p:spPr>
          <a:xfrm>
            <a:off x="425450" y="656657"/>
            <a:ext cx="5288400" cy="1008000"/>
          </a:xfrm>
        </p:spPr>
        <p:txBody>
          <a:bodyPr/>
          <a:lstStyle>
            <a:lvl1pPr>
              <a:lnSpc>
                <a:spcPts val="3200"/>
              </a:lnSpc>
              <a:defRPr sz="3200"/>
            </a:lvl1pPr>
          </a:lstStyle>
          <a:p>
            <a:r>
              <a:rPr lang="en-US" dirty="0"/>
              <a:t>Click to edit Master title style</a:t>
            </a:r>
            <a:endParaRPr lang="en-GB" dirty="0"/>
          </a:p>
        </p:txBody>
      </p:sp>
      <p:sp>
        <p:nvSpPr>
          <p:cNvPr id="11" name="Text Placeholder 7">
            <a:extLst>
              <a:ext uri="{FF2B5EF4-FFF2-40B4-BE49-F238E27FC236}">
                <a16:creationId xmlns:a16="http://schemas.microsoft.com/office/drawing/2014/main" id="{DC99FBB7-450D-9F9D-3753-12553655455F}"/>
              </a:ext>
            </a:extLst>
          </p:cNvPr>
          <p:cNvSpPr>
            <a:spLocks noGrp="1"/>
          </p:cNvSpPr>
          <p:nvPr>
            <p:ph type="body" sz="quarter" idx="13"/>
          </p:nvPr>
        </p:nvSpPr>
        <p:spPr>
          <a:xfrm>
            <a:off x="425450" y="432863"/>
            <a:ext cx="5289550"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14" name="Content Placeholder 2">
            <a:extLst>
              <a:ext uri="{FF2B5EF4-FFF2-40B4-BE49-F238E27FC236}">
                <a16:creationId xmlns:a16="http://schemas.microsoft.com/office/drawing/2014/main" id="{48D66E6B-A8B6-CED3-DF29-3C0E77B74B2D}"/>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23030880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xt and Image 05">
    <p:bg>
      <p:bgPr>
        <a:solidFill>
          <a:schemeClr val="bg1"/>
        </a:solidFill>
        <a:effectLst/>
      </p:bgPr>
    </p:bg>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47145326-6105-7ADA-589D-D8D687047151}"/>
              </a:ext>
            </a:extLst>
          </p:cNvPr>
          <p:cNvSpPr>
            <a:spLocks noGrp="1" noRot="1" noMove="1" noResize="1" noEditPoints="1" noAdjustHandles="1" noChangeArrowheads="1" noChangeShapeType="1"/>
          </p:cNvSpPr>
          <p:nvPr>
            <p:ph type="pic" sz="quarter" idx="15"/>
          </p:nvPr>
        </p:nvSpPr>
        <p:spPr>
          <a:xfrm>
            <a:off x="0" y="1908175"/>
            <a:ext cx="12192000" cy="4949825"/>
          </a:xfrm>
        </p:spPr>
        <p:txBody>
          <a:bodyPr/>
          <a:lstStyle/>
          <a:p>
            <a:r>
              <a:rPr lang="en-US"/>
              <a:t>Click icon to add picture</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E062970A-B6B5-C445-9062-DA8BB319ECB4}"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9" name="Title 1">
            <a:extLst>
              <a:ext uri="{FF2B5EF4-FFF2-40B4-BE49-F238E27FC236}">
                <a16:creationId xmlns:a16="http://schemas.microsoft.com/office/drawing/2014/main" id="{A5A7BD4C-7FA7-8A12-F860-40B78219FCB2}"/>
              </a:ext>
            </a:extLst>
          </p:cNvPr>
          <p:cNvSpPr>
            <a:spLocks noGrp="1"/>
          </p:cNvSpPr>
          <p:nvPr>
            <p:ph type="title"/>
          </p:nvPr>
        </p:nvSpPr>
        <p:spPr>
          <a:xfrm>
            <a:off x="425450" y="656657"/>
            <a:ext cx="346075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59EFAA44-F5B8-8D20-7017-A80648C85B8E}"/>
              </a:ext>
            </a:extLst>
          </p:cNvPr>
          <p:cNvSpPr>
            <a:spLocks noGrp="1"/>
          </p:cNvSpPr>
          <p:nvPr>
            <p:ph type="body" sz="quarter" idx="13"/>
          </p:nvPr>
        </p:nvSpPr>
        <p:spPr>
          <a:xfrm>
            <a:off x="425450" y="432863"/>
            <a:ext cx="346150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12" name="Content Placeholder 2">
            <a:extLst>
              <a:ext uri="{FF2B5EF4-FFF2-40B4-BE49-F238E27FC236}">
                <a16:creationId xmlns:a16="http://schemas.microsoft.com/office/drawing/2014/main" id="{85C97278-BD23-C2C9-58CF-0F336334F6A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324372299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xt and Image 06">
    <p:bg>
      <p:bgPr>
        <a:solidFill>
          <a:schemeClr val="bg1"/>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A0424CE-3BD4-C642-ED0E-0FA71DC5A5BA}"/>
              </a:ext>
            </a:extLst>
          </p:cNvPr>
          <p:cNvSpPr>
            <a:spLocks noGrp="1" noRot="1" noMove="1" noResize="1" noEditPoints="1" noAdjustHandles="1" noChangeArrowheads="1" noChangeShapeType="1"/>
          </p:cNvSpPr>
          <p:nvPr>
            <p:ph type="pic" sz="quarter" idx="14"/>
          </p:nvPr>
        </p:nvSpPr>
        <p:spPr>
          <a:xfrm>
            <a:off x="4633200" y="0"/>
            <a:ext cx="7558800" cy="6858000"/>
          </a:xfrm>
        </p:spPr>
        <p:txBody>
          <a:bodyPr/>
          <a:lstStyle/>
          <a:p>
            <a:r>
              <a:rPr lang="en-US"/>
              <a:t>Click icon to add picture</a:t>
            </a:r>
            <a:endParaRPr lang="en-GB"/>
          </a:p>
        </p:txBody>
      </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3E7704D2-08A2-FF43-B719-C0BB541A7D71}"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7" name="Title 1">
            <a:extLst>
              <a:ext uri="{FF2B5EF4-FFF2-40B4-BE49-F238E27FC236}">
                <a16:creationId xmlns:a16="http://schemas.microsoft.com/office/drawing/2014/main" id="{C370634B-DC14-434E-1002-FE45F7BE6957}"/>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9" name="Text Placeholder 7">
            <a:extLst>
              <a:ext uri="{FF2B5EF4-FFF2-40B4-BE49-F238E27FC236}">
                <a16:creationId xmlns:a16="http://schemas.microsoft.com/office/drawing/2014/main" id="{F55226F3-A68C-E129-EABC-AB01D901055D}"/>
              </a:ext>
            </a:extLst>
          </p:cNvPr>
          <p:cNvSpPr>
            <a:spLocks noGrp="1"/>
          </p:cNvSpPr>
          <p:nvPr>
            <p:ph type="body" sz="quarter" idx="1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34796881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xt and Image 07">
    <p:bg>
      <p:bgPr>
        <a:solidFill>
          <a:schemeClr val="bg1"/>
        </a:solidFill>
        <a:effectLst/>
      </p:bgPr>
    </p:bg>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47145326-6105-7ADA-589D-D8D687047151}"/>
              </a:ext>
            </a:extLst>
          </p:cNvPr>
          <p:cNvSpPr>
            <a:spLocks noGrp="1" noRot="1" noMove="1" noResize="1" noEditPoints="1" noAdjustHandles="1" noChangeArrowheads="1" noChangeShapeType="1"/>
          </p:cNvSpPr>
          <p:nvPr>
            <p:ph type="pic" sz="quarter" idx="15"/>
          </p:nvPr>
        </p:nvSpPr>
        <p:spPr>
          <a:xfrm>
            <a:off x="0" y="1908175"/>
            <a:ext cx="6096000" cy="4949825"/>
          </a:xfrm>
        </p:spPr>
        <p:txBody>
          <a:bodyPr/>
          <a:lstStyle/>
          <a:p>
            <a:r>
              <a:rPr lang="en-US"/>
              <a:t>Click icon to add picture</a:t>
            </a:r>
            <a:endParaRPr lang="en-GB"/>
          </a:p>
        </p:txBody>
      </p:sp>
      <p:sp>
        <p:nvSpPr>
          <p:cNvPr id="10" name="Picture Placeholder 9">
            <a:extLst>
              <a:ext uri="{FF2B5EF4-FFF2-40B4-BE49-F238E27FC236}">
                <a16:creationId xmlns:a16="http://schemas.microsoft.com/office/drawing/2014/main" id="{FA0424CE-3BD4-C642-ED0E-0FA71DC5A5BA}"/>
              </a:ext>
            </a:extLst>
          </p:cNvPr>
          <p:cNvSpPr>
            <a:spLocks noGrp="1" noRot="1" noMove="1" noResize="1" noEditPoints="1" noAdjustHandles="1" noChangeArrowheads="1" noChangeShapeType="1"/>
          </p:cNvSpPr>
          <p:nvPr>
            <p:ph type="pic" sz="quarter" idx="14"/>
          </p:nvPr>
        </p:nvSpPr>
        <p:spPr>
          <a:xfrm>
            <a:off x="6096000" y="1908175"/>
            <a:ext cx="6096000" cy="4949825"/>
          </a:xfrm>
        </p:spPr>
        <p:txBody>
          <a:bodyPr/>
          <a:lstStyle/>
          <a:p>
            <a:r>
              <a:rPr lang="en-US"/>
              <a:t>Click icon to add picture</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96BE073F-71D7-984B-BAC4-B45A709D2519}"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9" name="Title 1">
            <a:extLst>
              <a:ext uri="{FF2B5EF4-FFF2-40B4-BE49-F238E27FC236}">
                <a16:creationId xmlns:a16="http://schemas.microsoft.com/office/drawing/2014/main" id="{0FAAA91E-38B8-1240-906C-06DE431840C0}"/>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11" name="Text Placeholder 7">
            <a:extLst>
              <a:ext uri="{FF2B5EF4-FFF2-40B4-BE49-F238E27FC236}">
                <a16:creationId xmlns:a16="http://schemas.microsoft.com/office/drawing/2014/main" id="{0C65A918-FC1D-09E4-0D20-DCC4BC20F906}"/>
              </a:ext>
            </a:extLst>
          </p:cNvPr>
          <p:cNvSpPr>
            <a:spLocks noGrp="1"/>
          </p:cNvSpPr>
          <p:nvPr>
            <p:ph type="body" sz="quarter" idx="1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14" name="Content Placeholder 2">
            <a:extLst>
              <a:ext uri="{FF2B5EF4-FFF2-40B4-BE49-F238E27FC236}">
                <a16:creationId xmlns:a16="http://schemas.microsoft.com/office/drawing/2014/main" id="{AFD9EA22-E399-4C05-ECE9-60F129FF8EE1}"/>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50521242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xt and Image 08">
    <p:bg>
      <p:bgPr>
        <a:solidFill>
          <a:schemeClr val="accent4"/>
        </a:solidFill>
        <a:effectLst/>
      </p:bgPr>
    </p:bg>
    <p:spTree>
      <p:nvGrpSpPr>
        <p:cNvPr id="1" name=""/>
        <p:cNvGrpSpPr/>
        <p:nvPr/>
      </p:nvGrpSpPr>
      <p:grpSpPr>
        <a:xfrm>
          <a:off x="0" y="0"/>
          <a:ext cx="0" cy="0"/>
          <a:chOff x="0" y="0"/>
          <a:chExt cx="0" cy="0"/>
        </a:xfrm>
      </p:grpSpPr>
      <p:sp>
        <p:nvSpPr>
          <p:cNvPr id="34" name="Picture Placeholder 33">
            <a:extLst>
              <a:ext uri="{FF2B5EF4-FFF2-40B4-BE49-F238E27FC236}">
                <a16:creationId xmlns:a16="http://schemas.microsoft.com/office/drawing/2014/main" id="{4AF00220-1BF8-800D-8DAE-22B41E4EA0A3}"/>
              </a:ext>
            </a:extLst>
          </p:cNvPr>
          <p:cNvSpPr>
            <a:spLocks noGrp="1" noRot="1" noMove="1" noResize="1" noEditPoints="1" noAdjustHandles="1" noChangeArrowheads="1" noChangeShapeType="1"/>
          </p:cNvSpPr>
          <p:nvPr>
            <p:ph type="pic" sz="quarter" idx="15"/>
          </p:nvPr>
        </p:nvSpPr>
        <p:spPr>
          <a:xfrm>
            <a:off x="425450" y="1781175"/>
            <a:ext cx="5397500" cy="4654550"/>
          </a:xfrm>
          <a:custGeom>
            <a:avLst/>
            <a:gdLst>
              <a:gd name="csX0" fmla="*/ 76746 w 5397500"/>
              <a:gd name="csY0" fmla="*/ 0 h 4654550"/>
              <a:gd name="csX1" fmla="*/ 3095079 w 5397500"/>
              <a:gd name="csY1" fmla="*/ 0 h 4654550"/>
              <a:gd name="csX2" fmla="*/ 3165794 w 5397500"/>
              <a:gd name="csY2" fmla="*/ 46873 h 4654550"/>
              <a:gd name="csX3" fmla="*/ 3171711 w 5397500"/>
              <a:gd name="csY3" fmla="*/ 76181 h 4654550"/>
              <a:gd name="csX4" fmla="*/ 3171711 w 5397500"/>
              <a:gd name="csY4" fmla="*/ 672631 h 4654550"/>
              <a:gd name="csX5" fmla="*/ 3245033 w 5397500"/>
              <a:gd name="csY5" fmla="*/ 745953 h 4654550"/>
              <a:gd name="csX6" fmla="*/ 3314282 w 5397500"/>
              <a:gd name="csY6" fmla="*/ 745953 h 4654550"/>
              <a:gd name="csX7" fmla="*/ 3314282 w 5397500"/>
              <a:gd name="csY7" fmla="*/ 746125 h 4654550"/>
              <a:gd name="csX8" fmla="*/ 5397500 w 5397500"/>
              <a:gd name="csY8" fmla="*/ 746125 h 4654550"/>
              <a:gd name="csX9" fmla="*/ 5397500 w 5397500"/>
              <a:gd name="csY9" fmla="*/ 4654550 h 4654550"/>
              <a:gd name="csX10" fmla="*/ 73322 w 5397500"/>
              <a:gd name="csY10" fmla="*/ 4654550 h 4654550"/>
              <a:gd name="csX11" fmla="*/ 0 w 5397500"/>
              <a:gd name="csY11" fmla="*/ 4581228 h 4654550"/>
              <a:gd name="csX12" fmla="*/ 0 w 5397500"/>
              <a:gd name="csY12" fmla="*/ 2402929 h 4654550"/>
              <a:gd name="csX13" fmla="*/ 0 w 5397500"/>
              <a:gd name="csY13" fmla="*/ 819447 h 4654550"/>
              <a:gd name="csX14" fmla="*/ 0 w 5397500"/>
              <a:gd name="csY14" fmla="*/ 76746 h 4654550"/>
              <a:gd name="csX15" fmla="*/ 76746 w 5397500"/>
              <a:gd name="csY15" fmla="*/ 0 h 46545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5397500" h="4654550">
                <a:moveTo>
                  <a:pt x="76746" y="0"/>
                </a:moveTo>
                <a:lnTo>
                  <a:pt x="3095079" y="0"/>
                </a:lnTo>
                <a:cubicBezTo>
                  <a:pt x="3126869" y="0"/>
                  <a:pt x="3154144" y="19328"/>
                  <a:pt x="3165794" y="46873"/>
                </a:cubicBezTo>
                <a:lnTo>
                  <a:pt x="3171711" y="76181"/>
                </a:lnTo>
                <a:lnTo>
                  <a:pt x="3171711" y="672631"/>
                </a:lnTo>
                <a:cubicBezTo>
                  <a:pt x="3171711" y="713126"/>
                  <a:pt x="3204538" y="745953"/>
                  <a:pt x="3245033" y="745953"/>
                </a:cubicBezTo>
                <a:lnTo>
                  <a:pt x="3314282" y="745953"/>
                </a:lnTo>
                <a:lnTo>
                  <a:pt x="3314282" y="746125"/>
                </a:lnTo>
                <a:lnTo>
                  <a:pt x="5397500" y="746125"/>
                </a:lnTo>
                <a:lnTo>
                  <a:pt x="5397500" y="4654550"/>
                </a:lnTo>
                <a:lnTo>
                  <a:pt x="73322" y="4654550"/>
                </a:lnTo>
                <a:cubicBezTo>
                  <a:pt x="32827" y="4654550"/>
                  <a:pt x="0" y="4621723"/>
                  <a:pt x="0" y="4581228"/>
                </a:cubicBezTo>
                <a:lnTo>
                  <a:pt x="0" y="2402929"/>
                </a:lnTo>
                <a:lnTo>
                  <a:pt x="0" y="819447"/>
                </a:lnTo>
                <a:lnTo>
                  <a:pt x="0" y="76746"/>
                </a:lnTo>
                <a:cubicBezTo>
                  <a:pt x="0" y="34360"/>
                  <a:pt x="34360" y="0"/>
                  <a:pt x="76746" y="0"/>
                </a:cubicBezTo>
                <a:close/>
              </a:path>
            </a:pathLst>
          </a:custGeom>
        </p:spPr>
        <p:txBody>
          <a:bodyPr wrap="square">
            <a:noAutofit/>
          </a:bodyPr>
          <a:lstStyle/>
          <a:p>
            <a:r>
              <a:rPr lang="en-US"/>
              <a:t>Click icon to add picture</a:t>
            </a:r>
            <a:endParaRPr lang="en-GB"/>
          </a:p>
        </p:txBody>
      </p:sp>
      <p:sp>
        <p:nvSpPr>
          <p:cNvPr id="28" name="Picture Placeholder 27">
            <a:extLst>
              <a:ext uri="{FF2B5EF4-FFF2-40B4-BE49-F238E27FC236}">
                <a16:creationId xmlns:a16="http://schemas.microsoft.com/office/drawing/2014/main" id="{DC0B05E9-158C-EBDA-46EF-5B446EBDD079}"/>
              </a:ext>
            </a:extLst>
          </p:cNvPr>
          <p:cNvSpPr>
            <a:spLocks noGrp="1" noRot="1" noMove="1" noResize="1" noEditPoints="1" noAdjustHandles="1" noChangeArrowheads="1" noChangeShapeType="1"/>
          </p:cNvSpPr>
          <p:nvPr>
            <p:ph type="pic" sz="quarter" idx="14"/>
          </p:nvPr>
        </p:nvSpPr>
        <p:spPr>
          <a:xfrm>
            <a:off x="5822951" y="2525486"/>
            <a:ext cx="5937249" cy="3907064"/>
          </a:xfrm>
          <a:custGeom>
            <a:avLst/>
            <a:gdLst>
              <a:gd name="csX0" fmla="*/ 0 w 5937249"/>
              <a:gd name="csY0" fmla="*/ 0 h 3907064"/>
              <a:gd name="csX1" fmla="*/ 5879776 w 5937249"/>
              <a:gd name="csY1" fmla="*/ 0 h 3907064"/>
              <a:gd name="csX2" fmla="*/ 5937249 w 5937249"/>
              <a:gd name="csY2" fmla="*/ 57473 h 3907064"/>
              <a:gd name="csX3" fmla="*/ 5937249 w 5937249"/>
              <a:gd name="csY3" fmla="*/ 3849591 h 3907064"/>
              <a:gd name="csX4" fmla="*/ 5879776 w 5937249"/>
              <a:gd name="csY4" fmla="*/ 3907064 h 3907064"/>
              <a:gd name="csX5" fmla="*/ 0 w 5937249"/>
              <a:gd name="csY5" fmla="*/ 3907064 h 3907064"/>
            </a:gdLst>
            <a:ahLst/>
            <a:cxnLst>
              <a:cxn ang="0">
                <a:pos x="csX0" y="csY0"/>
              </a:cxn>
              <a:cxn ang="0">
                <a:pos x="csX1" y="csY1"/>
              </a:cxn>
              <a:cxn ang="0">
                <a:pos x="csX2" y="csY2"/>
              </a:cxn>
              <a:cxn ang="0">
                <a:pos x="csX3" y="csY3"/>
              </a:cxn>
              <a:cxn ang="0">
                <a:pos x="csX4" y="csY4"/>
              </a:cxn>
              <a:cxn ang="0">
                <a:pos x="csX5" y="csY5"/>
              </a:cxn>
            </a:cxnLst>
            <a:rect l="l" t="t" r="r" b="b"/>
            <a:pathLst>
              <a:path w="5937249" h="3907064">
                <a:moveTo>
                  <a:pt x="0" y="0"/>
                </a:moveTo>
                <a:lnTo>
                  <a:pt x="5879776" y="0"/>
                </a:lnTo>
                <a:cubicBezTo>
                  <a:pt x="5911517" y="0"/>
                  <a:pt x="5937249" y="25732"/>
                  <a:pt x="5937249" y="57473"/>
                </a:cubicBezTo>
                <a:lnTo>
                  <a:pt x="5937249" y="3849591"/>
                </a:lnTo>
                <a:cubicBezTo>
                  <a:pt x="5937249" y="3881332"/>
                  <a:pt x="5911517" y="3907064"/>
                  <a:pt x="5879776" y="3907064"/>
                </a:cubicBezTo>
                <a:lnTo>
                  <a:pt x="0" y="3907064"/>
                </a:lnTo>
                <a:close/>
              </a:path>
            </a:pathLst>
          </a:custGeom>
        </p:spPr>
        <p:txBody>
          <a:bodyPr wrap="square">
            <a:noAutofit/>
          </a:bodyPr>
          <a:lstStyle/>
          <a:p>
            <a:r>
              <a:rPr lang="en-US"/>
              <a:t>Click icon to add picture</a:t>
            </a:r>
            <a:endParaRPr lang="en-GB"/>
          </a:p>
        </p:txBody>
      </p:sp>
      <p:sp>
        <p:nvSpPr>
          <p:cNvPr id="35" name="Date Placeholder 34">
            <a:extLst>
              <a:ext uri="{FF2B5EF4-FFF2-40B4-BE49-F238E27FC236}">
                <a16:creationId xmlns:a16="http://schemas.microsoft.com/office/drawing/2014/main" id="{18D9A44E-B35D-9CF5-BC89-47ECA18D9E99}"/>
              </a:ext>
            </a:extLst>
          </p:cNvPr>
          <p:cNvSpPr>
            <a:spLocks noGrp="1" noRot="1" noMove="1" noResize="1" noEditPoints="1" noAdjustHandles="1" noChangeArrowheads="1" noChangeShapeType="1"/>
          </p:cNvSpPr>
          <p:nvPr>
            <p:ph type="dt" sz="half" idx="16"/>
          </p:nvPr>
        </p:nvSpPr>
        <p:spPr/>
        <p:txBody>
          <a:bodyPr/>
          <a:lstStyle/>
          <a:p>
            <a:pPr algn="ctr"/>
            <a:fld id="{2BB857EB-0A92-4149-A66F-FF4688AFE1F6}" type="datetime1">
              <a:rPr lang="es-ES" smtClean="0"/>
              <a:t>20/3/26</a:t>
            </a:fld>
            <a:endParaRPr lang="en-GB" dirty="0"/>
          </a:p>
        </p:txBody>
      </p:sp>
      <p:sp>
        <p:nvSpPr>
          <p:cNvPr id="36" name="Footer Placeholder 35">
            <a:extLst>
              <a:ext uri="{FF2B5EF4-FFF2-40B4-BE49-F238E27FC236}">
                <a16:creationId xmlns:a16="http://schemas.microsoft.com/office/drawing/2014/main" id="{43204436-69A4-6231-FE27-EB7635E6EEE0}"/>
              </a:ext>
            </a:extLst>
          </p:cNvPr>
          <p:cNvSpPr>
            <a:spLocks noGrp="1" noRot="1" noMove="1" noResize="1" noEditPoints="1" noAdjustHandles="1" noChangeArrowheads="1" noChangeShapeType="1"/>
          </p:cNvSpPr>
          <p:nvPr>
            <p:ph type="ftr" sz="quarter" idx="17"/>
          </p:nvPr>
        </p:nvSpPr>
        <p:spPr/>
        <p:txBody>
          <a:bodyPr/>
          <a:lstStyle/>
          <a:p>
            <a:r>
              <a:rPr lang="en-GB" sz="800"/>
              <a:t>Título de la presentación</a:t>
            </a:r>
          </a:p>
        </p:txBody>
      </p:sp>
      <p:sp>
        <p:nvSpPr>
          <p:cNvPr id="37" name="Slide Number Placeholder 36">
            <a:extLst>
              <a:ext uri="{FF2B5EF4-FFF2-40B4-BE49-F238E27FC236}">
                <a16:creationId xmlns:a16="http://schemas.microsoft.com/office/drawing/2014/main" id="{80091C4B-B182-20DB-B647-A613FC55DF71}"/>
              </a:ext>
            </a:extLst>
          </p:cNvPr>
          <p:cNvSpPr>
            <a:spLocks noGrp="1" noRot="1" noMove="1" noResize="1" noEditPoints="1" noAdjustHandles="1" noChangeArrowheads="1" noChangeShapeType="1"/>
          </p:cNvSpPr>
          <p:nvPr>
            <p:ph type="sldNum" sz="quarter" idx="18"/>
          </p:nvPr>
        </p:nvSpPr>
        <p:spPr/>
        <p:txBody>
          <a:bodyPr/>
          <a:lstStyle/>
          <a:p>
            <a:fld id="{5F7B1633-95EA-F847-945E-534A0819728C}" type="slidenum">
              <a:rPr lang="en-GB" smtClean="0"/>
              <a:pPr/>
              <a:t>‹Nº›</a:t>
            </a:fld>
            <a:endParaRPr lang="en-GB" sz="800"/>
          </a:p>
        </p:txBody>
      </p:sp>
      <p:sp>
        <p:nvSpPr>
          <p:cNvPr id="4" name="Title 1">
            <a:extLst>
              <a:ext uri="{FF2B5EF4-FFF2-40B4-BE49-F238E27FC236}">
                <a16:creationId xmlns:a16="http://schemas.microsoft.com/office/drawing/2014/main" id="{D529C47E-8092-98A1-5F95-D0C8B2852A44}"/>
              </a:ext>
            </a:extLst>
          </p:cNvPr>
          <p:cNvSpPr>
            <a:spLocks noGrp="1"/>
          </p:cNvSpPr>
          <p:nvPr>
            <p:ph type="title"/>
          </p:nvPr>
        </p:nvSpPr>
        <p:spPr>
          <a:xfrm>
            <a:off x="425450" y="656657"/>
            <a:ext cx="3600000" cy="1008000"/>
          </a:xfrm>
        </p:spPr>
        <p:txBody>
          <a:bodyPr/>
          <a:lstStyle>
            <a:lvl1pPr>
              <a:lnSpc>
                <a:spcPts val="3200"/>
              </a:lnSpc>
              <a:defRPr sz="3200">
                <a:solidFill>
                  <a:srgbClr val="6A2C13"/>
                </a:solidFill>
              </a:defRPr>
            </a:lvl1pPr>
          </a:lstStyle>
          <a:p>
            <a:r>
              <a:rPr lang="en-US" dirty="0"/>
              <a:t>Click to edit Master title style</a:t>
            </a:r>
            <a:endParaRPr lang="en-GB" dirty="0"/>
          </a:p>
        </p:txBody>
      </p:sp>
      <p:sp>
        <p:nvSpPr>
          <p:cNvPr id="5" name="Text Placeholder 7">
            <a:extLst>
              <a:ext uri="{FF2B5EF4-FFF2-40B4-BE49-F238E27FC236}">
                <a16:creationId xmlns:a16="http://schemas.microsoft.com/office/drawing/2014/main" id="{78D0508E-7ADD-25B3-0C93-8F243522F98B}"/>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solidFill>
                  <a:srgbClr val="6A2C13"/>
                </a:solidFill>
                <a:latin typeface="Movistar Sans Extrabold" pitchFamily="2" charset="77"/>
                <a:ea typeface="Movistar Sans Extrabold" pitchFamily="2" charset="77"/>
              </a:defRPr>
            </a:lvl1pPr>
          </a:lstStyle>
          <a:p>
            <a:pPr lvl="0"/>
            <a:r>
              <a:rPr lang="en-US" dirty="0"/>
              <a:t>Click to edit Master text styles</a:t>
            </a:r>
          </a:p>
        </p:txBody>
      </p:sp>
      <p:sp>
        <p:nvSpPr>
          <p:cNvPr id="9" name="Content Placeholder 2">
            <a:extLst>
              <a:ext uri="{FF2B5EF4-FFF2-40B4-BE49-F238E27FC236}">
                <a16:creationId xmlns:a16="http://schemas.microsoft.com/office/drawing/2014/main" id="{CB6E57E0-1F39-D4E2-A0B6-CC6B71954966}"/>
              </a:ext>
            </a:extLst>
          </p:cNvPr>
          <p:cNvSpPr>
            <a:spLocks noGrp="1"/>
          </p:cNvSpPr>
          <p:nvPr>
            <p:ph idx="1"/>
          </p:nvPr>
        </p:nvSpPr>
        <p:spPr>
          <a:xfrm>
            <a:off x="6096000" y="645082"/>
            <a:ext cx="5670550" cy="1008000"/>
          </a:xfrm>
        </p:spPr>
        <p:txBody>
          <a:bodyPr/>
          <a:lstStyle>
            <a:lvl1pPr algn="r">
              <a:defRPr sz="1100">
                <a:solidFill>
                  <a:srgbClr val="6A2C13"/>
                </a:solidFill>
              </a:defRPr>
            </a:lvl1pPr>
          </a:lstStyle>
          <a:p>
            <a:pPr lvl="0"/>
            <a:r>
              <a:rPr lang="en-US" dirty="0"/>
              <a:t>Click to edit Master text styles</a:t>
            </a:r>
          </a:p>
        </p:txBody>
      </p:sp>
    </p:spTree>
    <p:extLst>
      <p:ext uri="{BB962C8B-B14F-4D97-AF65-F5344CB8AC3E}">
        <p14:creationId xmlns:p14="http://schemas.microsoft.com/office/powerpoint/2010/main" val="3867916372"/>
      </p:ext>
    </p:extLst>
  </p:cSld>
  <p:clrMapOvr>
    <a:masterClrMapping/>
  </p:clrMapOvr>
  <p:extLst>
    <p:ext uri="{DCECCB84-F9BA-43D5-87BE-67443E8EF086}">
      <p15:sldGuideLst xmlns:p15="http://schemas.microsoft.com/office/powerpoint/2012/main">
        <p15:guide id="1" pos="3668"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and Image 09">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43144D-FEB5-3DE3-0384-0FEA38B7A604}"/>
              </a:ext>
            </a:extLst>
          </p:cNvPr>
          <p:cNvSpPr>
            <a:spLocks noGrp="1" noRot="1" noMove="1" noResize="1" noEditPoints="1" noAdjustHandles="1" noChangeArrowheads="1" noChangeShapeType="1"/>
          </p:cNvSpPr>
          <p:nvPr>
            <p:ph type="dt" sz="half" idx="10"/>
          </p:nvPr>
        </p:nvSpPr>
        <p:spPr/>
        <p:txBody>
          <a:bodyPr/>
          <a:lstStyle/>
          <a:p>
            <a:pPr algn="ctr"/>
            <a:fld id="{C47939C4-54C0-994D-896B-787D400B049C}" type="datetime1">
              <a:rPr lang="es-ES" smtClean="0"/>
              <a:t>20/3/26</a:t>
            </a:fld>
            <a:endParaRPr lang="en-GB" dirty="0"/>
          </a:p>
        </p:txBody>
      </p:sp>
      <p:sp>
        <p:nvSpPr>
          <p:cNvPr id="4"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7" name="Text Placeholder 20">
            <a:extLst>
              <a:ext uri="{FF2B5EF4-FFF2-40B4-BE49-F238E27FC236}">
                <a16:creationId xmlns:a16="http://schemas.microsoft.com/office/drawing/2014/main" id="{2A2A266A-56DF-B1F0-8842-64983812EBC5}"/>
              </a:ext>
            </a:extLst>
          </p:cNvPr>
          <p:cNvSpPr>
            <a:spLocks noGrp="1"/>
          </p:cNvSpPr>
          <p:nvPr>
            <p:ph type="body" sz="quarter" idx="24"/>
          </p:nvPr>
        </p:nvSpPr>
        <p:spPr>
          <a:xfrm>
            <a:off x="3794264" y="5548725"/>
            <a:ext cx="2296786"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8" name="Text Placeholder 20">
            <a:extLst>
              <a:ext uri="{FF2B5EF4-FFF2-40B4-BE49-F238E27FC236}">
                <a16:creationId xmlns:a16="http://schemas.microsoft.com/office/drawing/2014/main" id="{A82B26F7-43C2-6F73-C7F4-74EE24B850BC}"/>
              </a:ext>
            </a:extLst>
          </p:cNvPr>
          <p:cNvSpPr>
            <a:spLocks noGrp="1"/>
          </p:cNvSpPr>
          <p:nvPr>
            <p:ph type="body" sz="quarter" idx="25"/>
          </p:nvPr>
        </p:nvSpPr>
        <p:spPr>
          <a:xfrm>
            <a:off x="3799214" y="6164176"/>
            <a:ext cx="2296785"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7" name="Picture Placeholder 16">
            <a:extLst>
              <a:ext uri="{FF2B5EF4-FFF2-40B4-BE49-F238E27FC236}">
                <a16:creationId xmlns:a16="http://schemas.microsoft.com/office/drawing/2014/main" id="{1AE1E94B-3271-AB07-9ADD-587ADB668868}"/>
              </a:ext>
            </a:extLst>
          </p:cNvPr>
          <p:cNvSpPr>
            <a:spLocks noGrp="1" noRot="1" noMove="1" noResize="1" noEditPoints="1" noAdjustHandles="1" noChangeArrowheads="1" noChangeShapeType="1"/>
          </p:cNvSpPr>
          <p:nvPr>
            <p:ph type="pic" sz="quarter" idx="26"/>
          </p:nvPr>
        </p:nvSpPr>
        <p:spPr>
          <a:xfrm>
            <a:off x="425451" y="1377950"/>
            <a:ext cx="5546725" cy="5057775"/>
          </a:xfrm>
          <a:custGeom>
            <a:avLst/>
            <a:gdLst>
              <a:gd name="csX0" fmla="*/ 82014 w 5546725"/>
              <a:gd name="csY0" fmla="*/ 0 h 5057775"/>
              <a:gd name="csX1" fmla="*/ 5464711 w 5546725"/>
              <a:gd name="csY1" fmla="*/ 0 h 5057775"/>
              <a:gd name="csX2" fmla="*/ 5546725 w 5546725"/>
              <a:gd name="csY2" fmla="*/ 82014 h 5057775"/>
              <a:gd name="csX3" fmla="*/ 5546725 w 5546725"/>
              <a:gd name="csY3" fmla="*/ 3934361 h 5057775"/>
              <a:gd name="csX4" fmla="*/ 5464711 w 5546725"/>
              <a:gd name="csY4" fmla="*/ 4016375 h 5057775"/>
              <a:gd name="csX5" fmla="*/ 3363865 w 5546725"/>
              <a:gd name="csY5" fmla="*/ 4016375 h 5057775"/>
              <a:gd name="csX6" fmla="*/ 3363865 w 5546725"/>
              <a:gd name="csY6" fmla="*/ 4016829 h 5057775"/>
              <a:gd name="csX7" fmla="*/ 3257215 w 5546725"/>
              <a:gd name="csY7" fmla="*/ 4016829 h 5057775"/>
              <a:gd name="csX8" fmla="*/ 3188866 w 5546725"/>
              <a:gd name="csY8" fmla="*/ 4085178 h 5057775"/>
              <a:gd name="csX9" fmla="*/ 3188866 w 5546725"/>
              <a:gd name="csY9" fmla="*/ 4999377 h 5057775"/>
              <a:gd name="csX10" fmla="*/ 3185504 w 5546725"/>
              <a:gd name="csY10" fmla="*/ 5016031 h 5057775"/>
              <a:gd name="csX11" fmla="*/ 3122526 w 5546725"/>
              <a:gd name="csY11" fmla="*/ 5057775 h 5057775"/>
              <a:gd name="csX12" fmla="*/ 68349 w 5546725"/>
              <a:gd name="csY12" fmla="*/ 5057775 h 5057775"/>
              <a:gd name="csX13" fmla="*/ 0 w 5546725"/>
              <a:gd name="csY13" fmla="*/ 4989426 h 5057775"/>
              <a:gd name="csX14" fmla="*/ 0 w 5546725"/>
              <a:gd name="csY14" fmla="*/ 3934362 h 5057775"/>
              <a:gd name="csX15" fmla="*/ 0 w 5546725"/>
              <a:gd name="csY15" fmla="*/ 3934361 h 5057775"/>
              <a:gd name="csX16" fmla="*/ 0 w 5546725"/>
              <a:gd name="csY16" fmla="*/ 82014 h 5057775"/>
              <a:gd name="csX17" fmla="*/ 82014 w 5546725"/>
              <a:gd name="csY17" fmla="*/ 0 h 5057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546725" h="5057775">
                <a:moveTo>
                  <a:pt x="82014" y="0"/>
                </a:moveTo>
                <a:lnTo>
                  <a:pt x="5464711" y="0"/>
                </a:lnTo>
                <a:cubicBezTo>
                  <a:pt x="5510006" y="0"/>
                  <a:pt x="5546725" y="36719"/>
                  <a:pt x="5546725" y="82014"/>
                </a:cubicBezTo>
                <a:lnTo>
                  <a:pt x="5546725" y="3934361"/>
                </a:lnTo>
                <a:cubicBezTo>
                  <a:pt x="5546725" y="3979656"/>
                  <a:pt x="5510006" y="4016375"/>
                  <a:pt x="5464711" y="4016375"/>
                </a:cubicBezTo>
                <a:lnTo>
                  <a:pt x="3363865" y="4016375"/>
                </a:lnTo>
                <a:lnTo>
                  <a:pt x="3363865" y="4016829"/>
                </a:lnTo>
                <a:lnTo>
                  <a:pt x="3257215" y="4016829"/>
                </a:lnTo>
                <a:cubicBezTo>
                  <a:pt x="3219467" y="4016829"/>
                  <a:pt x="3188866" y="4047430"/>
                  <a:pt x="3188866" y="4085178"/>
                </a:cubicBezTo>
                <a:lnTo>
                  <a:pt x="3188866" y="4999377"/>
                </a:lnTo>
                <a:lnTo>
                  <a:pt x="3185504" y="5016031"/>
                </a:lnTo>
                <a:cubicBezTo>
                  <a:pt x="3175128" y="5040562"/>
                  <a:pt x="3150837" y="5057775"/>
                  <a:pt x="3122526" y="5057775"/>
                </a:cubicBezTo>
                <a:lnTo>
                  <a:pt x="68349" y="5057775"/>
                </a:lnTo>
                <a:cubicBezTo>
                  <a:pt x="30601" y="5057775"/>
                  <a:pt x="0" y="5027174"/>
                  <a:pt x="0" y="4989426"/>
                </a:cubicBezTo>
                <a:lnTo>
                  <a:pt x="0" y="3934362"/>
                </a:lnTo>
                <a:lnTo>
                  <a:pt x="0" y="3934361"/>
                </a:lnTo>
                <a:lnTo>
                  <a:pt x="0" y="82014"/>
                </a:lnTo>
                <a:cubicBezTo>
                  <a:pt x="0" y="36719"/>
                  <a:pt x="36719" y="0"/>
                  <a:pt x="82014" y="0"/>
                </a:cubicBezTo>
                <a:close/>
              </a:path>
            </a:pathLst>
          </a:custGeom>
        </p:spPr>
        <p:txBody>
          <a:bodyPr wrap="square">
            <a:noAutofit/>
          </a:bodyPr>
          <a:lstStyle/>
          <a:p>
            <a:r>
              <a:rPr lang="en-US" dirty="0"/>
              <a:t>Click icon to add picture</a:t>
            </a:r>
            <a:endParaRPr lang="en-GB" dirty="0"/>
          </a:p>
        </p:txBody>
      </p:sp>
      <p:sp>
        <p:nvSpPr>
          <p:cNvPr id="18" name="Text Placeholder 20">
            <a:extLst>
              <a:ext uri="{FF2B5EF4-FFF2-40B4-BE49-F238E27FC236}">
                <a16:creationId xmlns:a16="http://schemas.microsoft.com/office/drawing/2014/main" id="{2A4C4068-1F24-113A-13FB-7FA74EE8B0F4}"/>
              </a:ext>
            </a:extLst>
          </p:cNvPr>
          <p:cNvSpPr>
            <a:spLocks noGrp="1"/>
          </p:cNvSpPr>
          <p:nvPr>
            <p:ph type="body" sz="quarter" idx="27"/>
          </p:nvPr>
        </p:nvSpPr>
        <p:spPr>
          <a:xfrm>
            <a:off x="9585464" y="5548725"/>
            <a:ext cx="2296786"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9" name="Text Placeholder 20">
            <a:extLst>
              <a:ext uri="{FF2B5EF4-FFF2-40B4-BE49-F238E27FC236}">
                <a16:creationId xmlns:a16="http://schemas.microsoft.com/office/drawing/2014/main" id="{54069BDB-B442-11F8-A8DF-4B68F50553B3}"/>
              </a:ext>
            </a:extLst>
          </p:cNvPr>
          <p:cNvSpPr>
            <a:spLocks noGrp="1"/>
          </p:cNvSpPr>
          <p:nvPr>
            <p:ph type="body" sz="quarter" idx="28"/>
          </p:nvPr>
        </p:nvSpPr>
        <p:spPr>
          <a:xfrm>
            <a:off x="9590414" y="6164176"/>
            <a:ext cx="2296785"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20" name="Picture Placeholder 19">
            <a:extLst>
              <a:ext uri="{FF2B5EF4-FFF2-40B4-BE49-F238E27FC236}">
                <a16:creationId xmlns:a16="http://schemas.microsoft.com/office/drawing/2014/main" id="{2DA5B701-A1AF-F5F7-1C12-C87D01B53AD3}"/>
              </a:ext>
            </a:extLst>
          </p:cNvPr>
          <p:cNvSpPr>
            <a:spLocks noGrp="1" noRot="1" noMove="1" noResize="1" noEditPoints="1" noAdjustHandles="1" noChangeArrowheads="1" noChangeShapeType="1"/>
          </p:cNvSpPr>
          <p:nvPr>
            <p:ph type="pic" sz="quarter" idx="29"/>
          </p:nvPr>
        </p:nvSpPr>
        <p:spPr>
          <a:xfrm>
            <a:off x="6216651" y="1377950"/>
            <a:ext cx="5546725" cy="5057775"/>
          </a:xfrm>
          <a:custGeom>
            <a:avLst/>
            <a:gdLst>
              <a:gd name="csX0" fmla="*/ 82014 w 5546725"/>
              <a:gd name="csY0" fmla="*/ 0 h 5057775"/>
              <a:gd name="csX1" fmla="*/ 5464711 w 5546725"/>
              <a:gd name="csY1" fmla="*/ 0 h 5057775"/>
              <a:gd name="csX2" fmla="*/ 5546725 w 5546725"/>
              <a:gd name="csY2" fmla="*/ 82014 h 5057775"/>
              <a:gd name="csX3" fmla="*/ 5546725 w 5546725"/>
              <a:gd name="csY3" fmla="*/ 3934361 h 5057775"/>
              <a:gd name="csX4" fmla="*/ 5464711 w 5546725"/>
              <a:gd name="csY4" fmla="*/ 4016375 h 5057775"/>
              <a:gd name="csX5" fmla="*/ 3363865 w 5546725"/>
              <a:gd name="csY5" fmla="*/ 4016375 h 5057775"/>
              <a:gd name="csX6" fmla="*/ 3363865 w 5546725"/>
              <a:gd name="csY6" fmla="*/ 4016829 h 5057775"/>
              <a:gd name="csX7" fmla="*/ 3257215 w 5546725"/>
              <a:gd name="csY7" fmla="*/ 4016829 h 5057775"/>
              <a:gd name="csX8" fmla="*/ 3188866 w 5546725"/>
              <a:gd name="csY8" fmla="*/ 4085178 h 5057775"/>
              <a:gd name="csX9" fmla="*/ 3188866 w 5546725"/>
              <a:gd name="csY9" fmla="*/ 4999377 h 5057775"/>
              <a:gd name="csX10" fmla="*/ 3185504 w 5546725"/>
              <a:gd name="csY10" fmla="*/ 5016031 h 5057775"/>
              <a:gd name="csX11" fmla="*/ 3122526 w 5546725"/>
              <a:gd name="csY11" fmla="*/ 5057775 h 5057775"/>
              <a:gd name="csX12" fmla="*/ 68349 w 5546725"/>
              <a:gd name="csY12" fmla="*/ 5057775 h 5057775"/>
              <a:gd name="csX13" fmla="*/ 0 w 5546725"/>
              <a:gd name="csY13" fmla="*/ 4989426 h 5057775"/>
              <a:gd name="csX14" fmla="*/ 0 w 5546725"/>
              <a:gd name="csY14" fmla="*/ 3934362 h 5057775"/>
              <a:gd name="csX15" fmla="*/ 0 w 5546725"/>
              <a:gd name="csY15" fmla="*/ 3934361 h 5057775"/>
              <a:gd name="csX16" fmla="*/ 0 w 5546725"/>
              <a:gd name="csY16" fmla="*/ 82014 h 5057775"/>
              <a:gd name="csX17" fmla="*/ 82014 w 5546725"/>
              <a:gd name="csY17" fmla="*/ 0 h 50577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5546725" h="5057775">
                <a:moveTo>
                  <a:pt x="82014" y="0"/>
                </a:moveTo>
                <a:lnTo>
                  <a:pt x="5464711" y="0"/>
                </a:lnTo>
                <a:cubicBezTo>
                  <a:pt x="5510006" y="0"/>
                  <a:pt x="5546725" y="36719"/>
                  <a:pt x="5546725" y="82014"/>
                </a:cubicBezTo>
                <a:lnTo>
                  <a:pt x="5546725" y="3934361"/>
                </a:lnTo>
                <a:cubicBezTo>
                  <a:pt x="5546725" y="3979656"/>
                  <a:pt x="5510006" y="4016375"/>
                  <a:pt x="5464711" y="4016375"/>
                </a:cubicBezTo>
                <a:lnTo>
                  <a:pt x="3363865" y="4016375"/>
                </a:lnTo>
                <a:lnTo>
                  <a:pt x="3363865" y="4016829"/>
                </a:lnTo>
                <a:lnTo>
                  <a:pt x="3257215" y="4016829"/>
                </a:lnTo>
                <a:cubicBezTo>
                  <a:pt x="3219467" y="4016829"/>
                  <a:pt x="3188866" y="4047430"/>
                  <a:pt x="3188866" y="4085178"/>
                </a:cubicBezTo>
                <a:lnTo>
                  <a:pt x="3188866" y="4999377"/>
                </a:lnTo>
                <a:lnTo>
                  <a:pt x="3185504" y="5016031"/>
                </a:lnTo>
                <a:cubicBezTo>
                  <a:pt x="3175128" y="5040562"/>
                  <a:pt x="3150837" y="5057775"/>
                  <a:pt x="3122526" y="5057775"/>
                </a:cubicBezTo>
                <a:lnTo>
                  <a:pt x="68349" y="5057775"/>
                </a:lnTo>
                <a:cubicBezTo>
                  <a:pt x="30601" y="5057775"/>
                  <a:pt x="0" y="5027174"/>
                  <a:pt x="0" y="4989426"/>
                </a:cubicBezTo>
                <a:lnTo>
                  <a:pt x="0" y="3934362"/>
                </a:lnTo>
                <a:lnTo>
                  <a:pt x="0" y="3934361"/>
                </a:lnTo>
                <a:lnTo>
                  <a:pt x="0" y="82014"/>
                </a:lnTo>
                <a:cubicBezTo>
                  <a:pt x="0" y="36719"/>
                  <a:pt x="36719" y="0"/>
                  <a:pt x="82014" y="0"/>
                </a:cubicBezTo>
                <a:close/>
              </a:path>
            </a:pathLst>
          </a:custGeom>
        </p:spPr>
        <p:txBody>
          <a:bodyPr wrap="square">
            <a:noAutofit/>
          </a:bodyPr>
          <a:lstStyle/>
          <a:p>
            <a:r>
              <a:rPr lang="en-US"/>
              <a:t>Click icon to add picture</a:t>
            </a:r>
            <a:endParaRPr lang="en-GB"/>
          </a:p>
        </p:txBody>
      </p:sp>
      <p:sp>
        <p:nvSpPr>
          <p:cNvPr id="9" name="Title 1">
            <a:extLst>
              <a:ext uri="{FF2B5EF4-FFF2-40B4-BE49-F238E27FC236}">
                <a16:creationId xmlns:a16="http://schemas.microsoft.com/office/drawing/2014/main" id="{F7850DF6-AF33-3E1A-C894-F420226FACE7}"/>
              </a:ext>
            </a:extLst>
          </p:cNvPr>
          <p:cNvSpPr>
            <a:spLocks noGrp="1"/>
          </p:cNvSpPr>
          <p:nvPr>
            <p:ph type="title"/>
          </p:nvPr>
        </p:nvSpPr>
        <p:spPr>
          <a:xfrm>
            <a:off x="425450" y="656657"/>
            <a:ext cx="5546724"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A680DAC2-B988-374B-BE4F-362E7305BD0E}"/>
              </a:ext>
            </a:extLst>
          </p:cNvPr>
          <p:cNvSpPr>
            <a:spLocks noGrp="1"/>
          </p:cNvSpPr>
          <p:nvPr>
            <p:ph type="body" sz="quarter" idx="33"/>
          </p:nvPr>
        </p:nvSpPr>
        <p:spPr>
          <a:xfrm>
            <a:off x="425450" y="432863"/>
            <a:ext cx="5547930"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75544225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ext and Image 10">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43144D-FEB5-3DE3-0384-0FEA38B7A604}"/>
              </a:ext>
            </a:extLst>
          </p:cNvPr>
          <p:cNvSpPr>
            <a:spLocks noGrp="1" noRot="1" noMove="1" noResize="1" noEditPoints="1" noAdjustHandles="1" noChangeArrowheads="1" noChangeShapeType="1"/>
          </p:cNvSpPr>
          <p:nvPr>
            <p:ph type="dt" sz="half" idx="10"/>
          </p:nvPr>
        </p:nvSpPr>
        <p:spPr/>
        <p:txBody>
          <a:bodyPr/>
          <a:lstStyle/>
          <a:p>
            <a:pPr algn="ctr"/>
            <a:fld id="{EBB964E1-B234-B046-B328-5D0D0FD70BF7}" type="datetime1">
              <a:rPr lang="es-ES" smtClean="0"/>
              <a:t>20/3/26</a:t>
            </a:fld>
            <a:endParaRPr lang="en-GB" dirty="0"/>
          </a:p>
        </p:txBody>
      </p:sp>
      <p:sp>
        <p:nvSpPr>
          <p:cNvPr id="4"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7" name="Text Placeholder 20">
            <a:extLst>
              <a:ext uri="{FF2B5EF4-FFF2-40B4-BE49-F238E27FC236}">
                <a16:creationId xmlns:a16="http://schemas.microsoft.com/office/drawing/2014/main" id="{2A2A266A-56DF-B1F0-8842-64983812EBC5}"/>
              </a:ext>
            </a:extLst>
          </p:cNvPr>
          <p:cNvSpPr>
            <a:spLocks noGrp="1"/>
          </p:cNvSpPr>
          <p:nvPr>
            <p:ph type="body" sz="quarter" idx="24"/>
          </p:nvPr>
        </p:nvSpPr>
        <p:spPr>
          <a:xfrm>
            <a:off x="431800" y="5548725"/>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8" name="Text Placeholder 20">
            <a:extLst>
              <a:ext uri="{FF2B5EF4-FFF2-40B4-BE49-F238E27FC236}">
                <a16:creationId xmlns:a16="http://schemas.microsoft.com/office/drawing/2014/main" id="{A82B26F7-43C2-6F73-C7F4-74EE24B850BC}"/>
              </a:ext>
            </a:extLst>
          </p:cNvPr>
          <p:cNvSpPr>
            <a:spLocks noGrp="1"/>
          </p:cNvSpPr>
          <p:nvPr>
            <p:ph type="body" sz="quarter" idx="25"/>
          </p:nvPr>
        </p:nvSpPr>
        <p:spPr>
          <a:xfrm>
            <a:off x="436751" y="6164176"/>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21" name="Picture Placeholder 20">
            <a:extLst>
              <a:ext uri="{FF2B5EF4-FFF2-40B4-BE49-F238E27FC236}">
                <a16:creationId xmlns:a16="http://schemas.microsoft.com/office/drawing/2014/main" id="{97BA9F92-22E5-8B94-16C3-91EFC7546D1C}"/>
              </a:ext>
            </a:extLst>
          </p:cNvPr>
          <p:cNvSpPr>
            <a:spLocks noGrp="1" noRot="1" noMove="1" noResize="1" noEditPoints="1" noAdjustHandles="1" noChangeArrowheads="1" noChangeShapeType="1"/>
          </p:cNvSpPr>
          <p:nvPr>
            <p:ph type="pic" sz="quarter" idx="26"/>
          </p:nvPr>
        </p:nvSpPr>
        <p:spPr>
          <a:xfrm>
            <a:off x="425449" y="1377951"/>
            <a:ext cx="3632200" cy="5051425"/>
          </a:xfrm>
          <a:custGeom>
            <a:avLst/>
            <a:gdLst>
              <a:gd name="csX0" fmla="*/ 76821 w 3632200"/>
              <a:gd name="csY0" fmla="*/ 0 h 5051425"/>
              <a:gd name="csX1" fmla="*/ 3555379 w 3632200"/>
              <a:gd name="csY1" fmla="*/ 0 h 5051425"/>
              <a:gd name="csX2" fmla="*/ 3632200 w 3632200"/>
              <a:gd name="csY2" fmla="*/ 76821 h 5051425"/>
              <a:gd name="csX3" fmla="*/ 3632200 w 3632200"/>
              <a:gd name="csY3" fmla="*/ 1084275 h 5051425"/>
              <a:gd name="csX4" fmla="*/ 3632200 w 3632200"/>
              <a:gd name="csY4" fmla="*/ 3949079 h 5051425"/>
              <a:gd name="csX5" fmla="*/ 3632200 w 3632200"/>
              <a:gd name="csY5" fmla="*/ 4992675 h 5051425"/>
              <a:gd name="csX6" fmla="*/ 3573450 w 3632200"/>
              <a:gd name="csY6" fmla="*/ 5051425 h 5051425"/>
              <a:gd name="csX7" fmla="*/ 2414600 w 3632200"/>
              <a:gd name="csY7" fmla="*/ 5051425 h 5051425"/>
              <a:gd name="csX8" fmla="*/ 2360467 w 3632200"/>
              <a:gd name="csY8" fmla="*/ 5015544 h 5051425"/>
              <a:gd name="csX9" fmla="*/ 2355851 w 3632200"/>
              <a:gd name="csY9" fmla="*/ 4992680 h 5051425"/>
              <a:gd name="csX10" fmla="*/ 2355851 w 3632200"/>
              <a:gd name="csY10" fmla="*/ 4084650 h 5051425"/>
              <a:gd name="csX11" fmla="*/ 2297101 w 3632200"/>
              <a:gd name="csY11" fmla="*/ 4025900 h 5051425"/>
              <a:gd name="csX12" fmla="*/ 2238375 w 3632200"/>
              <a:gd name="csY12" fmla="*/ 4025900 h 5051425"/>
              <a:gd name="csX13" fmla="*/ 1138251 w 3632200"/>
              <a:gd name="csY13" fmla="*/ 4025900 h 5051425"/>
              <a:gd name="csX14" fmla="*/ 76821 w 3632200"/>
              <a:gd name="csY14" fmla="*/ 4025900 h 5051425"/>
              <a:gd name="csX15" fmla="*/ 0 w 3632200"/>
              <a:gd name="csY15" fmla="*/ 3949079 h 5051425"/>
              <a:gd name="csX16" fmla="*/ 0 w 3632200"/>
              <a:gd name="csY16" fmla="*/ 76821 h 5051425"/>
              <a:gd name="csX17" fmla="*/ 76821 w 3632200"/>
              <a:gd name="csY17" fmla="*/ 0 h 5051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632200" h="5051425">
                <a:moveTo>
                  <a:pt x="76821" y="0"/>
                </a:moveTo>
                <a:lnTo>
                  <a:pt x="3555379" y="0"/>
                </a:lnTo>
                <a:cubicBezTo>
                  <a:pt x="3597806" y="0"/>
                  <a:pt x="3632200" y="34394"/>
                  <a:pt x="3632200" y="76821"/>
                </a:cubicBezTo>
                <a:lnTo>
                  <a:pt x="3632200" y="1084275"/>
                </a:lnTo>
                <a:lnTo>
                  <a:pt x="3632200" y="3949079"/>
                </a:lnTo>
                <a:lnTo>
                  <a:pt x="3632200" y="4992675"/>
                </a:lnTo>
                <a:cubicBezTo>
                  <a:pt x="3632200" y="5025122"/>
                  <a:pt x="3605897" y="5051425"/>
                  <a:pt x="3573450" y="5051425"/>
                </a:cubicBezTo>
                <a:lnTo>
                  <a:pt x="2414600" y="5051425"/>
                </a:lnTo>
                <a:cubicBezTo>
                  <a:pt x="2390265" y="5051425"/>
                  <a:pt x="2369386" y="5036630"/>
                  <a:pt x="2360467" y="5015544"/>
                </a:cubicBezTo>
                <a:lnTo>
                  <a:pt x="2355851" y="4992680"/>
                </a:lnTo>
                <a:lnTo>
                  <a:pt x="2355851" y="4084650"/>
                </a:lnTo>
                <a:cubicBezTo>
                  <a:pt x="2355851" y="4052203"/>
                  <a:pt x="2329548" y="4025900"/>
                  <a:pt x="2297101" y="4025900"/>
                </a:cubicBezTo>
                <a:lnTo>
                  <a:pt x="2238375" y="4025900"/>
                </a:lnTo>
                <a:lnTo>
                  <a:pt x="1138251" y="4025900"/>
                </a:lnTo>
                <a:lnTo>
                  <a:pt x="76821" y="4025900"/>
                </a:lnTo>
                <a:cubicBezTo>
                  <a:pt x="34394" y="4025900"/>
                  <a:pt x="0" y="3991506"/>
                  <a:pt x="0" y="3949079"/>
                </a:cubicBezTo>
                <a:lnTo>
                  <a:pt x="0" y="76821"/>
                </a:lnTo>
                <a:cubicBezTo>
                  <a:pt x="0" y="34394"/>
                  <a:pt x="34394" y="0"/>
                  <a:pt x="76821" y="0"/>
                </a:cubicBezTo>
                <a:close/>
              </a:path>
            </a:pathLst>
          </a:custGeom>
        </p:spPr>
        <p:txBody>
          <a:bodyPr wrap="square">
            <a:noAutofit/>
          </a:bodyPr>
          <a:lstStyle/>
          <a:p>
            <a:r>
              <a:rPr lang="en-US"/>
              <a:t>Click icon to add picture</a:t>
            </a:r>
            <a:endParaRPr lang="en-GB"/>
          </a:p>
        </p:txBody>
      </p:sp>
      <p:sp>
        <p:nvSpPr>
          <p:cNvPr id="22" name="Text Placeholder 20">
            <a:extLst>
              <a:ext uri="{FF2B5EF4-FFF2-40B4-BE49-F238E27FC236}">
                <a16:creationId xmlns:a16="http://schemas.microsoft.com/office/drawing/2014/main" id="{B55DF50E-EFEC-4A45-6110-86F772B4943E}"/>
              </a:ext>
            </a:extLst>
          </p:cNvPr>
          <p:cNvSpPr>
            <a:spLocks noGrp="1"/>
          </p:cNvSpPr>
          <p:nvPr>
            <p:ph type="body" sz="quarter" idx="27"/>
          </p:nvPr>
        </p:nvSpPr>
        <p:spPr>
          <a:xfrm>
            <a:off x="4289185" y="5548725"/>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23" name="Text Placeholder 20">
            <a:extLst>
              <a:ext uri="{FF2B5EF4-FFF2-40B4-BE49-F238E27FC236}">
                <a16:creationId xmlns:a16="http://schemas.microsoft.com/office/drawing/2014/main" id="{27FF51F1-FD2A-C281-824B-63E9E85FA187}"/>
              </a:ext>
            </a:extLst>
          </p:cNvPr>
          <p:cNvSpPr>
            <a:spLocks noGrp="1"/>
          </p:cNvSpPr>
          <p:nvPr>
            <p:ph type="body" sz="quarter" idx="28"/>
          </p:nvPr>
        </p:nvSpPr>
        <p:spPr>
          <a:xfrm>
            <a:off x="4294136" y="6164176"/>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24" name="Picture Placeholder 23">
            <a:extLst>
              <a:ext uri="{FF2B5EF4-FFF2-40B4-BE49-F238E27FC236}">
                <a16:creationId xmlns:a16="http://schemas.microsoft.com/office/drawing/2014/main" id="{25C79513-6EB1-D8D6-0332-B0B115D8513F}"/>
              </a:ext>
            </a:extLst>
          </p:cNvPr>
          <p:cNvSpPr>
            <a:spLocks noGrp="1" noRot="1" noMove="1" noResize="1" noEditPoints="1" noAdjustHandles="1" noChangeArrowheads="1" noChangeShapeType="1"/>
          </p:cNvSpPr>
          <p:nvPr>
            <p:ph type="pic" sz="quarter" idx="29"/>
          </p:nvPr>
        </p:nvSpPr>
        <p:spPr>
          <a:xfrm>
            <a:off x="4282834" y="1377951"/>
            <a:ext cx="3632200" cy="5051425"/>
          </a:xfrm>
          <a:custGeom>
            <a:avLst/>
            <a:gdLst>
              <a:gd name="csX0" fmla="*/ 76821 w 3632200"/>
              <a:gd name="csY0" fmla="*/ 0 h 5051425"/>
              <a:gd name="csX1" fmla="*/ 3555379 w 3632200"/>
              <a:gd name="csY1" fmla="*/ 0 h 5051425"/>
              <a:gd name="csX2" fmla="*/ 3632200 w 3632200"/>
              <a:gd name="csY2" fmla="*/ 76821 h 5051425"/>
              <a:gd name="csX3" fmla="*/ 3632200 w 3632200"/>
              <a:gd name="csY3" fmla="*/ 1084275 h 5051425"/>
              <a:gd name="csX4" fmla="*/ 3632200 w 3632200"/>
              <a:gd name="csY4" fmla="*/ 3949079 h 5051425"/>
              <a:gd name="csX5" fmla="*/ 3632200 w 3632200"/>
              <a:gd name="csY5" fmla="*/ 4992675 h 5051425"/>
              <a:gd name="csX6" fmla="*/ 3573450 w 3632200"/>
              <a:gd name="csY6" fmla="*/ 5051425 h 5051425"/>
              <a:gd name="csX7" fmla="*/ 2414600 w 3632200"/>
              <a:gd name="csY7" fmla="*/ 5051425 h 5051425"/>
              <a:gd name="csX8" fmla="*/ 2360467 w 3632200"/>
              <a:gd name="csY8" fmla="*/ 5015544 h 5051425"/>
              <a:gd name="csX9" fmla="*/ 2355851 w 3632200"/>
              <a:gd name="csY9" fmla="*/ 4992680 h 5051425"/>
              <a:gd name="csX10" fmla="*/ 2355851 w 3632200"/>
              <a:gd name="csY10" fmla="*/ 4084650 h 5051425"/>
              <a:gd name="csX11" fmla="*/ 2297101 w 3632200"/>
              <a:gd name="csY11" fmla="*/ 4025900 h 5051425"/>
              <a:gd name="csX12" fmla="*/ 2238375 w 3632200"/>
              <a:gd name="csY12" fmla="*/ 4025900 h 5051425"/>
              <a:gd name="csX13" fmla="*/ 1138251 w 3632200"/>
              <a:gd name="csY13" fmla="*/ 4025900 h 5051425"/>
              <a:gd name="csX14" fmla="*/ 76821 w 3632200"/>
              <a:gd name="csY14" fmla="*/ 4025900 h 5051425"/>
              <a:gd name="csX15" fmla="*/ 0 w 3632200"/>
              <a:gd name="csY15" fmla="*/ 3949079 h 5051425"/>
              <a:gd name="csX16" fmla="*/ 0 w 3632200"/>
              <a:gd name="csY16" fmla="*/ 76821 h 5051425"/>
              <a:gd name="csX17" fmla="*/ 76821 w 3632200"/>
              <a:gd name="csY17" fmla="*/ 0 h 5051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632200" h="5051425">
                <a:moveTo>
                  <a:pt x="76821" y="0"/>
                </a:moveTo>
                <a:lnTo>
                  <a:pt x="3555379" y="0"/>
                </a:lnTo>
                <a:cubicBezTo>
                  <a:pt x="3597806" y="0"/>
                  <a:pt x="3632200" y="34394"/>
                  <a:pt x="3632200" y="76821"/>
                </a:cubicBezTo>
                <a:lnTo>
                  <a:pt x="3632200" y="1084275"/>
                </a:lnTo>
                <a:lnTo>
                  <a:pt x="3632200" y="3949079"/>
                </a:lnTo>
                <a:lnTo>
                  <a:pt x="3632200" y="4992675"/>
                </a:lnTo>
                <a:cubicBezTo>
                  <a:pt x="3632200" y="5025122"/>
                  <a:pt x="3605897" y="5051425"/>
                  <a:pt x="3573450" y="5051425"/>
                </a:cubicBezTo>
                <a:lnTo>
                  <a:pt x="2414600" y="5051425"/>
                </a:lnTo>
                <a:cubicBezTo>
                  <a:pt x="2390265" y="5051425"/>
                  <a:pt x="2369386" y="5036630"/>
                  <a:pt x="2360467" y="5015544"/>
                </a:cubicBezTo>
                <a:lnTo>
                  <a:pt x="2355851" y="4992680"/>
                </a:lnTo>
                <a:lnTo>
                  <a:pt x="2355851" y="4084650"/>
                </a:lnTo>
                <a:cubicBezTo>
                  <a:pt x="2355851" y="4052203"/>
                  <a:pt x="2329548" y="4025900"/>
                  <a:pt x="2297101" y="4025900"/>
                </a:cubicBezTo>
                <a:lnTo>
                  <a:pt x="2238375" y="4025900"/>
                </a:lnTo>
                <a:lnTo>
                  <a:pt x="1138251" y="4025900"/>
                </a:lnTo>
                <a:lnTo>
                  <a:pt x="76821" y="4025900"/>
                </a:lnTo>
                <a:cubicBezTo>
                  <a:pt x="34394" y="4025900"/>
                  <a:pt x="0" y="3991506"/>
                  <a:pt x="0" y="3949079"/>
                </a:cubicBezTo>
                <a:lnTo>
                  <a:pt x="0" y="76821"/>
                </a:lnTo>
                <a:cubicBezTo>
                  <a:pt x="0" y="34394"/>
                  <a:pt x="34394" y="0"/>
                  <a:pt x="76821" y="0"/>
                </a:cubicBezTo>
                <a:close/>
              </a:path>
            </a:pathLst>
          </a:custGeom>
        </p:spPr>
        <p:txBody>
          <a:bodyPr wrap="square">
            <a:noAutofit/>
          </a:bodyPr>
          <a:lstStyle/>
          <a:p>
            <a:r>
              <a:rPr lang="en-US"/>
              <a:t>Click icon to add picture</a:t>
            </a:r>
            <a:endParaRPr lang="en-GB"/>
          </a:p>
        </p:txBody>
      </p:sp>
      <p:sp>
        <p:nvSpPr>
          <p:cNvPr id="25" name="Text Placeholder 20">
            <a:extLst>
              <a:ext uri="{FF2B5EF4-FFF2-40B4-BE49-F238E27FC236}">
                <a16:creationId xmlns:a16="http://schemas.microsoft.com/office/drawing/2014/main" id="{FDA2792D-9197-00CC-53EF-1DBCED2EFDFD}"/>
              </a:ext>
            </a:extLst>
          </p:cNvPr>
          <p:cNvSpPr>
            <a:spLocks noGrp="1"/>
          </p:cNvSpPr>
          <p:nvPr>
            <p:ph type="body" sz="quarter" idx="30"/>
          </p:nvPr>
        </p:nvSpPr>
        <p:spPr>
          <a:xfrm>
            <a:off x="8135044" y="5548725"/>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26" name="Text Placeholder 20">
            <a:extLst>
              <a:ext uri="{FF2B5EF4-FFF2-40B4-BE49-F238E27FC236}">
                <a16:creationId xmlns:a16="http://schemas.microsoft.com/office/drawing/2014/main" id="{8C3E49A3-DFDC-5D2B-8AEA-6619F5CCFAA2}"/>
              </a:ext>
            </a:extLst>
          </p:cNvPr>
          <p:cNvSpPr>
            <a:spLocks noGrp="1"/>
          </p:cNvSpPr>
          <p:nvPr>
            <p:ph type="body" sz="quarter" idx="31"/>
          </p:nvPr>
        </p:nvSpPr>
        <p:spPr>
          <a:xfrm>
            <a:off x="8139995" y="6164176"/>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27" name="Picture Placeholder 26">
            <a:extLst>
              <a:ext uri="{FF2B5EF4-FFF2-40B4-BE49-F238E27FC236}">
                <a16:creationId xmlns:a16="http://schemas.microsoft.com/office/drawing/2014/main" id="{1858B5B9-6783-2717-4D79-5CC765381312}"/>
              </a:ext>
            </a:extLst>
          </p:cNvPr>
          <p:cNvSpPr>
            <a:spLocks noGrp="1" noRot="1" noMove="1" noResize="1" noEditPoints="1" noAdjustHandles="1" noChangeArrowheads="1" noChangeShapeType="1"/>
          </p:cNvSpPr>
          <p:nvPr>
            <p:ph type="pic" sz="quarter" idx="32"/>
          </p:nvPr>
        </p:nvSpPr>
        <p:spPr>
          <a:xfrm>
            <a:off x="8128693" y="1377951"/>
            <a:ext cx="3632200" cy="5051425"/>
          </a:xfrm>
          <a:custGeom>
            <a:avLst/>
            <a:gdLst>
              <a:gd name="csX0" fmla="*/ 76821 w 3632200"/>
              <a:gd name="csY0" fmla="*/ 0 h 5051425"/>
              <a:gd name="csX1" fmla="*/ 3555379 w 3632200"/>
              <a:gd name="csY1" fmla="*/ 0 h 5051425"/>
              <a:gd name="csX2" fmla="*/ 3632200 w 3632200"/>
              <a:gd name="csY2" fmla="*/ 76821 h 5051425"/>
              <a:gd name="csX3" fmla="*/ 3632200 w 3632200"/>
              <a:gd name="csY3" fmla="*/ 1084275 h 5051425"/>
              <a:gd name="csX4" fmla="*/ 3632200 w 3632200"/>
              <a:gd name="csY4" fmla="*/ 3949079 h 5051425"/>
              <a:gd name="csX5" fmla="*/ 3632200 w 3632200"/>
              <a:gd name="csY5" fmla="*/ 4992675 h 5051425"/>
              <a:gd name="csX6" fmla="*/ 3573450 w 3632200"/>
              <a:gd name="csY6" fmla="*/ 5051425 h 5051425"/>
              <a:gd name="csX7" fmla="*/ 2414600 w 3632200"/>
              <a:gd name="csY7" fmla="*/ 5051425 h 5051425"/>
              <a:gd name="csX8" fmla="*/ 2360467 w 3632200"/>
              <a:gd name="csY8" fmla="*/ 5015544 h 5051425"/>
              <a:gd name="csX9" fmla="*/ 2355851 w 3632200"/>
              <a:gd name="csY9" fmla="*/ 4992680 h 5051425"/>
              <a:gd name="csX10" fmla="*/ 2355851 w 3632200"/>
              <a:gd name="csY10" fmla="*/ 4084650 h 5051425"/>
              <a:gd name="csX11" fmla="*/ 2297101 w 3632200"/>
              <a:gd name="csY11" fmla="*/ 4025900 h 5051425"/>
              <a:gd name="csX12" fmla="*/ 2238375 w 3632200"/>
              <a:gd name="csY12" fmla="*/ 4025900 h 5051425"/>
              <a:gd name="csX13" fmla="*/ 1138251 w 3632200"/>
              <a:gd name="csY13" fmla="*/ 4025900 h 5051425"/>
              <a:gd name="csX14" fmla="*/ 76821 w 3632200"/>
              <a:gd name="csY14" fmla="*/ 4025900 h 5051425"/>
              <a:gd name="csX15" fmla="*/ 0 w 3632200"/>
              <a:gd name="csY15" fmla="*/ 3949079 h 5051425"/>
              <a:gd name="csX16" fmla="*/ 0 w 3632200"/>
              <a:gd name="csY16" fmla="*/ 76821 h 5051425"/>
              <a:gd name="csX17" fmla="*/ 76821 w 3632200"/>
              <a:gd name="csY17" fmla="*/ 0 h 5051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632200" h="5051425">
                <a:moveTo>
                  <a:pt x="76821" y="0"/>
                </a:moveTo>
                <a:lnTo>
                  <a:pt x="3555379" y="0"/>
                </a:lnTo>
                <a:cubicBezTo>
                  <a:pt x="3597806" y="0"/>
                  <a:pt x="3632200" y="34394"/>
                  <a:pt x="3632200" y="76821"/>
                </a:cubicBezTo>
                <a:lnTo>
                  <a:pt x="3632200" y="1084275"/>
                </a:lnTo>
                <a:lnTo>
                  <a:pt x="3632200" y="3949079"/>
                </a:lnTo>
                <a:lnTo>
                  <a:pt x="3632200" y="4992675"/>
                </a:lnTo>
                <a:cubicBezTo>
                  <a:pt x="3632200" y="5025122"/>
                  <a:pt x="3605897" y="5051425"/>
                  <a:pt x="3573450" y="5051425"/>
                </a:cubicBezTo>
                <a:lnTo>
                  <a:pt x="2414600" y="5051425"/>
                </a:lnTo>
                <a:cubicBezTo>
                  <a:pt x="2390265" y="5051425"/>
                  <a:pt x="2369386" y="5036630"/>
                  <a:pt x="2360467" y="5015544"/>
                </a:cubicBezTo>
                <a:lnTo>
                  <a:pt x="2355851" y="4992680"/>
                </a:lnTo>
                <a:lnTo>
                  <a:pt x="2355851" y="4084650"/>
                </a:lnTo>
                <a:cubicBezTo>
                  <a:pt x="2355851" y="4052203"/>
                  <a:pt x="2329548" y="4025900"/>
                  <a:pt x="2297101" y="4025900"/>
                </a:cubicBezTo>
                <a:lnTo>
                  <a:pt x="2238375" y="4025900"/>
                </a:lnTo>
                <a:lnTo>
                  <a:pt x="1138251" y="4025900"/>
                </a:lnTo>
                <a:lnTo>
                  <a:pt x="76821" y="4025900"/>
                </a:lnTo>
                <a:cubicBezTo>
                  <a:pt x="34394" y="4025900"/>
                  <a:pt x="0" y="3991506"/>
                  <a:pt x="0" y="3949079"/>
                </a:cubicBezTo>
                <a:lnTo>
                  <a:pt x="0" y="76821"/>
                </a:lnTo>
                <a:cubicBezTo>
                  <a:pt x="0" y="34394"/>
                  <a:pt x="34394" y="0"/>
                  <a:pt x="76821" y="0"/>
                </a:cubicBezTo>
                <a:close/>
              </a:path>
            </a:pathLst>
          </a:custGeom>
        </p:spPr>
        <p:txBody>
          <a:bodyPr wrap="square">
            <a:noAutofit/>
          </a:bodyPr>
          <a:lstStyle/>
          <a:p>
            <a:r>
              <a:rPr lang="en-US"/>
              <a:t>Click icon to add picture</a:t>
            </a:r>
            <a:endParaRPr lang="en-GB"/>
          </a:p>
        </p:txBody>
      </p:sp>
      <p:sp>
        <p:nvSpPr>
          <p:cNvPr id="9" name="Title 1">
            <a:extLst>
              <a:ext uri="{FF2B5EF4-FFF2-40B4-BE49-F238E27FC236}">
                <a16:creationId xmlns:a16="http://schemas.microsoft.com/office/drawing/2014/main" id="{6EBBD55F-B713-FD07-BA1E-4FE5CE68592E}"/>
              </a:ext>
            </a:extLst>
          </p:cNvPr>
          <p:cNvSpPr>
            <a:spLocks noGrp="1"/>
          </p:cNvSpPr>
          <p:nvPr>
            <p:ph type="title"/>
          </p:nvPr>
        </p:nvSpPr>
        <p:spPr>
          <a:xfrm>
            <a:off x="425450" y="656657"/>
            <a:ext cx="567055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338E0D24-DCFD-974F-D504-0BC82287D8FC}"/>
              </a:ext>
            </a:extLst>
          </p:cNvPr>
          <p:cNvSpPr>
            <a:spLocks noGrp="1"/>
          </p:cNvSpPr>
          <p:nvPr>
            <p:ph type="body" sz="quarter" idx="33"/>
          </p:nvPr>
        </p:nvSpPr>
        <p:spPr>
          <a:xfrm>
            <a:off x="425449" y="432863"/>
            <a:ext cx="5671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43705143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ext and Image 11">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43144D-FEB5-3DE3-0384-0FEA38B7A604}"/>
              </a:ext>
            </a:extLst>
          </p:cNvPr>
          <p:cNvSpPr>
            <a:spLocks noGrp="1" noRot="1" noMove="1" noResize="1" noEditPoints="1" noAdjustHandles="1" noChangeArrowheads="1" noChangeShapeType="1"/>
          </p:cNvSpPr>
          <p:nvPr>
            <p:ph type="dt" sz="half" idx="10"/>
          </p:nvPr>
        </p:nvSpPr>
        <p:spPr/>
        <p:txBody>
          <a:bodyPr/>
          <a:lstStyle/>
          <a:p>
            <a:pPr algn="ctr"/>
            <a:fld id="{9C86BC22-A3B2-2248-BD4C-796AFD0902ED}" type="datetime1">
              <a:rPr lang="es-ES" smtClean="0"/>
              <a:t>20/3/26</a:t>
            </a:fld>
            <a:endParaRPr lang="en-GB" dirty="0"/>
          </a:p>
        </p:txBody>
      </p:sp>
      <p:sp>
        <p:nvSpPr>
          <p:cNvPr id="4"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7" name="Text Placeholder 20">
            <a:extLst>
              <a:ext uri="{FF2B5EF4-FFF2-40B4-BE49-F238E27FC236}">
                <a16:creationId xmlns:a16="http://schemas.microsoft.com/office/drawing/2014/main" id="{2A2A266A-56DF-B1F0-8842-64983812EBC5}"/>
              </a:ext>
            </a:extLst>
          </p:cNvPr>
          <p:cNvSpPr>
            <a:spLocks noGrp="1"/>
          </p:cNvSpPr>
          <p:nvPr>
            <p:ph type="body" sz="quarter" idx="24"/>
          </p:nvPr>
        </p:nvSpPr>
        <p:spPr>
          <a:xfrm>
            <a:off x="431800" y="5548725"/>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8" name="Text Placeholder 20">
            <a:extLst>
              <a:ext uri="{FF2B5EF4-FFF2-40B4-BE49-F238E27FC236}">
                <a16:creationId xmlns:a16="http://schemas.microsoft.com/office/drawing/2014/main" id="{A82B26F7-43C2-6F73-C7F4-74EE24B850BC}"/>
              </a:ext>
            </a:extLst>
          </p:cNvPr>
          <p:cNvSpPr>
            <a:spLocks noGrp="1"/>
          </p:cNvSpPr>
          <p:nvPr>
            <p:ph type="body" sz="quarter" idx="25"/>
          </p:nvPr>
        </p:nvSpPr>
        <p:spPr>
          <a:xfrm>
            <a:off x="436751" y="6164176"/>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dirty="0"/>
              <a:t>Click to edit Master text styles</a:t>
            </a:r>
          </a:p>
        </p:txBody>
      </p:sp>
      <p:sp>
        <p:nvSpPr>
          <p:cNvPr id="21" name="Picture Placeholder 20">
            <a:extLst>
              <a:ext uri="{FF2B5EF4-FFF2-40B4-BE49-F238E27FC236}">
                <a16:creationId xmlns:a16="http://schemas.microsoft.com/office/drawing/2014/main" id="{97BA9F92-22E5-8B94-16C3-91EFC7546D1C}"/>
              </a:ext>
            </a:extLst>
          </p:cNvPr>
          <p:cNvSpPr>
            <a:spLocks noGrp="1" noRot="1" noMove="1" noResize="1" noEditPoints="1" noAdjustHandles="1" noChangeArrowheads="1" noChangeShapeType="1"/>
          </p:cNvSpPr>
          <p:nvPr>
            <p:ph type="pic" sz="quarter" idx="26"/>
          </p:nvPr>
        </p:nvSpPr>
        <p:spPr>
          <a:xfrm>
            <a:off x="425449" y="1377951"/>
            <a:ext cx="3632200" cy="5051425"/>
          </a:xfrm>
          <a:custGeom>
            <a:avLst/>
            <a:gdLst>
              <a:gd name="csX0" fmla="*/ 76821 w 3632200"/>
              <a:gd name="csY0" fmla="*/ 0 h 5051425"/>
              <a:gd name="csX1" fmla="*/ 3555379 w 3632200"/>
              <a:gd name="csY1" fmla="*/ 0 h 5051425"/>
              <a:gd name="csX2" fmla="*/ 3632200 w 3632200"/>
              <a:gd name="csY2" fmla="*/ 76821 h 5051425"/>
              <a:gd name="csX3" fmla="*/ 3632200 w 3632200"/>
              <a:gd name="csY3" fmla="*/ 1084275 h 5051425"/>
              <a:gd name="csX4" fmla="*/ 3632200 w 3632200"/>
              <a:gd name="csY4" fmla="*/ 3949079 h 5051425"/>
              <a:gd name="csX5" fmla="*/ 3632200 w 3632200"/>
              <a:gd name="csY5" fmla="*/ 4992675 h 5051425"/>
              <a:gd name="csX6" fmla="*/ 3573450 w 3632200"/>
              <a:gd name="csY6" fmla="*/ 5051425 h 5051425"/>
              <a:gd name="csX7" fmla="*/ 2414600 w 3632200"/>
              <a:gd name="csY7" fmla="*/ 5051425 h 5051425"/>
              <a:gd name="csX8" fmla="*/ 2360467 w 3632200"/>
              <a:gd name="csY8" fmla="*/ 5015544 h 5051425"/>
              <a:gd name="csX9" fmla="*/ 2355851 w 3632200"/>
              <a:gd name="csY9" fmla="*/ 4992680 h 5051425"/>
              <a:gd name="csX10" fmla="*/ 2355851 w 3632200"/>
              <a:gd name="csY10" fmla="*/ 4084650 h 5051425"/>
              <a:gd name="csX11" fmla="*/ 2297101 w 3632200"/>
              <a:gd name="csY11" fmla="*/ 4025900 h 5051425"/>
              <a:gd name="csX12" fmla="*/ 2238375 w 3632200"/>
              <a:gd name="csY12" fmla="*/ 4025900 h 5051425"/>
              <a:gd name="csX13" fmla="*/ 1138251 w 3632200"/>
              <a:gd name="csY13" fmla="*/ 4025900 h 5051425"/>
              <a:gd name="csX14" fmla="*/ 76821 w 3632200"/>
              <a:gd name="csY14" fmla="*/ 4025900 h 5051425"/>
              <a:gd name="csX15" fmla="*/ 0 w 3632200"/>
              <a:gd name="csY15" fmla="*/ 3949079 h 5051425"/>
              <a:gd name="csX16" fmla="*/ 0 w 3632200"/>
              <a:gd name="csY16" fmla="*/ 76821 h 5051425"/>
              <a:gd name="csX17" fmla="*/ 76821 w 3632200"/>
              <a:gd name="csY17" fmla="*/ 0 h 5051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632200" h="5051425">
                <a:moveTo>
                  <a:pt x="76821" y="0"/>
                </a:moveTo>
                <a:lnTo>
                  <a:pt x="3555379" y="0"/>
                </a:lnTo>
                <a:cubicBezTo>
                  <a:pt x="3597806" y="0"/>
                  <a:pt x="3632200" y="34394"/>
                  <a:pt x="3632200" y="76821"/>
                </a:cubicBezTo>
                <a:lnTo>
                  <a:pt x="3632200" y="1084275"/>
                </a:lnTo>
                <a:lnTo>
                  <a:pt x="3632200" y="3949079"/>
                </a:lnTo>
                <a:lnTo>
                  <a:pt x="3632200" y="4992675"/>
                </a:lnTo>
                <a:cubicBezTo>
                  <a:pt x="3632200" y="5025122"/>
                  <a:pt x="3605897" y="5051425"/>
                  <a:pt x="3573450" y="5051425"/>
                </a:cubicBezTo>
                <a:lnTo>
                  <a:pt x="2414600" y="5051425"/>
                </a:lnTo>
                <a:cubicBezTo>
                  <a:pt x="2390265" y="5051425"/>
                  <a:pt x="2369386" y="5036630"/>
                  <a:pt x="2360467" y="5015544"/>
                </a:cubicBezTo>
                <a:lnTo>
                  <a:pt x="2355851" y="4992680"/>
                </a:lnTo>
                <a:lnTo>
                  <a:pt x="2355851" y="4084650"/>
                </a:lnTo>
                <a:cubicBezTo>
                  <a:pt x="2355851" y="4052203"/>
                  <a:pt x="2329548" y="4025900"/>
                  <a:pt x="2297101" y="4025900"/>
                </a:cubicBezTo>
                <a:lnTo>
                  <a:pt x="2238375" y="4025900"/>
                </a:lnTo>
                <a:lnTo>
                  <a:pt x="1138251" y="4025900"/>
                </a:lnTo>
                <a:lnTo>
                  <a:pt x="76821" y="4025900"/>
                </a:lnTo>
                <a:cubicBezTo>
                  <a:pt x="34394" y="4025900"/>
                  <a:pt x="0" y="3991506"/>
                  <a:pt x="0" y="3949079"/>
                </a:cubicBezTo>
                <a:lnTo>
                  <a:pt x="0" y="76821"/>
                </a:lnTo>
                <a:cubicBezTo>
                  <a:pt x="0" y="34394"/>
                  <a:pt x="34394" y="0"/>
                  <a:pt x="76821" y="0"/>
                </a:cubicBezTo>
                <a:close/>
              </a:path>
            </a:pathLst>
          </a:custGeom>
          <a:solidFill>
            <a:schemeClr val="accent4"/>
          </a:solidFill>
        </p:spPr>
        <p:txBody>
          <a:bodyPr wrap="square">
            <a:noAutofit/>
          </a:bodyPr>
          <a:lstStyle/>
          <a:p>
            <a:r>
              <a:rPr lang="en-US"/>
              <a:t>Click icon to add picture</a:t>
            </a:r>
            <a:endParaRPr lang="en-GB"/>
          </a:p>
        </p:txBody>
      </p:sp>
      <p:sp>
        <p:nvSpPr>
          <p:cNvPr id="22" name="Text Placeholder 20">
            <a:extLst>
              <a:ext uri="{FF2B5EF4-FFF2-40B4-BE49-F238E27FC236}">
                <a16:creationId xmlns:a16="http://schemas.microsoft.com/office/drawing/2014/main" id="{B55DF50E-EFEC-4A45-6110-86F772B4943E}"/>
              </a:ext>
            </a:extLst>
          </p:cNvPr>
          <p:cNvSpPr>
            <a:spLocks noGrp="1"/>
          </p:cNvSpPr>
          <p:nvPr>
            <p:ph type="body" sz="quarter" idx="27"/>
          </p:nvPr>
        </p:nvSpPr>
        <p:spPr>
          <a:xfrm>
            <a:off x="4289185" y="5548725"/>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23" name="Text Placeholder 20">
            <a:extLst>
              <a:ext uri="{FF2B5EF4-FFF2-40B4-BE49-F238E27FC236}">
                <a16:creationId xmlns:a16="http://schemas.microsoft.com/office/drawing/2014/main" id="{27FF51F1-FD2A-C281-824B-63E9E85FA187}"/>
              </a:ext>
            </a:extLst>
          </p:cNvPr>
          <p:cNvSpPr>
            <a:spLocks noGrp="1"/>
          </p:cNvSpPr>
          <p:nvPr>
            <p:ph type="body" sz="quarter" idx="28"/>
          </p:nvPr>
        </p:nvSpPr>
        <p:spPr>
          <a:xfrm>
            <a:off x="4294136" y="6164176"/>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24" name="Picture Placeholder 23">
            <a:extLst>
              <a:ext uri="{FF2B5EF4-FFF2-40B4-BE49-F238E27FC236}">
                <a16:creationId xmlns:a16="http://schemas.microsoft.com/office/drawing/2014/main" id="{25C79513-6EB1-D8D6-0332-B0B115D8513F}"/>
              </a:ext>
            </a:extLst>
          </p:cNvPr>
          <p:cNvSpPr>
            <a:spLocks noGrp="1" noRot="1" noMove="1" noResize="1" noEditPoints="1" noAdjustHandles="1" noChangeArrowheads="1" noChangeShapeType="1"/>
          </p:cNvSpPr>
          <p:nvPr>
            <p:ph type="pic" sz="quarter" idx="29"/>
          </p:nvPr>
        </p:nvSpPr>
        <p:spPr>
          <a:xfrm>
            <a:off x="4282834" y="1377951"/>
            <a:ext cx="3632200" cy="5051425"/>
          </a:xfrm>
          <a:custGeom>
            <a:avLst/>
            <a:gdLst>
              <a:gd name="csX0" fmla="*/ 76821 w 3632200"/>
              <a:gd name="csY0" fmla="*/ 0 h 5051425"/>
              <a:gd name="csX1" fmla="*/ 3555379 w 3632200"/>
              <a:gd name="csY1" fmla="*/ 0 h 5051425"/>
              <a:gd name="csX2" fmla="*/ 3632200 w 3632200"/>
              <a:gd name="csY2" fmla="*/ 76821 h 5051425"/>
              <a:gd name="csX3" fmla="*/ 3632200 w 3632200"/>
              <a:gd name="csY3" fmla="*/ 1084275 h 5051425"/>
              <a:gd name="csX4" fmla="*/ 3632200 w 3632200"/>
              <a:gd name="csY4" fmla="*/ 3949079 h 5051425"/>
              <a:gd name="csX5" fmla="*/ 3632200 w 3632200"/>
              <a:gd name="csY5" fmla="*/ 4992675 h 5051425"/>
              <a:gd name="csX6" fmla="*/ 3573450 w 3632200"/>
              <a:gd name="csY6" fmla="*/ 5051425 h 5051425"/>
              <a:gd name="csX7" fmla="*/ 2414600 w 3632200"/>
              <a:gd name="csY7" fmla="*/ 5051425 h 5051425"/>
              <a:gd name="csX8" fmla="*/ 2360467 w 3632200"/>
              <a:gd name="csY8" fmla="*/ 5015544 h 5051425"/>
              <a:gd name="csX9" fmla="*/ 2355851 w 3632200"/>
              <a:gd name="csY9" fmla="*/ 4992680 h 5051425"/>
              <a:gd name="csX10" fmla="*/ 2355851 w 3632200"/>
              <a:gd name="csY10" fmla="*/ 4084650 h 5051425"/>
              <a:gd name="csX11" fmla="*/ 2297101 w 3632200"/>
              <a:gd name="csY11" fmla="*/ 4025900 h 5051425"/>
              <a:gd name="csX12" fmla="*/ 2238375 w 3632200"/>
              <a:gd name="csY12" fmla="*/ 4025900 h 5051425"/>
              <a:gd name="csX13" fmla="*/ 1138251 w 3632200"/>
              <a:gd name="csY13" fmla="*/ 4025900 h 5051425"/>
              <a:gd name="csX14" fmla="*/ 76821 w 3632200"/>
              <a:gd name="csY14" fmla="*/ 4025900 h 5051425"/>
              <a:gd name="csX15" fmla="*/ 0 w 3632200"/>
              <a:gd name="csY15" fmla="*/ 3949079 h 5051425"/>
              <a:gd name="csX16" fmla="*/ 0 w 3632200"/>
              <a:gd name="csY16" fmla="*/ 76821 h 5051425"/>
              <a:gd name="csX17" fmla="*/ 76821 w 3632200"/>
              <a:gd name="csY17" fmla="*/ 0 h 5051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632200" h="5051425">
                <a:moveTo>
                  <a:pt x="76821" y="0"/>
                </a:moveTo>
                <a:lnTo>
                  <a:pt x="3555379" y="0"/>
                </a:lnTo>
                <a:cubicBezTo>
                  <a:pt x="3597806" y="0"/>
                  <a:pt x="3632200" y="34394"/>
                  <a:pt x="3632200" y="76821"/>
                </a:cubicBezTo>
                <a:lnTo>
                  <a:pt x="3632200" y="1084275"/>
                </a:lnTo>
                <a:lnTo>
                  <a:pt x="3632200" y="3949079"/>
                </a:lnTo>
                <a:lnTo>
                  <a:pt x="3632200" y="4992675"/>
                </a:lnTo>
                <a:cubicBezTo>
                  <a:pt x="3632200" y="5025122"/>
                  <a:pt x="3605897" y="5051425"/>
                  <a:pt x="3573450" y="5051425"/>
                </a:cubicBezTo>
                <a:lnTo>
                  <a:pt x="2414600" y="5051425"/>
                </a:lnTo>
                <a:cubicBezTo>
                  <a:pt x="2390265" y="5051425"/>
                  <a:pt x="2369386" y="5036630"/>
                  <a:pt x="2360467" y="5015544"/>
                </a:cubicBezTo>
                <a:lnTo>
                  <a:pt x="2355851" y="4992680"/>
                </a:lnTo>
                <a:lnTo>
                  <a:pt x="2355851" y="4084650"/>
                </a:lnTo>
                <a:cubicBezTo>
                  <a:pt x="2355851" y="4052203"/>
                  <a:pt x="2329548" y="4025900"/>
                  <a:pt x="2297101" y="4025900"/>
                </a:cubicBezTo>
                <a:lnTo>
                  <a:pt x="2238375" y="4025900"/>
                </a:lnTo>
                <a:lnTo>
                  <a:pt x="1138251" y="4025900"/>
                </a:lnTo>
                <a:lnTo>
                  <a:pt x="76821" y="4025900"/>
                </a:lnTo>
                <a:cubicBezTo>
                  <a:pt x="34394" y="4025900"/>
                  <a:pt x="0" y="3991506"/>
                  <a:pt x="0" y="3949079"/>
                </a:cubicBezTo>
                <a:lnTo>
                  <a:pt x="0" y="76821"/>
                </a:lnTo>
                <a:cubicBezTo>
                  <a:pt x="0" y="34394"/>
                  <a:pt x="34394" y="0"/>
                  <a:pt x="76821" y="0"/>
                </a:cubicBezTo>
                <a:close/>
              </a:path>
            </a:pathLst>
          </a:custGeom>
          <a:solidFill>
            <a:schemeClr val="accent3"/>
          </a:solidFill>
        </p:spPr>
        <p:txBody>
          <a:bodyPr wrap="square">
            <a:noAutofit/>
          </a:bodyPr>
          <a:lstStyle/>
          <a:p>
            <a:r>
              <a:rPr lang="en-US"/>
              <a:t>Click icon to add picture</a:t>
            </a:r>
            <a:endParaRPr lang="en-GB"/>
          </a:p>
        </p:txBody>
      </p:sp>
      <p:sp>
        <p:nvSpPr>
          <p:cNvPr id="25" name="Text Placeholder 20">
            <a:extLst>
              <a:ext uri="{FF2B5EF4-FFF2-40B4-BE49-F238E27FC236}">
                <a16:creationId xmlns:a16="http://schemas.microsoft.com/office/drawing/2014/main" id="{FDA2792D-9197-00CC-53EF-1DBCED2EFDFD}"/>
              </a:ext>
            </a:extLst>
          </p:cNvPr>
          <p:cNvSpPr>
            <a:spLocks noGrp="1"/>
          </p:cNvSpPr>
          <p:nvPr>
            <p:ph type="body" sz="quarter" idx="30"/>
          </p:nvPr>
        </p:nvSpPr>
        <p:spPr>
          <a:xfrm>
            <a:off x="8135044" y="5548725"/>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26" name="Text Placeholder 20">
            <a:extLst>
              <a:ext uri="{FF2B5EF4-FFF2-40B4-BE49-F238E27FC236}">
                <a16:creationId xmlns:a16="http://schemas.microsoft.com/office/drawing/2014/main" id="{8C3E49A3-DFDC-5D2B-8AEA-6619F5CCFAA2}"/>
              </a:ext>
            </a:extLst>
          </p:cNvPr>
          <p:cNvSpPr>
            <a:spLocks noGrp="1"/>
          </p:cNvSpPr>
          <p:nvPr>
            <p:ph type="body" sz="quarter" idx="31"/>
          </p:nvPr>
        </p:nvSpPr>
        <p:spPr>
          <a:xfrm>
            <a:off x="8139995" y="6164176"/>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27" name="Picture Placeholder 26">
            <a:extLst>
              <a:ext uri="{FF2B5EF4-FFF2-40B4-BE49-F238E27FC236}">
                <a16:creationId xmlns:a16="http://schemas.microsoft.com/office/drawing/2014/main" id="{1858B5B9-6783-2717-4D79-5CC765381312}"/>
              </a:ext>
            </a:extLst>
          </p:cNvPr>
          <p:cNvSpPr>
            <a:spLocks noGrp="1" noRot="1" noMove="1" noResize="1" noEditPoints="1" noAdjustHandles="1" noChangeArrowheads="1" noChangeShapeType="1"/>
          </p:cNvSpPr>
          <p:nvPr>
            <p:ph type="pic" sz="quarter" idx="32"/>
          </p:nvPr>
        </p:nvSpPr>
        <p:spPr>
          <a:xfrm>
            <a:off x="8128693" y="1377951"/>
            <a:ext cx="3632200" cy="5051425"/>
          </a:xfrm>
          <a:custGeom>
            <a:avLst/>
            <a:gdLst>
              <a:gd name="csX0" fmla="*/ 76821 w 3632200"/>
              <a:gd name="csY0" fmla="*/ 0 h 5051425"/>
              <a:gd name="csX1" fmla="*/ 3555379 w 3632200"/>
              <a:gd name="csY1" fmla="*/ 0 h 5051425"/>
              <a:gd name="csX2" fmla="*/ 3632200 w 3632200"/>
              <a:gd name="csY2" fmla="*/ 76821 h 5051425"/>
              <a:gd name="csX3" fmla="*/ 3632200 w 3632200"/>
              <a:gd name="csY3" fmla="*/ 1084275 h 5051425"/>
              <a:gd name="csX4" fmla="*/ 3632200 w 3632200"/>
              <a:gd name="csY4" fmla="*/ 3949079 h 5051425"/>
              <a:gd name="csX5" fmla="*/ 3632200 w 3632200"/>
              <a:gd name="csY5" fmla="*/ 4992675 h 5051425"/>
              <a:gd name="csX6" fmla="*/ 3573450 w 3632200"/>
              <a:gd name="csY6" fmla="*/ 5051425 h 5051425"/>
              <a:gd name="csX7" fmla="*/ 2414600 w 3632200"/>
              <a:gd name="csY7" fmla="*/ 5051425 h 5051425"/>
              <a:gd name="csX8" fmla="*/ 2360467 w 3632200"/>
              <a:gd name="csY8" fmla="*/ 5015544 h 5051425"/>
              <a:gd name="csX9" fmla="*/ 2355851 w 3632200"/>
              <a:gd name="csY9" fmla="*/ 4992680 h 5051425"/>
              <a:gd name="csX10" fmla="*/ 2355851 w 3632200"/>
              <a:gd name="csY10" fmla="*/ 4084650 h 5051425"/>
              <a:gd name="csX11" fmla="*/ 2297101 w 3632200"/>
              <a:gd name="csY11" fmla="*/ 4025900 h 5051425"/>
              <a:gd name="csX12" fmla="*/ 2238375 w 3632200"/>
              <a:gd name="csY12" fmla="*/ 4025900 h 5051425"/>
              <a:gd name="csX13" fmla="*/ 1138251 w 3632200"/>
              <a:gd name="csY13" fmla="*/ 4025900 h 5051425"/>
              <a:gd name="csX14" fmla="*/ 76821 w 3632200"/>
              <a:gd name="csY14" fmla="*/ 4025900 h 5051425"/>
              <a:gd name="csX15" fmla="*/ 0 w 3632200"/>
              <a:gd name="csY15" fmla="*/ 3949079 h 5051425"/>
              <a:gd name="csX16" fmla="*/ 0 w 3632200"/>
              <a:gd name="csY16" fmla="*/ 76821 h 5051425"/>
              <a:gd name="csX17" fmla="*/ 76821 w 3632200"/>
              <a:gd name="csY17" fmla="*/ 0 h 50514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3632200" h="5051425">
                <a:moveTo>
                  <a:pt x="76821" y="0"/>
                </a:moveTo>
                <a:lnTo>
                  <a:pt x="3555379" y="0"/>
                </a:lnTo>
                <a:cubicBezTo>
                  <a:pt x="3597806" y="0"/>
                  <a:pt x="3632200" y="34394"/>
                  <a:pt x="3632200" y="76821"/>
                </a:cubicBezTo>
                <a:lnTo>
                  <a:pt x="3632200" y="1084275"/>
                </a:lnTo>
                <a:lnTo>
                  <a:pt x="3632200" y="3949079"/>
                </a:lnTo>
                <a:lnTo>
                  <a:pt x="3632200" y="4992675"/>
                </a:lnTo>
                <a:cubicBezTo>
                  <a:pt x="3632200" y="5025122"/>
                  <a:pt x="3605897" y="5051425"/>
                  <a:pt x="3573450" y="5051425"/>
                </a:cubicBezTo>
                <a:lnTo>
                  <a:pt x="2414600" y="5051425"/>
                </a:lnTo>
                <a:cubicBezTo>
                  <a:pt x="2390265" y="5051425"/>
                  <a:pt x="2369386" y="5036630"/>
                  <a:pt x="2360467" y="5015544"/>
                </a:cubicBezTo>
                <a:lnTo>
                  <a:pt x="2355851" y="4992680"/>
                </a:lnTo>
                <a:lnTo>
                  <a:pt x="2355851" y="4084650"/>
                </a:lnTo>
                <a:cubicBezTo>
                  <a:pt x="2355851" y="4052203"/>
                  <a:pt x="2329548" y="4025900"/>
                  <a:pt x="2297101" y="4025900"/>
                </a:cubicBezTo>
                <a:lnTo>
                  <a:pt x="2238375" y="4025900"/>
                </a:lnTo>
                <a:lnTo>
                  <a:pt x="1138251" y="4025900"/>
                </a:lnTo>
                <a:lnTo>
                  <a:pt x="76821" y="4025900"/>
                </a:lnTo>
                <a:cubicBezTo>
                  <a:pt x="34394" y="4025900"/>
                  <a:pt x="0" y="3991506"/>
                  <a:pt x="0" y="3949079"/>
                </a:cubicBezTo>
                <a:lnTo>
                  <a:pt x="0" y="76821"/>
                </a:lnTo>
                <a:cubicBezTo>
                  <a:pt x="0" y="34394"/>
                  <a:pt x="34394" y="0"/>
                  <a:pt x="76821" y="0"/>
                </a:cubicBezTo>
                <a:close/>
              </a:path>
            </a:pathLst>
          </a:custGeom>
          <a:solidFill>
            <a:schemeClr val="accent2"/>
          </a:solidFill>
        </p:spPr>
        <p:txBody>
          <a:bodyPr wrap="square">
            <a:noAutofit/>
          </a:bodyPr>
          <a:lstStyle/>
          <a:p>
            <a:r>
              <a:rPr lang="en-US"/>
              <a:t>Click icon to add picture</a:t>
            </a:r>
            <a:endParaRPr lang="en-GB"/>
          </a:p>
        </p:txBody>
      </p:sp>
      <p:sp>
        <p:nvSpPr>
          <p:cNvPr id="9" name="Title 1">
            <a:extLst>
              <a:ext uri="{FF2B5EF4-FFF2-40B4-BE49-F238E27FC236}">
                <a16:creationId xmlns:a16="http://schemas.microsoft.com/office/drawing/2014/main" id="{98217EDE-7301-3C89-829D-1B8B12D0C5A6}"/>
              </a:ext>
            </a:extLst>
          </p:cNvPr>
          <p:cNvSpPr>
            <a:spLocks noGrp="1"/>
          </p:cNvSpPr>
          <p:nvPr>
            <p:ph type="title"/>
          </p:nvPr>
        </p:nvSpPr>
        <p:spPr>
          <a:xfrm>
            <a:off x="425450" y="656657"/>
            <a:ext cx="567055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64AE6FB0-3BED-FB41-0849-4C6BE4816882}"/>
              </a:ext>
            </a:extLst>
          </p:cNvPr>
          <p:cNvSpPr>
            <a:spLocks noGrp="1"/>
          </p:cNvSpPr>
          <p:nvPr>
            <p:ph type="body" sz="quarter" idx="33"/>
          </p:nvPr>
        </p:nvSpPr>
        <p:spPr>
          <a:xfrm>
            <a:off x="425449" y="432863"/>
            <a:ext cx="5671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405639087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ext and Image 12">
    <p:bg>
      <p:bgPr>
        <a:solidFill>
          <a:schemeClr val="bg1"/>
        </a:solidFill>
        <a:effectLst/>
      </p:bgPr>
    </p:bg>
    <p:spTree>
      <p:nvGrpSpPr>
        <p:cNvPr id="1" name=""/>
        <p:cNvGrpSpPr/>
        <p:nvPr/>
      </p:nvGrpSpPr>
      <p:grpSpPr>
        <a:xfrm>
          <a:off x="0" y="0"/>
          <a:ext cx="0" cy="0"/>
          <a:chOff x="0" y="0"/>
          <a:chExt cx="0" cy="0"/>
        </a:xfrm>
      </p:grpSpPr>
      <p:sp>
        <p:nvSpPr>
          <p:cNvPr id="32" name="Freeform 31">
            <a:extLst>
              <a:ext uri="{FF2B5EF4-FFF2-40B4-BE49-F238E27FC236}">
                <a16:creationId xmlns:a16="http://schemas.microsoft.com/office/drawing/2014/main" id="{36CAFDB4-8D22-0DA3-437F-138D4C3BFEBD}"/>
              </a:ext>
            </a:extLst>
          </p:cNvPr>
          <p:cNvSpPr>
            <a:spLocks noGrp="1" noRot="1" noMove="1" noResize="1" noEditPoints="1" noAdjustHandles="1" noChangeArrowheads="1" noChangeShapeType="1"/>
          </p:cNvSpPr>
          <p:nvPr userDrawn="1"/>
        </p:nvSpPr>
        <p:spPr>
          <a:xfrm>
            <a:off x="1828800" y="4891088"/>
            <a:ext cx="2612065" cy="1158837"/>
          </a:xfrm>
          <a:custGeom>
            <a:avLst/>
            <a:gdLst>
              <a:gd name="csX0" fmla="*/ 0 w 2612065"/>
              <a:gd name="csY0" fmla="*/ 0 h 1158837"/>
              <a:gd name="csX1" fmla="*/ 2612065 w 2612065"/>
              <a:gd name="csY1" fmla="*/ 0 h 1158837"/>
              <a:gd name="csX2" fmla="*/ 2612065 w 2612065"/>
              <a:gd name="csY2" fmla="*/ 1095625 h 1158837"/>
              <a:gd name="csX3" fmla="*/ 2548853 w 2612065"/>
              <a:gd name="csY3" fmla="*/ 1158837 h 1158837"/>
              <a:gd name="csX4" fmla="*/ 63212 w 2612065"/>
              <a:gd name="csY4" fmla="*/ 1158837 h 1158837"/>
              <a:gd name="csX5" fmla="*/ 0 w 2612065"/>
              <a:gd name="csY5" fmla="*/ 1095625 h 1158837"/>
            </a:gdLst>
            <a:ahLst/>
            <a:cxnLst>
              <a:cxn ang="0">
                <a:pos x="csX0" y="csY0"/>
              </a:cxn>
              <a:cxn ang="0">
                <a:pos x="csX1" y="csY1"/>
              </a:cxn>
              <a:cxn ang="0">
                <a:pos x="csX2" y="csY2"/>
              </a:cxn>
              <a:cxn ang="0">
                <a:pos x="csX3" y="csY3"/>
              </a:cxn>
              <a:cxn ang="0">
                <a:pos x="csX4" y="csY4"/>
              </a:cxn>
              <a:cxn ang="0">
                <a:pos x="csX5" y="csY5"/>
              </a:cxn>
            </a:cxnLst>
            <a:rect l="l" t="t" r="r" b="b"/>
            <a:pathLst>
              <a:path w="2612065" h="1158837">
                <a:moveTo>
                  <a:pt x="0" y="0"/>
                </a:moveTo>
                <a:lnTo>
                  <a:pt x="2612065" y="0"/>
                </a:lnTo>
                <a:lnTo>
                  <a:pt x="2612065" y="1095625"/>
                </a:lnTo>
                <a:cubicBezTo>
                  <a:pt x="2612065" y="1130536"/>
                  <a:pt x="2583764" y="1158837"/>
                  <a:pt x="2548853" y="1158837"/>
                </a:cubicBezTo>
                <a:lnTo>
                  <a:pt x="63212" y="1158837"/>
                </a:lnTo>
                <a:cubicBezTo>
                  <a:pt x="28301" y="1158837"/>
                  <a:pt x="0" y="1130536"/>
                  <a:pt x="0" y="10956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2943144D-FEB5-3DE3-0384-0FEA38B7A604}"/>
              </a:ext>
            </a:extLst>
          </p:cNvPr>
          <p:cNvSpPr>
            <a:spLocks noGrp="1" noRot="1" noMove="1" noResize="1" noEditPoints="1" noAdjustHandles="1" noChangeArrowheads="1" noChangeShapeType="1"/>
          </p:cNvSpPr>
          <p:nvPr>
            <p:ph type="dt" sz="half" idx="10"/>
          </p:nvPr>
        </p:nvSpPr>
        <p:spPr/>
        <p:txBody>
          <a:bodyPr/>
          <a:lstStyle/>
          <a:p>
            <a:pPr algn="ctr"/>
            <a:fld id="{F5C792E5-23E3-6F46-8C58-CC0B9671068F}" type="datetime1">
              <a:rPr lang="es-ES" smtClean="0"/>
              <a:t>20/3/26</a:t>
            </a:fld>
            <a:endParaRPr lang="en-GB" dirty="0"/>
          </a:p>
        </p:txBody>
      </p:sp>
      <p:sp>
        <p:nvSpPr>
          <p:cNvPr id="4"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7" name="Text Placeholder 20">
            <a:extLst>
              <a:ext uri="{FF2B5EF4-FFF2-40B4-BE49-F238E27FC236}">
                <a16:creationId xmlns:a16="http://schemas.microsoft.com/office/drawing/2014/main" id="{2A2A266A-56DF-B1F0-8842-64983812EBC5}"/>
              </a:ext>
            </a:extLst>
          </p:cNvPr>
          <p:cNvSpPr>
            <a:spLocks noGrp="1" noRot="1" noMove="1" noResize="1" noEditPoints="1" noAdjustHandles="1" noChangeArrowheads="1" noChangeShapeType="1"/>
          </p:cNvSpPr>
          <p:nvPr>
            <p:ph type="body" sz="quarter" idx="24"/>
          </p:nvPr>
        </p:nvSpPr>
        <p:spPr>
          <a:xfrm>
            <a:off x="1978838" y="5031838"/>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8" name="Text Placeholder 20">
            <a:extLst>
              <a:ext uri="{FF2B5EF4-FFF2-40B4-BE49-F238E27FC236}">
                <a16:creationId xmlns:a16="http://schemas.microsoft.com/office/drawing/2014/main" id="{A82B26F7-43C2-6F73-C7F4-74EE24B850BC}"/>
              </a:ext>
            </a:extLst>
          </p:cNvPr>
          <p:cNvSpPr>
            <a:spLocks noGrp="1" noRot="1" noMove="1" noResize="1" noEditPoints="1" noAdjustHandles="1" noChangeArrowheads="1" noChangeShapeType="1"/>
          </p:cNvSpPr>
          <p:nvPr>
            <p:ph type="body" sz="quarter" idx="25"/>
          </p:nvPr>
        </p:nvSpPr>
        <p:spPr>
          <a:xfrm>
            <a:off x="1983789" y="5600989"/>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0" name="Picture Placeholder 29">
            <a:extLst>
              <a:ext uri="{FF2B5EF4-FFF2-40B4-BE49-F238E27FC236}">
                <a16:creationId xmlns:a16="http://schemas.microsoft.com/office/drawing/2014/main" id="{C616E753-045C-2B6D-ACB4-24AD2EF5E194}"/>
              </a:ext>
            </a:extLst>
          </p:cNvPr>
          <p:cNvSpPr>
            <a:spLocks noGrp="1" noRot="1" noMove="1" noResize="1" noEditPoints="1" noAdjustHandles="1" noChangeArrowheads="1" noChangeShapeType="1"/>
          </p:cNvSpPr>
          <p:nvPr>
            <p:ph type="pic" sz="quarter" idx="26"/>
          </p:nvPr>
        </p:nvSpPr>
        <p:spPr>
          <a:xfrm>
            <a:off x="1828800" y="1385778"/>
            <a:ext cx="2612065" cy="3505311"/>
          </a:xfrm>
          <a:custGeom>
            <a:avLst/>
            <a:gdLst>
              <a:gd name="csX0" fmla="*/ 63212 w 2612065"/>
              <a:gd name="csY0" fmla="*/ 0 h 3505311"/>
              <a:gd name="csX1" fmla="*/ 2548853 w 2612065"/>
              <a:gd name="csY1" fmla="*/ 0 h 3505311"/>
              <a:gd name="csX2" fmla="*/ 2612065 w 2612065"/>
              <a:gd name="csY2" fmla="*/ 63212 h 3505311"/>
              <a:gd name="csX3" fmla="*/ 2612065 w 2612065"/>
              <a:gd name="csY3" fmla="*/ 3505311 h 3505311"/>
              <a:gd name="csX4" fmla="*/ 0 w 2612065"/>
              <a:gd name="csY4" fmla="*/ 3505311 h 3505311"/>
              <a:gd name="csX5" fmla="*/ 0 w 2612065"/>
              <a:gd name="csY5" fmla="*/ 63212 h 3505311"/>
              <a:gd name="csX6" fmla="*/ 63212 w 2612065"/>
              <a:gd name="csY6" fmla="*/ 0 h 35053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2065" h="3505311">
                <a:moveTo>
                  <a:pt x="63212" y="0"/>
                </a:moveTo>
                <a:lnTo>
                  <a:pt x="2548853" y="0"/>
                </a:lnTo>
                <a:cubicBezTo>
                  <a:pt x="2583764" y="0"/>
                  <a:pt x="2612065" y="28301"/>
                  <a:pt x="2612065" y="63212"/>
                </a:cubicBezTo>
                <a:lnTo>
                  <a:pt x="2612065" y="3505311"/>
                </a:lnTo>
                <a:lnTo>
                  <a:pt x="0" y="3505311"/>
                </a:lnTo>
                <a:lnTo>
                  <a:pt x="0" y="63212"/>
                </a:lnTo>
                <a:cubicBezTo>
                  <a:pt x="0" y="28301"/>
                  <a:pt x="28301" y="0"/>
                  <a:pt x="63212" y="0"/>
                </a:cubicBezTo>
                <a:close/>
              </a:path>
            </a:pathLst>
          </a:custGeom>
        </p:spPr>
        <p:txBody>
          <a:bodyPr wrap="square">
            <a:noAutofit/>
          </a:bodyPr>
          <a:lstStyle/>
          <a:p>
            <a:r>
              <a:rPr lang="en-US"/>
              <a:t>Click icon to add picture</a:t>
            </a:r>
            <a:endParaRPr lang="en-GB"/>
          </a:p>
        </p:txBody>
      </p:sp>
      <p:sp>
        <p:nvSpPr>
          <p:cNvPr id="33" name="Freeform 32">
            <a:extLst>
              <a:ext uri="{FF2B5EF4-FFF2-40B4-BE49-F238E27FC236}">
                <a16:creationId xmlns:a16="http://schemas.microsoft.com/office/drawing/2014/main" id="{E6173A59-E664-5D83-548E-33C6D3B94D28}"/>
              </a:ext>
            </a:extLst>
          </p:cNvPr>
          <p:cNvSpPr>
            <a:spLocks noGrp="1" noRot="1" noMove="1" noResize="1" noEditPoints="1" noAdjustHandles="1" noChangeArrowheads="1" noChangeShapeType="1"/>
          </p:cNvSpPr>
          <p:nvPr userDrawn="1"/>
        </p:nvSpPr>
        <p:spPr>
          <a:xfrm>
            <a:off x="4791739" y="4891088"/>
            <a:ext cx="2612065" cy="1158837"/>
          </a:xfrm>
          <a:custGeom>
            <a:avLst/>
            <a:gdLst>
              <a:gd name="csX0" fmla="*/ 0 w 2612065"/>
              <a:gd name="csY0" fmla="*/ 0 h 1158837"/>
              <a:gd name="csX1" fmla="*/ 2612065 w 2612065"/>
              <a:gd name="csY1" fmla="*/ 0 h 1158837"/>
              <a:gd name="csX2" fmla="*/ 2612065 w 2612065"/>
              <a:gd name="csY2" fmla="*/ 1095625 h 1158837"/>
              <a:gd name="csX3" fmla="*/ 2548853 w 2612065"/>
              <a:gd name="csY3" fmla="*/ 1158837 h 1158837"/>
              <a:gd name="csX4" fmla="*/ 63212 w 2612065"/>
              <a:gd name="csY4" fmla="*/ 1158837 h 1158837"/>
              <a:gd name="csX5" fmla="*/ 0 w 2612065"/>
              <a:gd name="csY5" fmla="*/ 1095625 h 1158837"/>
            </a:gdLst>
            <a:ahLst/>
            <a:cxnLst>
              <a:cxn ang="0">
                <a:pos x="csX0" y="csY0"/>
              </a:cxn>
              <a:cxn ang="0">
                <a:pos x="csX1" y="csY1"/>
              </a:cxn>
              <a:cxn ang="0">
                <a:pos x="csX2" y="csY2"/>
              </a:cxn>
              <a:cxn ang="0">
                <a:pos x="csX3" y="csY3"/>
              </a:cxn>
              <a:cxn ang="0">
                <a:pos x="csX4" y="csY4"/>
              </a:cxn>
              <a:cxn ang="0">
                <a:pos x="csX5" y="csY5"/>
              </a:cxn>
            </a:cxnLst>
            <a:rect l="l" t="t" r="r" b="b"/>
            <a:pathLst>
              <a:path w="2612065" h="1158837">
                <a:moveTo>
                  <a:pt x="0" y="0"/>
                </a:moveTo>
                <a:lnTo>
                  <a:pt x="2612065" y="0"/>
                </a:lnTo>
                <a:lnTo>
                  <a:pt x="2612065" y="1095625"/>
                </a:lnTo>
                <a:cubicBezTo>
                  <a:pt x="2612065" y="1130536"/>
                  <a:pt x="2583764" y="1158837"/>
                  <a:pt x="2548853" y="1158837"/>
                </a:cubicBezTo>
                <a:lnTo>
                  <a:pt x="63212" y="1158837"/>
                </a:lnTo>
                <a:cubicBezTo>
                  <a:pt x="28301" y="1158837"/>
                  <a:pt x="0" y="1130536"/>
                  <a:pt x="0" y="109562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4" name="Text Placeholder 20">
            <a:extLst>
              <a:ext uri="{FF2B5EF4-FFF2-40B4-BE49-F238E27FC236}">
                <a16:creationId xmlns:a16="http://schemas.microsoft.com/office/drawing/2014/main" id="{507B102F-44DE-172C-A97C-8D9127B4888D}"/>
              </a:ext>
            </a:extLst>
          </p:cNvPr>
          <p:cNvSpPr>
            <a:spLocks noGrp="1" noRot="1" noMove="1" noResize="1" noEditPoints="1" noAdjustHandles="1" noChangeArrowheads="1" noChangeShapeType="1"/>
          </p:cNvSpPr>
          <p:nvPr>
            <p:ph type="body" sz="quarter" idx="27"/>
          </p:nvPr>
        </p:nvSpPr>
        <p:spPr>
          <a:xfrm>
            <a:off x="4941777" y="5031838"/>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5" name="Text Placeholder 20">
            <a:extLst>
              <a:ext uri="{FF2B5EF4-FFF2-40B4-BE49-F238E27FC236}">
                <a16:creationId xmlns:a16="http://schemas.microsoft.com/office/drawing/2014/main" id="{54BC3E8C-2B98-6F2C-8B25-5B60C896F7EB}"/>
              </a:ext>
            </a:extLst>
          </p:cNvPr>
          <p:cNvSpPr>
            <a:spLocks noGrp="1" noRot="1" noMove="1" noResize="1" noEditPoints="1" noAdjustHandles="1" noChangeArrowheads="1" noChangeShapeType="1"/>
          </p:cNvSpPr>
          <p:nvPr>
            <p:ph type="body" sz="quarter" idx="28"/>
          </p:nvPr>
        </p:nvSpPr>
        <p:spPr>
          <a:xfrm>
            <a:off x="4946728" y="5600989"/>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6" name="Picture Placeholder 35">
            <a:extLst>
              <a:ext uri="{FF2B5EF4-FFF2-40B4-BE49-F238E27FC236}">
                <a16:creationId xmlns:a16="http://schemas.microsoft.com/office/drawing/2014/main" id="{8D364924-C563-4087-F8EB-F7DD31161700}"/>
              </a:ext>
            </a:extLst>
          </p:cNvPr>
          <p:cNvSpPr>
            <a:spLocks noGrp="1" noRot="1" noMove="1" noResize="1" noEditPoints="1" noAdjustHandles="1" noChangeArrowheads="1" noChangeShapeType="1"/>
          </p:cNvSpPr>
          <p:nvPr>
            <p:ph type="pic" sz="quarter" idx="29"/>
          </p:nvPr>
        </p:nvSpPr>
        <p:spPr>
          <a:xfrm>
            <a:off x="4791739" y="1385778"/>
            <a:ext cx="2612065" cy="3505311"/>
          </a:xfrm>
          <a:custGeom>
            <a:avLst/>
            <a:gdLst>
              <a:gd name="csX0" fmla="*/ 63212 w 2612065"/>
              <a:gd name="csY0" fmla="*/ 0 h 3505311"/>
              <a:gd name="csX1" fmla="*/ 2548853 w 2612065"/>
              <a:gd name="csY1" fmla="*/ 0 h 3505311"/>
              <a:gd name="csX2" fmla="*/ 2612065 w 2612065"/>
              <a:gd name="csY2" fmla="*/ 63212 h 3505311"/>
              <a:gd name="csX3" fmla="*/ 2612065 w 2612065"/>
              <a:gd name="csY3" fmla="*/ 3505311 h 3505311"/>
              <a:gd name="csX4" fmla="*/ 0 w 2612065"/>
              <a:gd name="csY4" fmla="*/ 3505311 h 3505311"/>
              <a:gd name="csX5" fmla="*/ 0 w 2612065"/>
              <a:gd name="csY5" fmla="*/ 63212 h 3505311"/>
              <a:gd name="csX6" fmla="*/ 63212 w 2612065"/>
              <a:gd name="csY6" fmla="*/ 0 h 35053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2065" h="3505311">
                <a:moveTo>
                  <a:pt x="63212" y="0"/>
                </a:moveTo>
                <a:lnTo>
                  <a:pt x="2548853" y="0"/>
                </a:lnTo>
                <a:cubicBezTo>
                  <a:pt x="2583764" y="0"/>
                  <a:pt x="2612065" y="28301"/>
                  <a:pt x="2612065" y="63212"/>
                </a:cubicBezTo>
                <a:lnTo>
                  <a:pt x="2612065" y="3505311"/>
                </a:lnTo>
                <a:lnTo>
                  <a:pt x="0" y="3505311"/>
                </a:lnTo>
                <a:lnTo>
                  <a:pt x="0" y="63212"/>
                </a:lnTo>
                <a:cubicBezTo>
                  <a:pt x="0" y="28301"/>
                  <a:pt x="28301" y="0"/>
                  <a:pt x="63212" y="0"/>
                </a:cubicBezTo>
                <a:close/>
              </a:path>
            </a:pathLst>
          </a:custGeom>
        </p:spPr>
        <p:txBody>
          <a:bodyPr wrap="square">
            <a:noAutofit/>
          </a:bodyPr>
          <a:lstStyle/>
          <a:p>
            <a:r>
              <a:rPr lang="en-US"/>
              <a:t>Click icon to add picture</a:t>
            </a:r>
            <a:endParaRPr lang="en-GB"/>
          </a:p>
        </p:txBody>
      </p:sp>
      <p:sp>
        <p:nvSpPr>
          <p:cNvPr id="37" name="Freeform 36">
            <a:extLst>
              <a:ext uri="{FF2B5EF4-FFF2-40B4-BE49-F238E27FC236}">
                <a16:creationId xmlns:a16="http://schemas.microsoft.com/office/drawing/2014/main" id="{0CFF4D1E-CFB5-CA87-662B-26CAFB5E5733}"/>
              </a:ext>
            </a:extLst>
          </p:cNvPr>
          <p:cNvSpPr>
            <a:spLocks noGrp="1" noRot="1" noMove="1" noResize="1" noEditPoints="1" noAdjustHandles="1" noChangeArrowheads="1" noChangeShapeType="1"/>
          </p:cNvSpPr>
          <p:nvPr userDrawn="1"/>
        </p:nvSpPr>
        <p:spPr>
          <a:xfrm>
            <a:off x="7758223" y="4891088"/>
            <a:ext cx="2612065" cy="1158837"/>
          </a:xfrm>
          <a:custGeom>
            <a:avLst/>
            <a:gdLst>
              <a:gd name="csX0" fmla="*/ 0 w 2612065"/>
              <a:gd name="csY0" fmla="*/ 0 h 1158837"/>
              <a:gd name="csX1" fmla="*/ 2612065 w 2612065"/>
              <a:gd name="csY1" fmla="*/ 0 h 1158837"/>
              <a:gd name="csX2" fmla="*/ 2612065 w 2612065"/>
              <a:gd name="csY2" fmla="*/ 1095625 h 1158837"/>
              <a:gd name="csX3" fmla="*/ 2548853 w 2612065"/>
              <a:gd name="csY3" fmla="*/ 1158837 h 1158837"/>
              <a:gd name="csX4" fmla="*/ 63212 w 2612065"/>
              <a:gd name="csY4" fmla="*/ 1158837 h 1158837"/>
              <a:gd name="csX5" fmla="*/ 0 w 2612065"/>
              <a:gd name="csY5" fmla="*/ 1095625 h 1158837"/>
            </a:gdLst>
            <a:ahLst/>
            <a:cxnLst>
              <a:cxn ang="0">
                <a:pos x="csX0" y="csY0"/>
              </a:cxn>
              <a:cxn ang="0">
                <a:pos x="csX1" y="csY1"/>
              </a:cxn>
              <a:cxn ang="0">
                <a:pos x="csX2" y="csY2"/>
              </a:cxn>
              <a:cxn ang="0">
                <a:pos x="csX3" y="csY3"/>
              </a:cxn>
              <a:cxn ang="0">
                <a:pos x="csX4" y="csY4"/>
              </a:cxn>
              <a:cxn ang="0">
                <a:pos x="csX5" y="csY5"/>
              </a:cxn>
            </a:cxnLst>
            <a:rect l="l" t="t" r="r" b="b"/>
            <a:pathLst>
              <a:path w="2612065" h="1158837">
                <a:moveTo>
                  <a:pt x="0" y="0"/>
                </a:moveTo>
                <a:lnTo>
                  <a:pt x="2612065" y="0"/>
                </a:lnTo>
                <a:lnTo>
                  <a:pt x="2612065" y="1095625"/>
                </a:lnTo>
                <a:cubicBezTo>
                  <a:pt x="2612065" y="1130536"/>
                  <a:pt x="2583764" y="1158837"/>
                  <a:pt x="2548853" y="1158837"/>
                </a:cubicBezTo>
                <a:lnTo>
                  <a:pt x="63212" y="1158837"/>
                </a:lnTo>
                <a:cubicBezTo>
                  <a:pt x="28301" y="1158837"/>
                  <a:pt x="0" y="1130536"/>
                  <a:pt x="0" y="109562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8" name="Text Placeholder 20">
            <a:extLst>
              <a:ext uri="{FF2B5EF4-FFF2-40B4-BE49-F238E27FC236}">
                <a16:creationId xmlns:a16="http://schemas.microsoft.com/office/drawing/2014/main" id="{B191F5F4-AD7C-85C7-FB92-FAA55FB20BBD}"/>
              </a:ext>
            </a:extLst>
          </p:cNvPr>
          <p:cNvSpPr>
            <a:spLocks noGrp="1" noRot="1" noMove="1" noResize="1" noEditPoints="1" noAdjustHandles="1" noChangeArrowheads="1" noChangeShapeType="1"/>
          </p:cNvSpPr>
          <p:nvPr>
            <p:ph type="body" sz="quarter" idx="30"/>
          </p:nvPr>
        </p:nvSpPr>
        <p:spPr>
          <a:xfrm>
            <a:off x="7908261" y="5031838"/>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9" name="Text Placeholder 20">
            <a:extLst>
              <a:ext uri="{FF2B5EF4-FFF2-40B4-BE49-F238E27FC236}">
                <a16:creationId xmlns:a16="http://schemas.microsoft.com/office/drawing/2014/main" id="{16CCC268-ED05-E052-6D3E-67A5E4A0F9F6}"/>
              </a:ext>
            </a:extLst>
          </p:cNvPr>
          <p:cNvSpPr>
            <a:spLocks noGrp="1" noRot="1" noMove="1" noResize="1" noEditPoints="1" noAdjustHandles="1" noChangeArrowheads="1" noChangeShapeType="1"/>
          </p:cNvSpPr>
          <p:nvPr>
            <p:ph type="body" sz="quarter" idx="31"/>
          </p:nvPr>
        </p:nvSpPr>
        <p:spPr>
          <a:xfrm>
            <a:off x="7913212" y="5600989"/>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40" name="Picture Placeholder 39">
            <a:extLst>
              <a:ext uri="{FF2B5EF4-FFF2-40B4-BE49-F238E27FC236}">
                <a16:creationId xmlns:a16="http://schemas.microsoft.com/office/drawing/2014/main" id="{B05FF1B0-BC70-EA4A-4D46-4617A5B45E19}"/>
              </a:ext>
            </a:extLst>
          </p:cNvPr>
          <p:cNvSpPr>
            <a:spLocks noGrp="1" noRot="1" noMove="1" noResize="1" noEditPoints="1" noAdjustHandles="1" noChangeArrowheads="1" noChangeShapeType="1"/>
          </p:cNvSpPr>
          <p:nvPr>
            <p:ph type="pic" sz="quarter" idx="32"/>
          </p:nvPr>
        </p:nvSpPr>
        <p:spPr>
          <a:xfrm>
            <a:off x="7758223" y="1385778"/>
            <a:ext cx="2612065" cy="3505311"/>
          </a:xfrm>
          <a:custGeom>
            <a:avLst/>
            <a:gdLst>
              <a:gd name="csX0" fmla="*/ 63212 w 2612065"/>
              <a:gd name="csY0" fmla="*/ 0 h 3505311"/>
              <a:gd name="csX1" fmla="*/ 2548853 w 2612065"/>
              <a:gd name="csY1" fmla="*/ 0 h 3505311"/>
              <a:gd name="csX2" fmla="*/ 2612065 w 2612065"/>
              <a:gd name="csY2" fmla="*/ 63212 h 3505311"/>
              <a:gd name="csX3" fmla="*/ 2612065 w 2612065"/>
              <a:gd name="csY3" fmla="*/ 3505311 h 3505311"/>
              <a:gd name="csX4" fmla="*/ 0 w 2612065"/>
              <a:gd name="csY4" fmla="*/ 3505311 h 3505311"/>
              <a:gd name="csX5" fmla="*/ 0 w 2612065"/>
              <a:gd name="csY5" fmla="*/ 63212 h 3505311"/>
              <a:gd name="csX6" fmla="*/ 63212 w 2612065"/>
              <a:gd name="csY6" fmla="*/ 0 h 35053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2065" h="3505311">
                <a:moveTo>
                  <a:pt x="63212" y="0"/>
                </a:moveTo>
                <a:lnTo>
                  <a:pt x="2548853" y="0"/>
                </a:lnTo>
                <a:cubicBezTo>
                  <a:pt x="2583764" y="0"/>
                  <a:pt x="2612065" y="28301"/>
                  <a:pt x="2612065" y="63212"/>
                </a:cubicBezTo>
                <a:lnTo>
                  <a:pt x="2612065" y="3505311"/>
                </a:lnTo>
                <a:lnTo>
                  <a:pt x="0" y="3505311"/>
                </a:lnTo>
                <a:lnTo>
                  <a:pt x="0" y="63212"/>
                </a:lnTo>
                <a:cubicBezTo>
                  <a:pt x="0" y="28301"/>
                  <a:pt x="28301" y="0"/>
                  <a:pt x="63212" y="0"/>
                </a:cubicBezTo>
                <a:close/>
              </a:path>
            </a:pathLst>
          </a:custGeom>
        </p:spPr>
        <p:txBody>
          <a:bodyPr wrap="square">
            <a:noAutofit/>
          </a:bodyPr>
          <a:lstStyle/>
          <a:p>
            <a:r>
              <a:rPr lang="en-US"/>
              <a:t>Click icon to add picture</a:t>
            </a:r>
            <a:endParaRPr lang="en-GB"/>
          </a:p>
        </p:txBody>
      </p:sp>
      <p:sp>
        <p:nvSpPr>
          <p:cNvPr id="9" name="Title 1">
            <a:extLst>
              <a:ext uri="{FF2B5EF4-FFF2-40B4-BE49-F238E27FC236}">
                <a16:creationId xmlns:a16="http://schemas.microsoft.com/office/drawing/2014/main" id="{D0B4C438-FE47-E47F-AC3A-E661B0289D1B}"/>
              </a:ext>
            </a:extLst>
          </p:cNvPr>
          <p:cNvSpPr>
            <a:spLocks noGrp="1"/>
          </p:cNvSpPr>
          <p:nvPr>
            <p:ph type="title"/>
          </p:nvPr>
        </p:nvSpPr>
        <p:spPr>
          <a:xfrm>
            <a:off x="425450" y="656657"/>
            <a:ext cx="567055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05D8764D-846E-291A-3386-BD383288B887}"/>
              </a:ext>
            </a:extLst>
          </p:cNvPr>
          <p:cNvSpPr>
            <a:spLocks noGrp="1"/>
          </p:cNvSpPr>
          <p:nvPr>
            <p:ph type="body" sz="quarter" idx="33"/>
          </p:nvPr>
        </p:nvSpPr>
        <p:spPr>
          <a:xfrm>
            <a:off x="425449" y="432863"/>
            <a:ext cx="5671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4021400146"/>
      </p:ext>
    </p:extLst>
  </p:cSld>
  <p:clrMapOvr>
    <a:masterClrMapping/>
  </p:clrMapOvr>
  <p:extLst>
    <p:ext uri="{DCECCB84-F9BA-43D5-87BE-67443E8EF086}">
      <p15:sldGuideLst xmlns:p15="http://schemas.microsoft.com/office/powerpoint/2012/main">
        <p15:guide id="1" orient="horz" pos="3081" userDrawn="1">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Text and Image 12">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2943144D-FEB5-3DE3-0384-0FEA38B7A604}"/>
              </a:ext>
            </a:extLst>
          </p:cNvPr>
          <p:cNvSpPr>
            <a:spLocks noGrp="1" noRot="1" noMove="1" noResize="1" noEditPoints="1" noAdjustHandles="1" noChangeArrowheads="1" noChangeShapeType="1"/>
          </p:cNvSpPr>
          <p:nvPr>
            <p:ph type="dt" sz="half" idx="10"/>
          </p:nvPr>
        </p:nvSpPr>
        <p:spPr/>
        <p:txBody>
          <a:bodyPr/>
          <a:lstStyle/>
          <a:p>
            <a:pPr algn="ctr"/>
            <a:fld id="{C65D999A-B8F7-E742-8D2E-6244EB9B722A}" type="datetime1">
              <a:rPr lang="es-ES" smtClean="0"/>
              <a:t>20/3/26</a:t>
            </a:fld>
            <a:endParaRPr lang="en-GB" dirty="0"/>
          </a:p>
        </p:txBody>
      </p:sp>
      <p:sp>
        <p:nvSpPr>
          <p:cNvPr id="4"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32" name="Freeform 31">
            <a:extLst>
              <a:ext uri="{FF2B5EF4-FFF2-40B4-BE49-F238E27FC236}">
                <a16:creationId xmlns:a16="http://schemas.microsoft.com/office/drawing/2014/main" id="{36CAFDB4-8D22-0DA3-437F-138D4C3BFEBD}"/>
              </a:ext>
            </a:extLst>
          </p:cNvPr>
          <p:cNvSpPr>
            <a:spLocks/>
          </p:cNvSpPr>
          <p:nvPr userDrawn="1"/>
        </p:nvSpPr>
        <p:spPr>
          <a:xfrm>
            <a:off x="425449" y="4891088"/>
            <a:ext cx="2612065" cy="1158837"/>
          </a:xfrm>
          <a:custGeom>
            <a:avLst/>
            <a:gdLst>
              <a:gd name="csX0" fmla="*/ 0 w 2612065"/>
              <a:gd name="csY0" fmla="*/ 0 h 1158837"/>
              <a:gd name="csX1" fmla="*/ 2612065 w 2612065"/>
              <a:gd name="csY1" fmla="*/ 0 h 1158837"/>
              <a:gd name="csX2" fmla="*/ 2612065 w 2612065"/>
              <a:gd name="csY2" fmla="*/ 1095625 h 1158837"/>
              <a:gd name="csX3" fmla="*/ 2548853 w 2612065"/>
              <a:gd name="csY3" fmla="*/ 1158837 h 1158837"/>
              <a:gd name="csX4" fmla="*/ 63212 w 2612065"/>
              <a:gd name="csY4" fmla="*/ 1158837 h 1158837"/>
              <a:gd name="csX5" fmla="*/ 0 w 2612065"/>
              <a:gd name="csY5" fmla="*/ 1095625 h 1158837"/>
            </a:gdLst>
            <a:ahLst/>
            <a:cxnLst>
              <a:cxn ang="0">
                <a:pos x="csX0" y="csY0"/>
              </a:cxn>
              <a:cxn ang="0">
                <a:pos x="csX1" y="csY1"/>
              </a:cxn>
              <a:cxn ang="0">
                <a:pos x="csX2" y="csY2"/>
              </a:cxn>
              <a:cxn ang="0">
                <a:pos x="csX3" y="csY3"/>
              </a:cxn>
              <a:cxn ang="0">
                <a:pos x="csX4" y="csY4"/>
              </a:cxn>
              <a:cxn ang="0">
                <a:pos x="csX5" y="csY5"/>
              </a:cxn>
            </a:cxnLst>
            <a:rect l="l" t="t" r="r" b="b"/>
            <a:pathLst>
              <a:path w="2612065" h="1158837">
                <a:moveTo>
                  <a:pt x="0" y="0"/>
                </a:moveTo>
                <a:lnTo>
                  <a:pt x="2612065" y="0"/>
                </a:lnTo>
                <a:lnTo>
                  <a:pt x="2612065" y="1095625"/>
                </a:lnTo>
                <a:cubicBezTo>
                  <a:pt x="2612065" y="1130536"/>
                  <a:pt x="2583764" y="1158837"/>
                  <a:pt x="2548853" y="1158837"/>
                </a:cubicBezTo>
                <a:lnTo>
                  <a:pt x="63212" y="1158837"/>
                </a:lnTo>
                <a:cubicBezTo>
                  <a:pt x="28301" y="1158837"/>
                  <a:pt x="0" y="1130536"/>
                  <a:pt x="0" y="1095625"/>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7" name="Text Placeholder 20">
            <a:extLst>
              <a:ext uri="{FF2B5EF4-FFF2-40B4-BE49-F238E27FC236}">
                <a16:creationId xmlns:a16="http://schemas.microsoft.com/office/drawing/2014/main" id="{2A2A266A-56DF-B1F0-8842-64983812EBC5}"/>
              </a:ext>
            </a:extLst>
          </p:cNvPr>
          <p:cNvSpPr>
            <a:spLocks noGrp="1"/>
          </p:cNvSpPr>
          <p:nvPr>
            <p:ph type="body" sz="quarter" idx="24"/>
          </p:nvPr>
        </p:nvSpPr>
        <p:spPr>
          <a:xfrm>
            <a:off x="575487" y="5031838"/>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8" name="Text Placeholder 20">
            <a:extLst>
              <a:ext uri="{FF2B5EF4-FFF2-40B4-BE49-F238E27FC236}">
                <a16:creationId xmlns:a16="http://schemas.microsoft.com/office/drawing/2014/main" id="{A82B26F7-43C2-6F73-C7F4-74EE24B850BC}"/>
              </a:ext>
            </a:extLst>
          </p:cNvPr>
          <p:cNvSpPr>
            <a:spLocks noGrp="1"/>
          </p:cNvSpPr>
          <p:nvPr>
            <p:ph type="body" sz="quarter" idx="25"/>
          </p:nvPr>
        </p:nvSpPr>
        <p:spPr>
          <a:xfrm>
            <a:off x="580438" y="5600989"/>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0" name="Picture Placeholder 29">
            <a:extLst>
              <a:ext uri="{FF2B5EF4-FFF2-40B4-BE49-F238E27FC236}">
                <a16:creationId xmlns:a16="http://schemas.microsoft.com/office/drawing/2014/main" id="{C616E753-045C-2B6D-ACB4-24AD2EF5E194}"/>
              </a:ext>
            </a:extLst>
          </p:cNvPr>
          <p:cNvSpPr>
            <a:spLocks noGrp="1"/>
          </p:cNvSpPr>
          <p:nvPr>
            <p:ph type="pic" sz="quarter" idx="26"/>
          </p:nvPr>
        </p:nvSpPr>
        <p:spPr>
          <a:xfrm>
            <a:off x="425449" y="1385778"/>
            <a:ext cx="2612065" cy="3505311"/>
          </a:xfrm>
          <a:custGeom>
            <a:avLst/>
            <a:gdLst>
              <a:gd name="csX0" fmla="*/ 63212 w 2612065"/>
              <a:gd name="csY0" fmla="*/ 0 h 3505311"/>
              <a:gd name="csX1" fmla="*/ 2548853 w 2612065"/>
              <a:gd name="csY1" fmla="*/ 0 h 3505311"/>
              <a:gd name="csX2" fmla="*/ 2612065 w 2612065"/>
              <a:gd name="csY2" fmla="*/ 63212 h 3505311"/>
              <a:gd name="csX3" fmla="*/ 2612065 w 2612065"/>
              <a:gd name="csY3" fmla="*/ 3505311 h 3505311"/>
              <a:gd name="csX4" fmla="*/ 0 w 2612065"/>
              <a:gd name="csY4" fmla="*/ 3505311 h 3505311"/>
              <a:gd name="csX5" fmla="*/ 0 w 2612065"/>
              <a:gd name="csY5" fmla="*/ 63212 h 3505311"/>
              <a:gd name="csX6" fmla="*/ 63212 w 2612065"/>
              <a:gd name="csY6" fmla="*/ 0 h 35053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2065" h="3505311">
                <a:moveTo>
                  <a:pt x="63212" y="0"/>
                </a:moveTo>
                <a:lnTo>
                  <a:pt x="2548853" y="0"/>
                </a:lnTo>
                <a:cubicBezTo>
                  <a:pt x="2583764" y="0"/>
                  <a:pt x="2612065" y="28301"/>
                  <a:pt x="2612065" y="63212"/>
                </a:cubicBezTo>
                <a:lnTo>
                  <a:pt x="2612065" y="3505311"/>
                </a:lnTo>
                <a:lnTo>
                  <a:pt x="0" y="3505311"/>
                </a:lnTo>
                <a:lnTo>
                  <a:pt x="0" y="63212"/>
                </a:lnTo>
                <a:cubicBezTo>
                  <a:pt x="0" y="28301"/>
                  <a:pt x="28301" y="0"/>
                  <a:pt x="63212" y="0"/>
                </a:cubicBezTo>
                <a:close/>
              </a:path>
            </a:pathLst>
          </a:custGeom>
        </p:spPr>
        <p:txBody>
          <a:bodyPr wrap="square">
            <a:noAutofit/>
          </a:bodyPr>
          <a:lstStyle/>
          <a:p>
            <a:r>
              <a:rPr lang="en-US"/>
              <a:t>Click icon to add picture</a:t>
            </a:r>
            <a:endParaRPr lang="en-GB"/>
          </a:p>
        </p:txBody>
      </p:sp>
      <p:sp>
        <p:nvSpPr>
          <p:cNvPr id="33" name="Freeform 32">
            <a:extLst>
              <a:ext uri="{FF2B5EF4-FFF2-40B4-BE49-F238E27FC236}">
                <a16:creationId xmlns:a16="http://schemas.microsoft.com/office/drawing/2014/main" id="{E6173A59-E664-5D83-548E-33C6D3B94D28}"/>
              </a:ext>
            </a:extLst>
          </p:cNvPr>
          <p:cNvSpPr>
            <a:spLocks/>
          </p:cNvSpPr>
          <p:nvPr userDrawn="1"/>
        </p:nvSpPr>
        <p:spPr>
          <a:xfrm>
            <a:off x="3334796" y="4891088"/>
            <a:ext cx="2612065" cy="1158837"/>
          </a:xfrm>
          <a:custGeom>
            <a:avLst/>
            <a:gdLst>
              <a:gd name="csX0" fmla="*/ 0 w 2612065"/>
              <a:gd name="csY0" fmla="*/ 0 h 1158837"/>
              <a:gd name="csX1" fmla="*/ 2612065 w 2612065"/>
              <a:gd name="csY1" fmla="*/ 0 h 1158837"/>
              <a:gd name="csX2" fmla="*/ 2612065 w 2612065"/>
              <a:gd name="csY2" fmla="*/ 1095625 h 1158837"/>
              <a:gd name="csX3" fmla="*/ 2548853 w 2612065"/>
              <a:gd name="csY3" fmla="*/ 1158837 h 1158837"/>
              <a:gd name="csX4" fmla="*/ 63212 w 2612065"/>
              <a:gd name="csY4" fmla="*/ 1158837 h 1158837"/>
              <a:gd name="csX5" fmla="*/ 0 w 2612065"/>
              <a:gd name="csY5" fmla="*/ 1095625 h 1158837"/>
            </a:gdLst>
            <a:ahLst/>
            <a:cxnLst>
              <a:cxn ang="0">
                <a:pos x="csX0" y="csY0"/>
              </a:cxn>
              <a:cxn ang="0">
                <a:pos x="csX1" y="csY1"/>
              </a:cxn>
              <a:cxn ang="0">
                <a:pos x="csX2" y="csY2"/>
              </a:cxn>
              <a:cxn ang="0">
                <a:pos x="csX3" y="csY3"/>
              </a:cxn>
              <a:cxn ang="0">
                <a:pos x="csX4" y="csY4"/>
              </a:cxn>
              <a:cxn ang="0">
                <a:pos x="csX5" y="csY5"/>
              </a:cxn>
            </a:cxnLst>
            <a:rect l="l" t="t" r="r" b="b"/>
            <a:pathLst>
              <a:path w="2612065" h="1158837">
                <a:moveTo>
                  <a:pt x="0" y="0"/>
                </a:moveTo>
                <a:lnTo>
                  <a:pt x="2612065" y="0"/>
                </a:lnTo>
                <a:lnTo>
                  <a:pt x="2612065" y="1095625"/>
                </a:lnTo>
                <a:cubicBezTo>
                  <a:pt x="2612065" y="1130536"/>
                  <a:pt x="2583764" y="1158837"/>
                  <a:pt x="2548853" y="1158837"/>
                </a:cubicBezTo>
                <a:lnTo>
                  <a:pt x="63212" y="1158837"/>
                </a:lnTo>
                <a:cubicBezTo>
                  <a:pt x="28301" y="1158837"/>
                  <a:pt x="0" y="1130536"/>
                  <a:pt x="0" y="1095625"/>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4" name="Text Placeholder 20">
            <a:extLst>
              <a:ext uri="{FF2B5EF4-FFF2-40B4-BE49-F238E27FC236}">
                <a16:creationId xmlns:a16="http://schemas.microsoft.com/office/drawing/2014/main" id="{507B102F-44DE-172C-A97C-8D9127B4888D}"/>
              </a:ext>
            </a:extLst>
          </p:cNvPr>
          <p:cNvSpPr>
            <a:spLocks noGrp="1"/>
          </p:cNvSpPr>
          <p:nvPr>
            <p:ph type="body" sz="quarter" idx="27"/>
          </p:nvPr>
        </p:nvSpPr>
        <p:spPr>
          <a:xfrm>
            <a:off x="3484834" y="5031838"/>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5" name="Text Placeholder 20">
            <a:extLst>
              <a:ext uri="{FF2B5EF4-FFF2-40B4-BE49-F238E27FC236}">
                <a16:creationId xmlns:a16="http://schemas.microsoft.com/office/drawing/2014/main" id="{54BC3E8C-2B98-6F2C-8B25-5B60C896F7EB}"/>
              </a:ext>
            </a:extLst>
          </p:cNvPr>
          <p:cNvSpPr>
            <a:spLocks noGrp="1"/>
          </p:cNvSpPr>
          <p:nvPr>
            <p:ph type="body" sz="quarter" idx="28"/>
          </p:nvPr>
        </p:nvSpPr>
        <p:spPr>
          <a:xfrm>
            <a:off x="3489785" y="5600989"/>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6" name="Picture Placeholder 35">
            <a:extLst>
              <a:ext uri="{FF2B5EF4-FFF2-40B4-BE49-F238E27FC236}">
                <a16:creationId xmlns:a16="http://schemas.microsoft.com/office/drawing/2014/main" id="{8D364924-C563-4087-F8EB-F7DD31161700}"/>
              </a:ext>
            </a:extLst>
          </p:cNvPr>
          <p:cNvSpPr>
            <a:spLocks noGrp="1"/>
          </p:cNvSpPr>
          <p:nvPr>
            <p:ph type="pic" sz="quarter" idx="29"/>
          </p:nvPr>
        </p:nvSpPr>
        <p:spPr>
          <a:xfrm>
            <a:off x="3334796" y="1385778"/>
            <a:ext cx="2612065" cy="3505311"/>
          </a:xfrm>
          <a:custGeom>
            <a:avLst/>
            <a:gdLst>
              <a:gd name="csX0" fmla="*/ 63212 w 2612065"/>
              <a:gd name="csY0" fmla="*/ 0 h 3505311"/>
              <a:gd name="csX1" fmla="*/ 2548853 w 2612065"/>
              <a:gd name="csY1" fmla="*/ 0 h 3505311"/>
              <a:gd name="csX2" fmla="*/ 2612065 w 2612065"/>
              <a:gd name="csY2" fmla="*/ 63212 h 3505311"/>
              <a:gd name="csX3" fmla="*/ 2612065 w 2612065"/>
              <a:gd name="csY3" fmla="*/ 3505311 h 3505311"/>
              <a:gd name="csX4" fmla="*/ 0 w 2612065"/>
              <a:gd name="csY4" fmla="*/ 3505311 h 3505311"/>
              <a:gd name="csX5" fmla="*/ 0 w 2612065"/>
              <a:gd name="csY5" fmla="*/ 63212 h 3505311"/>
              <a:gd name="csX6" fmla="*/ 63212 w 2612065"/>
              <a:gd name="csY6" fmla="*/ 0 h 35053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2065" h="3505311">
                <a:moveTo>
                  <a:pt x="63212" y="0"/>
                </a:moveTo>
                <a:lnTo>
                  <a:pt x="2548853" y="0"/>
                </a:lnTo>
                <a:cubicBezTo>
                  <a:pt x="2583764" y="0"/>
                  <a:pt x="2612065" y="28301"/>
                  <a:pt x="2612065" y="63212"/>
                </a:cubicBezTo>
                <a:lnTo>
                  <a:pt x="2612065" y="3505311"/>
                </a:lnTo>
                <a:lnTo>
                  <a:pt x="0" y="3505311"/>
                </a:lnTo>
                <a:lnTo>
                  <a:pt x="0" y="63212"/>
                </a:lnTo>
                <a:cubicBezTo>
                  <a:pt x="0" y="28301"/>
                  <a:pt x="28301" y="0"/>
                  <a:pt x="63212" y="0"/>
                </a:cubicBezTo>
                <a:close/>
              </a:path>
            </a:pathLst>
          </a:custGeom>
        </p:spPr>
        <p:txBody>
          <a:bodyPr wrap="square">
            <a:noAutofit/>
          </a:bodyPr>
          <a:lstStyle/>
          <a:p>
            <a:r>
              <a:rPr lang="en-US"/>
              <a:t>Click icon to add picture</a:t>
            </a:r>
            <a:endParaRPr lang="en-GB"/>
          </a:p>
        </p:txBody>
      </p:sp>
      <p:sp>
        <p:nvSpPr>
          <p:cNvPr id="37" name="Freeform 36">
            <a:extLst>
              <a:ext uri="{FF2B5EF4-FFF2-40B4-BE49-F238E27FC236}">
                <a16:creationId xmlns:a16="http://schemas.microsoft.com/office/drawing/2014/main" id="{0CFF4D1E-CFB5-CA87-662B-26CAFB5E5733}"/>
              </a:ext>
            </a:extLst>
          </p:cNvPr>
          <p:cNvSpPr>
            <a:spLocks/>
          </p:cNvSpPr>
          <p:nvPr userDrawn="1"/>
        </p:nvSpPr>
        <p:spPr>
          <a:xfrm>
            <a:off x="6244143" y="4891088"/>
            <a:ext cx="2612065" cy="1158837"/>
          </a:xfrm>
          <a:custGeom>
            <a:avLst/>
            <a:gdLst>
              <a:gd name="csX0" fmla="*/ 0 w 2612065"/>
              <a:gd name="csY0" fmla="*/ 0 h 1158837"/>
              <a:gd name="csX1" fmla="*/ 2612065 w 2612065"/>
              <a:gd name="csY1" fmla="*/ 0 h 1158837"/>
              <a:gd name="csX2" fmla="*/ 2612065 w 2612065"/>
              <a:gd name="csY2" fmla="*/ 1095625 h 1158837"/>
              <a:gd name="csX3" fmla="*/ 2548853 w 2612065"/>
              <a:gd name="csY3" fmla="*/ 1158837 h 1158837"/>
              <a:gd name="csX4" fmla="*/ 63212 w 2612065"/>
              <a:gd name="csY4" fmla="*/ 1158837 h 1158837"/>
              <a:gd name="csX5" fmla="*/ 0 w 2612065"/>
              <a:gd name="csY5" fmla="*/ 1095625 h 1158837"/>
            </a:gdLst>
            <a:ahLst/>
            <a:cxnLst>
              <a:cxn ang="0">
                <a:pos x="csX0" y="csY0"/>
              </a:cxn>
              <a:cxn ang="0">
                <a:pos x="csX1" y="csY1"/>
              </a:cxn>
              <a:cxn ang="0">
                <a:pos x="csX2" y="csY2"/>
              </a:cxn>
              <a:cxn ang="0">
                <a:pos x="csX3" y="csY3"/>
              </a:cxn>
              <a:cxn ang="0">
                <a:pos x="csX4" y="csY4"/>
              </a:cxn>
              <a:cxn ang="0">
                <a:pos x="csX5" y="csY5"/>
              </a:cxn>
            </a:cxnLst>
            <a:rect l="l" t="t" r="r" b="b"/>
            <a:pathLst>
              <a:path w="2612065" h="1158837">
                <a:moveTo>
                  <a:pt x="0" y="0"/>
                </a:moveTo>
                <a:lnTo>
                  <a:pt x="2612065" y="0"/>
                </a:lnTo>
                <a:lnTo>
                  <a:pt x="2612065" y="1095625"/>
                </a:lnTo>
                <a:cubicBezTo>
                  <a:pt x="2612065" y="1130536"/>
                  <a:pt x="2583764" y="1158837"/>
                  <a:pt x="2548853" y="1158837"/>
                </a:cubicBezTo>
                <a:lnTo>
                  <a:pt x="63212" y="1158837"/>
                </a:lnTo>
                <a:cubicBezTo>
                  <a:pt x="28301" y="1158837"/>
                  <a:pt x="0" y="1130536"/>
                  <a:pt x="0" y="1095625"/>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8" name="Text Placeholder 20">
            <a:extLst>
              <a:ext uri="{FF2B5EF4-FFF2-40B4-BE49-F238E27FC236}">
                <a16:creationId xmlns:a16="http://schemas.microsoft.com/office/drawing/2014/main" id="{B191F5F4-AD7C-85C7-FB92-FAA55FB20BBD}"/>
              </a:ext>
            </a:extLst>
          </p:cNvPr>
          <p:cNvSpPr>
            <a:spLocks noGrp="1"/>
          </p:cNvSpPr>
          <p:nvPr>
            <p:ph type="body" sz="quarter" idx="30"/>
          </p:nvPr>
        </p:nvSpPr>
        <p:spPr>
          <a:xfrm>
            <a:off x="6394181" y="5031838"/>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39" name="Text Placeholder 20">
            <a:extLst>
              <a:ext uri="{FF2B5EF4-FFF2-40B4-BE49-F238E27FC236}">
                <a16:creationId xmlns:a16="http://schemas.microsoft.com/office/drawing/2014/main" id="{16CCC268-ED05-E052-6D3E-67A5E4A0F9F6}"/>
              </a:ext>
            </a:extLst>
          </p:cNvPr>
          <p:cNvSpPr>
            <a:spLocks noGrp="1"/>
          </p:cNvSpPr>
          <p:nvPr>
            <p:ph type="body" sz="quarter" idx="31"/>
          </p:nvPr>
        </p:nvSpPr>
        <p:spPr>
          <a:xfrm>
            <a:off x="6399132" y="5600989"/>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40" name="Picture Placeholder 39">
            <a:extLst>
              <a:ext uri="{FF2B5EF4-FFF2-40B4-BE49-F238E27FC236}">
                <a16:creationId xmlns:a16="http://schemas.microsoft.com/office/drawing/2014/main" id="{B05FF1B0-BC70-EA4A-4D46-4617A5B45E19}"/>
              </a:ext>
            </a:extLst>
          </p:cNvPr>
          <p:cNvSpPr>
            <a:spLocks noGrp="1"/>
          </p:cNvSpPr>
          <p:nvPr>
            <p:ph type="pic" sz="quarter" idx="32"/>
          </p:nvPr>
        </p:nvSpPr>
        <p:spPr>
          <a:xfrm>
            <a:off x="6244143" y="1385778"/>
            <a:ext cx="2612065" cy="3505311"/>
          </a:xfrm>
          <a:custGeom>
            <a:avLst/>
            <a:gdLst>
              <a:gd name="csX0" fmla="*/ 63212 w 2612065"/>
              <a:gd name="csY0" fmla="*/ 0 h 3505311"/>
              <a:gd name="csX1" fmla="*/ 2548853 w 2612065"/>
              <a:gd name="csY1" fmla="*/ 0 h 3505311"/>
              <a:gd name="csX2" fmla="*/ 2612065 w 2612065"/>
              <a:gd name="csY2" fmla="*/ 63212 h 3505311"/>
              <a:gd name="csX3" fmla="*/ 2612065 w 2612065"/>
              <a:gd name="csY3" fmla="*/ 3505311 h 3505311"/>
              <a:gd name="csX4" fmla="*/ 0 w 2612065"/>
              <a:gd name="csY4" fmla="*/ 3505311 h 3505311"/>
              <a:gd name="csX5" fmla="*/ 0 w 2612065"/>
              <a:gd name="csY5" fmla="*/ 63212 h 3505311"/>
              <a:gd name="csX6" fmla="*/ 63212 w 2612065"/>
              <a:gd name="csY6" fmla="*/ 0 h 35053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2065" h="3505311">
                <a:moveTo>
                  <a:pt x="63212" y="0"/>
                </a:moveTo>
                <a:lnTo>
                  <a:pt x="2548853" y="0"/>
                </a:lnTo>
                <a:cubicBezTo>
                  <a:pt x="2583764" y="0"/>
                  <a:pt x="2612065" y="28301"/>
                  <a:pt x="2612065" y="63212"/>
                </a:cubicBezTo>
                <a:lnTo>
                  <a:pt x="2612065" y="3505311"/>
                </a:lnTo>
                <a:lnTo>
                  <a:pt x="0" y="3505311"/>
                </a:lnTo>
                <a:lnTo>
                  <a:pt x="0" y="63212"/>
                </a:lnTo>
                <a:cubicBezTo>
                  <a:pt x="0" y="28301"/>
                  <a:pt x="28301" y="0"/>
                  <a:pt x="63212" y="0"/>
                </a:cubicBezTo>
                <a:close/>
              </a:path>
            </a:pathLst>
          </a:custGeom>
        </p:spPr>
        <p:txBody>
          <a:bodyPr wrap="square">
            <a:noAutofit/>
          </a:bodyPr>
          <a:lstStyle/>
          <a:p>
            <a:r>
              <a:rPr lang="en-US"/>
              <a:t>Click icon to add picture</a:t>
            </a:r>
            <a:endParaRPr lang="en-GB"/>
          </a:p>
        </p:txBody>
      </p:sp>
      <p:sp>
        <p:nvSpPr>
          <p:cNvPr id="9" name="Title 1">
            <a:extLst>
              <a:ext uri="{FF2B5EF4-FFF2-40B4-BE49-F238E27FC236}">
                <a16:creationId xmlns:a16="http://schemas.microsoft.com/office/drawing/2014/main" id="{D0B4C438-FE47-E47F-AC3A-E661B0289D1B}"/>
              </a:ext>
            </a:extLst>
          </p:cNvPr>
          <p:cNvSpPr>
            <a:spLocks noGrp="1"/>
          </p:cNvSpPr>
          <p:nvPr>
            <p:ph type="title"/>
          </p:nvPr>
        </p:nvSpPr>
        <p:spPr>
          <a:xfrm>
            <a:off x="425450" y="656657"/>
            <a:ext cx="567055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05D8764D-846E-291A-3386-BD383288B887}"/>
              </a:ext>
            </a:extLst>
          </p:cNvPr>
          <p:cNvSpPr>
            <a:spLocks noGrp="1"/>
          </p:cNvSpPr>
          <p:nvPr>
            <p:ph type="body" sz="quarter" idx="33"/>
          </p:nvPr>
        </p:nvSpPr>
        <p:spPr>
          <a:xfrm>
            <a:off x="425449" y="432863"/>
            <a:ext cx="5671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2" name="Freeform 36">
            <a:extLst>
              <a:ext uri="{FF2B5EF4-FFF2-40B4-BE49-F238E27FC236}">
                <a16:creationId xmlns:a16="http://schemas.microsoft.com/office/drawing/2014/main" id="{9C75B08B-0695-0180-DB8D-EEF4856324F9}"/>
              </a:ext>
            </a:extLst>
          </p:cNvPr>
          <p:cNvSpPr>
            <a:spLocks/>
          </p:cNvSpPr>
          <p:nvPr userDrawn="1"/>
        </p:nvSpPr>
        <p:spPr>
          <a:xfrm>
            <a:off x="9153490" y="4891088"/>
            <a:ext cx="2612065" cy="1158837"/>
          </a:xfrm>
          <a:custGeom>
            <a:avLst/>
            <a:gdLst>
              <a:gd name="csX0" fmla="*/ 0 w 2612065"/>
              <a:gd name="csY0" fmla="*/ 0 h 1158837"/>
              <a:gd name="csX1" fmla="*/ 2612065 w 2612065"/>
              <a:gd name="csY1" fmla="*/ 0 h 1158837"/>
              <a:gd name="csX2" fmla="*/ 2612065 w 2612065"/>
              <a:gd name="csY2" fmla="*/ 1095625 h 1158837"/>
              <a:gd name="csX3" fmla="*/ 2548853 w 2612065"/>
              <a:gd name="csY3" fmla="*/ 1158837 h 1158837"/>
              <a:gd name="csX4" fmla="*/ 63212 w 2612065"/>
              <a:gd name="csY4" fmla="*/ 1158837 h 1158837"/>
              <a:gd name="csX5" fmla="*/ 0 w 2612065"/>
              <a:gd name="csY5" fmla="*/ 1095625 h 1158837"/>
            </a:gdLst>
            <a:ahLst/>
            <a:cxnLst>
              <a:cxn ang="0">
                <a:pos x="csX0" y="csY0"/>
              </a:cxn>
              <a:cxn ang="0">
                <a:pos x="csX1" y="csY1"/>
              </a:cxn>
              <a:cxn ang="0">
                <a:pos x="csX2" y="csY2"/>
              </a:cxn>
              <a:cxn ang="0">
                <a:pos x="csX3" y="csY3"/>
              </a:cxn>
              <a:cxn ang="0">
                <a:pos x="csX4" y="csY4"/>
              </a:cxn>
              <a:cxn ang="0">
                <a:pos x="csX5" y="csY5"/>
              </a:cxn>
            </a:cxnLst>
            <a:rect l="l" t="t" r="r" b="b"/>
            <a:pathLst>
              <a:path w="2612065" h="1158837">
                <a:moveTo>
                  <a:pt x="0" y="0"/>
                </a:moveTo>
                <a:lnTo>
                  <a:pt x="2612065" y="0"/>
                </a:lnTo>
                <a:lnTo>
                  <a:pt x="2612065" y="1095625"/>
                </a:lnTo>
                <a:cubicBezTo>
                  <a:pt x="2612065" y="1130536"/>
                  <a:pt x="2583764" y="1158837"/>
                  <a:pt x="2548853" y="1158837"/>
                </a:cubicBezTo>
                <a:lnTo>
                  <a:pt x="63212" y="1158837"/>
                </a:lnTo>
                <a:cubicBezTo>
                  <a:pt x="28301" y="1158837"/>
                  <a:pt x="0" y="1130536"/>
                  <a:pt x="0" y="1095625"/>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6" name="Text Placeholder 20">
            <a:extLst>
              <a:ext uri="{FF2B5EF4-FFF2-40B4-BE49-F238E27FC236}">
                <a16:creationId xmlns:a16="http://schemas.microsoft.com/office/drawing/2014/main" id="{7803F46E-C950-24BC-0EA2-0DBC378EAEBE}"/>
              </a:ext>
            </a:extLst>
          </p:cNvPr>
          <p:cNvSpPr>
            <a:spLocks noGrp="1"/>
          </p:cNvSpPr>
          <p:nvPr>
            <p:ph type="body" sz="quarter" idx="34"/>
          </p:nvPr>
        </p:nvSpPr>
        <p:spPr>
          <a:xfrm>
            <a:off x="9303528" y="5031838"/>
            <a:ext cx="2349819" cy="569150"/>
          </a:xfrm>
        </p:spPr>
        <p:txBody>
          <a:bodyPr/>
          <a:lstStyle>
            <a:lvl1pPr>
              <a:lnSpc>
                <a:spcPct val="85000"/>
              </a:lnSpc>
              <a:spcBef>
                <a:spcPts val="0"/>
              </a:spcBef>
              <a:defRPr sz="2150" b="1" i="0" spc="-40" baseline="0">
                <a:solidFill>
                  <a:schemeClr val="tx1"/>
                </a:solidFill>
                <a:latin typeface="Movistar Sans" pitchFamily="2" charset="77"/>
                <a:ea typeface="Movistar Sans" pitchFamily="2" charset="77"/>
              </a:defRPr>
            </a:lvl1pPr>
            <a:lvl2pPr>
              <a:lnSpc>
                <a:spcPct val="85000"/>
              </a:lnSpc>
              <a:spcBef>
                <a:spcPts val="0"/>
              </a:spcBef>
              <a:defRPr sz="2400" b="1" i="0" spc="-4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1" name="Text Placeholder 20">
            <a:extLst>
              <a:ext uri="{FF2B5EF4-FFF2-40B4-BE49-F238E27FC236}">
                <a16:creationId xmlns:a16="http://schemas.microsoft.com/office/drawing/2014/main" id="{068549B2-AD37-637B-DCA1-4AC8CB4DBFE1}"/>
              </a:ext>
            </a:extLst>
          </p:cNvPr>
          <p:cNvSpPr>
            <a:spLocks noGrp="1"/>
          </p:cNvSpPr>
          <p:nvPr>
            <p:ph type="body" sz="quarter" idx="35"/>
          </p:nvPr>
        </p:nvSpPr>
        <p:spPr>
          <a:xfrm>
            <a:off x="9308479" y="5600989"/>
            <a:ext cx="2349818" cy="341800"/>
          </a:xfrm>
        </p:spPr>
        <p:txBody>
          <a:bodyPr/>
          <a:lstStyle>
            <a:lvl1pPr marL="6350" indent="-6350">
              <a:lnSpc>
                <a:spcPct val="100000"/>
              </a:lnSpc>
              <a:spcBef>
                <a:spcPts val="500"/>
              </a:spcBef>
              <a:buFont typeface="+mj-lt"/>
              <a:buNone/>
              <a:tabLst/>
              <a:defRPr sz="1350" b="0" i="0" spc="-30" baseline="0">
                <a:solidFill>
                  <a:schemeClr val="tx1"/>
                </a:solidFill>
                <a:latin typeface="Movistar Sans" pitchFamily="2" charset="77"/>
                <a:ea typeface="Movistar Sans" pitchFamily="2" charset="77"/>
              </a:defRPr>
            </a:lvl1pPr>
            <a:lvl2pPr>
              <a:lnSpc>
                <a:spcPct val="100000"/>
              </a:lnSpc>
              <a:spcBef>
                <a:spcPts val="500"/>
              </a:spcBef>
              <a:buFont typeface="+mj-lt"/>
              <a:buAutoNum type="arabicPeriod"/>
              <a:defRPr sz="1250" b="0" i="0" spc="-30" baseline="0">
                <a:solidFill>
                  <a:schemeClr val="tx1"/>
                </a:solidFill>
                <a:latin typeface="Movistar Sans" pitchFamily="2" charset="77"/>
                <a:ea typeface="Movistar Sans" pitchFamily="2" charset="77"/>
              </a:defRPr>
            </a:lvl2pPr>
          </a:lstStyle>
          <a:p>
            <a:pPr lvl="0"/>
            <a:r>
              <a:rPr lang="en-US"/>
              <a:t>Click to edit Master text styles</a:t>
            </a:r>
          </a:p>
        </p:txBody>
      </p:sp>
      <p:sp>
        <p:nvSpPr>
          <p:cNvPr id="12" name="Picture Placeholder 39">
            <a:extLst>
              <a:ext uri="{FF2B5EF4-FFF2-40B4-BE49-F238E27FC236}">
                <a16:creationId xmlns:a16="http://schemas.microsoft.com/office/drawing/2014/main" id="{78A57935-473F-23B1-78F8-2D0ECD6F1072}"/>
              </a:ext>
            </a:extLst>
          </p:cNvPr>
          <p:cNvSpPr>
            <a:spLocks noGrp="1"/>
          </p:cNvSpPr>
          <p:nvPr>
            <p:ph type="pic" sz="quarter" idx="36"/>
          </p:nvPr>
        </p:nvSpPr>
        <p:spPr>
          <a:xfrm>
            <a:off x="9153490" y="1385778"/>
            <a:ext cx="2612065" cy="3505311"/>
          </a:xfrm>
          <a:custGeom>
            <a:avLst/>
            <a:gdLst>
              <a:gd name="csX0" fmla="*/ 63212 w 2612065"/>
              <a:gd name="csY0" fmla="*/ 0 h 3505311"/>
              <a:gd name="csX1" fmla="*/ 2548853 w 2612065"/>
              <a:gd name="csY1" fmla="*/ 0 h 3505311"/>
              <a:gd name="csX2" fmla="*/ 2612065 w 2612065"/>
              <a:gd name="csY2" fmla="*/ 63212 h 3505311"/>
              <a:gd name="csX3" fmla="*/ 2612065 w 2612065"/>
              <a:gd name="csY3" fmla="*/ 3505311 h 3505311"/>
              <a:gd name="csX4" fmla="*/ 0 w 2612065"/>
              <a:gd name="csY4" fmla="*/ 3505311 h 3505311"/>
              <a:gd name="csX5" fmla="*/ 0 w 2612065"/>
              <a:gd name="csY5" fmla="*/ 63212 h 3505311"/>
              <a:gd name="csX6" fmla="*/ 63212 w 2612065"/>
              <a:gd name="csY6" fmla="*/ 0 h 35053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612065" h="3505311">
                <a:moveTo>
                  <a:pt x="63212" y="0"/>
                </a:moveTo>
                <a:lnTo>
                  <a:pt x="2548853" y="0"/>
                </a:lnTo>
                <a:cubicBezTo>
                  <a:pt x="2583764" y="0"/>
                  <a:pt x="2612065" y="28301"/>
                  <a:pt x="2612065" y="63212"/>
                </a:cubicBezTo>
                <a:lnTo>
                  <a:pt x="2612065" y="3505311"/>
                </a:lnTo>
                <a:lnTo>
                  <a:pt x="0" y="3505311"/>
                </a:lnTo>
                <a:lnTo>
                  <a:pt x="0" y="63212"/>
                </a:lnTo>
                <a:cubicBezTo>
                  <a:pt x="0" y="28301"/>
                  <a:pt x="28301" y="0"/>
                  <a:pt x="63212" y="0"/>
                </a:cubicBezTo>
                <a:close/>
              </a:path>
            </a:pathLst>
          </a:custGeom>
        </p:spPr>
        <p:txBody>
          <a:bodyPr wrap="square">
            <a:noAutofit/>
          </a:bodyPr>
          <a:lstStyle/>
          <a:p>
            <a:r>
              <a:rPr lang="en-US"/>
              <a:t>Click icon to add picture</a:t>
            </a:r>
            <a:endParaRPr lang="en-GB"/>
          </a:p>
        </p:txBody>
      </p:sp>
    </p:spTree>
    <p:extLst>
      <p:ext uri="{BB962C8B-B14F-4D97-AF65-F5344CB8AC3E}">
        <p14:creationId xmlns:p14="http://schemas.microsoft.com/office/powerpoint/2010/main" val="2859764618"/>
      </p:ext>
    </p:extLst>
  </p:cSld>
  <p:clrMapOvr>
    <a:masterClrMapping/>
  </p:clrMapOvr>
  <p:extLst>
    <p:ext uri="{DCECCB84-F9BA-43D5-87BE-67443E8EF086}">
      <p15:sldGuideLst xmlns:p15="http://schemas.microsoft.com/office/powerpoint/2012/main">
        <p15:guide id="1" orient="horz" pos="3081" userDrawn="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Text and Image 13">
    <p:bg>
      <p:bgPr>
        <a:solidFill>
          <a:schemeClr val="tx1"/>
        </a:solidFill>
        <a:effectLst/>
      </p:bgPr>
    </p:bg>
    <p:spTree>
      <p:nvGrpSpPr>
        <p:cNvPr id="1" name=""/>
        <p:cNvGrpSpPr/>
        <p:nvPr/>
      </p:nvGrpSpPr>
      <p:grpSpPr>
        <a:xfrm>
          <a:off x="0" y="0"/>
          <a:ext cx="0" cy="0"/>
          <a:chOff x="0" y="0"/>
          <a:chExt cx="0" cy="0"/>
        </a:xfrm>
      </p:grpSpPr>
      <p:sp>
        <p:nvSpPr>
          <p:cNvPr id="7" name="Picture Placeholder 9">
            <a:extLst>
              <a:ext uri="{FF2B5EF4-FFF2-40B4-BE49-F238E27FC236}">
                <a16:creationId xmlns:a16="http://schemas.microsoft.com/office/drawing/2014/main" id="{47145326-6105-7ADA-589D-D8D687047151}"/>
              </a:ext>
            </a:extLst>
          </p:cNvPr>
          <p:cNvSpPr>
            <a:spLocks noGrp="1" noRot="1" noMove="1" noResize="1" noEditPoints="1" noAdjustHandles="1" noChangeArrowheads="1" noChangeShapeType="1"/>
          </p:cNvSpPr>
          <p:nvPr>
            <p:ph type="pic" sz="quarter" idx="15"/>
          </p:nvPr>
        </p:nvSpPr>
        <p:spPr>
          <a:xfrm>
            <a:off x="0" y="1"/>
            <a:ext cx="12192000" cy="6858000"/>
          </a:xfrm>
        </p:spPr>
        <p:txBody>
          <a:bodyPr/>
          <a:lstStyle/>
          <a:p>
            <a:r>
              <a:rPr lang="en-US"/>
              <a:t>Click icon to add picture</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12121A26-ABCB-8F4E-976D-DE6703AB4376}"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solidFill>
                  <a:schemeClr val="bg1"/>
                </a:solidFill>
              </a:rPr>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9" name="Title 1">
            <a:extLst>
              <a:ext uri="{FF2B5EF4-FFF2-40B4-BE49-F238E27FC236}">
                <a16:creationId xmlns:a16="http://schemas.microsoft.com/office/drawing/2014/main" id="{EA5D453C-E17A-59BC-A66F-BF3F30E1F89D}"/>
              </a:ext>
            </a:extLst>
          </p:cNvPr>
          <p:cNvSpPr>
            <a:spLocks noGrp="1"/>
          </p:cNvSpPr>
          <p:nvPr>
            <p:ph type="title"/>
          </p:nvPr>
        </p:nvSpPr>
        <p:spPr>
          <a:xfrm>
            <a:off x="425450" y="656657"/>
            <a:ext cx="5288400" cy="1008000"/>
          </a:xfrm>
        </p:spPr>
        <p:txBody>
          <a:bodyPr/>
          <a:lstStyle>
            <a:lvl1pPr>
              <a:lnSpc>
                <a:spcPts val="3200"/>
              </a:lnSpc>
              <a:defRPr sz="3200">
                <a:solidFill>
                  <a:schemeClr val="bg1"/>
                </a:solidFill>
              </a:defRPr>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3F4E1040-4945-E3FD-41C7-66DB066DF779}"/>
              </a:ext>
            </a:extLst>
          </p:cNvPr>
          <p:cNvSpPr>
            <a:spLocks noGrp="1"/>
          </p:cNvSpPr>
          <p:nvPr>
            <p:ph type="body" sz="quarter" idx="33"/>
          </p:nvPr>
        </p:nvSpPr>
        <p:spPr>
          <a:xfrm>
            <a:off x="425450" y="432863"/>
            <a:ext cx="5289550" cy="153235"/>
          </a:xfrm>
        </p:spPr>
        <p:txBody>
          <a:bodyPr/>
          <a:lstStyle>
            <a:lvl1pPr>
              <a:lnSpc>
                <a:spcPct val="80000"/>
              </a:lnSpc>
              <a:spcBef>
                <a:spcPts val="0"/>
              </a:spcBef>
              <a:defRPr sz="900" b="1" i="0" kern="1000" cap="all" spc="-20" baseline="0">
                <a:solidFill>
                  <a:schemeClr val="bg1"/>
                </a:solidFill>
                <a:latin typeface="Movistar Sans Extrabold" pitchFamily="2" charset="77"/>
                <a:ea typeface="Movistar Sans Extrabold" pitchFamily="2" charset="77"/>
              </a:defRPr>
            </a:lvl1pPr>
          </a:lstStyle>
          <a:p>
            <a:pPr lvl="0"/>
            <a:r>
              <a:rPr lang="en-US" dirty="0"/>
              <a:t>Click to edit Master text styles</a:t>
            </a:r>
          </a:p>
        </p:txBody>
      </p:sp>
      <p:sp>
        <p:nvSpPr>
          <p:cNvPr id="11" name="Content Placeholder 2">
            <a:extLst>
              <a:ext uri="{FF2B5EF4-FFF2-40B4-BE49-F238E27FC236}">
                <a16:creationId xmlns:a16="http://schemas.microsoft.com/office/drawing/2014/main" id="{C0F6AA1F-60CF-94EC-2971-FE1DDD870C00}"/>
              </a:ext>
            </a:extLst>
          </p:cNvPr>
          <p:cNvSpPr>
            <a:spLocks noGrp="1"/>
          </p:cNvSpPr>
          <p:nvPr>
            <p:ph idx="1"/>
          </p:nvPr>
        </p:nvSpPr>
        <p:spPr>
          <a:xfrm>
            <a:off x="425450" y="1912122"/>
            <a:ext cx="5288400" cy="452042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pic>
        <p:nvPicPr>
          <p:cNvPr id="2" name="Graphic 7">
            <a:extLst>
              <a:ext uri="{FF2B5EF4-FFF2-40B4-BE49-F238E27FC236}">
                <a16:creationId xmlns:a16="http://schemas.microsoft.com/office/drawing/2014/main" id="{22095E8D-FEAA-52CC-105B-D0DE42AF6A03}"/>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6375619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and Image 14">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983A2-62C9-2905-A5EB-C8DE23B99FE7}"/>
              </a:ext>
            </a:extLst>
          </p:cNvPr>
          <p:cNvSpPr>
            <a:spLocks noGrp="1" noRot="1" noMove="1" noResize="1" noEditPoints="1" noAdjustHandles="1" noChangeArrowheads="1" noChangeShapeType="1"/>
          </p:cNvSpPr>
          <p:nvPr>
            <p:ph type="title"/>
          </p:nvPr>
        </p:nvSpPr>
        <p:spPr>
          <a:xfrm>
            <a:off x="425450" y="3917389"/>
            <a:ext cx="3448050" cy="1008000"/>
          </a:xfrm>
        </p:spPr>
        <p:txBody>
          <a:bodyPr/>
          <a:lstStyle>
            <a:lvl1pPr>
              <a:defRPr>
                <a:solidFill>
                  <a:schemeClr val="tx2"/>
                </a:solidFill>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4977417"/>
            <a:ext cx="7529830" cy="1476130"/>
          </a:xfrm>
        </p:spPr>
        <p:txBody>
          <a:bodyPr/>
          <a:lstStyle>
            <a:lvl1pPr>
              <a:defRPr>
                <a:solidFill>
                  <a:schemeClr val="tx1"/>
                </a:solidFill>
              </a:defRPr>
            </a:lvl1pPr>
          </a:lstStyle>
          <a:p>
            <a:pPr lvl="0"/>
            <a:r>
              <a:rPr lang="en-US"/>
              <a:t>Click to edit Master text styles</a:t>
            </a:r>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lvl1pPr>
              <a:defRPr>
                <a:solidFill>
                  <a:schemeClr val="tx1"/>
                </a:solidFill>
              </a:defRPr>
            </a:lvl1pPr>
          </a:lstStyle>
          <a:p>
            <a:fld id="{104349CE-9217-7E4D-ABA8-F549C2C2D544}"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fld id="{5F7B1633-95EA-F847-945E-534A0819728C}" type="slidenum">
              <a:rPr lang="en-GB" smtClean="0"/>
              <a:pPr/>
              <a:t>‹Nº›</a:t>
            </a:fld>
            <a:endParaRPr lang="en-GB"/>
          </a:p>
        </p:txBody>
      </p:sp>
      <p:sp>
        <p:nvSpPr>
          <p:cNvPr id="8" name="Text Placeholder 7">
            <a:extLst>
              <a:ext uri="{FF2B5EF4-FFF2-40B4-BE49-F238E27FC236}">
                <a16:creationId xmlns:a16="http://schemas.microsoft.com/office/drawing/2014/main" id="{898D0F1E-D59B-FF3A-CD4B-5EFDE3B3F96F}"/>
              </a:ext>
            </a:extLst>
          </p:cNvPr>
          <p:cNvSpPr>
            <a:spLocks noGrp="1" noRot="1" noMove="1" noResize="1" noEditPoints="1" noAdjustHandles="1" noChangeArrowheads="1" noChangeShapeType="1"/>
          </p:cNvSpPr>
          <p:nvPr>
            <p:ph type="body" sz="quarter" idx="13"/>
          </p:nvPr>
        </p:nvSpPr>
        <p:spPr>
          <a:xfrm>
            <a:off x="425450" y="3570499"/>
            <a:ext cx="3448050" cy="252000"/>
          </a:xfrm>
        </p:spPr>
        <p:txBody>
          <a:bodyPr/>
          <a:lstStyle>
            <a:lvl1pPr>
              <a:lnSpc>
                <a:spcPct val="80000"/>
              </a:lnSpc>
              <a:spcBef>
                <a:spcPts val="0"/>
              </a:spcBef>
              <a:defRPr sz="1000" b="1" i="0" kern="1000" cap="all" spc="-20" baseline="0">
                <a:solidFill>
                  <a:schemeClr val="tx1"/>
                </a:solidFill>
                <a:latin typeface="Movistar Sans Extrabold" pitchFamily="2" charset="77"/>
                <a:ea typeface="Movistar Sans Extrabold" pitchFamily="2" charset="77"/>
              </a:defRPr>
            </a:lvl1pPr>
          </a:lstStyle>
          <a:p>
            <a:pPr lvl="0"/>
            <a:r>
              <a:rPr lang="en-US" dirty="0"/>
              <a:t>Click to edit Master text styles</a:t>
            </a:r>
          </a:p>
        </p:txBody>
      </p:sp>
      <p:sp>
        <p:nvSpPr>
          <p:cNvPr id="25" name="Picture Placeholder 24">
            <a:extLst>
              <a:ext uri="{FF2B5EF4-FFF2-40B4-BE49-F238E27FC236}">
                <a16:creationId xmlns:a16="http://schemas.microsoft.com/office/drawing/2014/main" id="{30179F60-DBD0-4F88-0B28-626CF3139060}"/>
              </a:ext>
            </a:extLst>
          </p:cNvPr>
          <p:cNvSpPr>
            <a:spLocks noGrp="1" noRot="1" noMove="1" noResize="1" noEditPoints="1" noAdjustHandles="1" noChangeArrowheads="1" noChangeShapeType="1"/>
          </p:cNvSpPr>
          <p:nvPr>
            <p:ph type="pic" sz="quarter" idx="14"/>
          </p:nvPr>
        </p:nvSpPr>
        <p:spPr>
          <a:xfrm>
            <a:off x="425452" y="425450"/>
            <a:ext cx="11334749" cy="6004689"/>
          </a:xfrm>
          <a:custGeom>
            <a:avLst/>
            <a:gdLst>
              <a:gd name="csX0" fmla="*/ 74161 w 11334749"/>
              <a:gd name="csY0" fmla="*/ 0 h 6004689"/>
              <a:gd name="csX1" fmla="*/ 11260588 w 11334749"/>
              <a:gd name="csY1" fmla="*/ 0 h 6004689"/>
              <a:gd name="csX2" fmla="*/ 11334749 w 11334749"/>
              <a:gd name="csY2" fmla="*/ 74161 h 6004689"/>
              <a:gd name="csX3" fmla="*/ 11334749 w 11334749"/>
              <a:gd name="csY3" fmla="*/ 1543241 h 6004689"/>
              <a:gd name="csX4" fmla="*/ 11334749 w 11334749"/>
              <a:gd name="csY4" fmla="*/ 2835260 h 6004689"/>
              <a:gd name="csX5" fmla="*/ 11334749 w 11334749"/>
              <a:gd name="csY5" fmla="*/ 3150372 h 6004689"/>
              <a:gd name="csX6" fmla="*/ 11334749 w 11334749"/>
              <a:gd name="csY6" fmla="*/ 4319644 h 6004689"/>
              <a:gd name="csX7" fmla="*/ 11334749 w 11334749"/>
              <a:gd name="csY7" fmla="*/ 5949585 h 6004689"/>
              <a:gd name="csX8" fmla="*/ 11279645 w 11334749"/>
              <a:gd name="csY8" fmla="*/ 6004689 h 6004689"/>
              <a:gd name="csX9" fmla="*/ 7776703 w 11334749"/>
              <a:gd name="csY9" fmla="*/ 6004689 h 6004689"/>
              <a:gd name="csX10" fmla="*/ 7737739 w 11334749"/>
              <a:gd name="csY10" fmla="*/ 5988550 h 6004689"/>
              <a:gd name="csX11" fmla="*/ 7722118 w 11334749"/>
              <a:gd name="csY11" fmla="*/ 5950838 h 6004689"/>
              <a:gd name="csX12" fmla="*/ 7722118 w 11334749"/>
              <a:gd name="csY12" fmla="*/ 4460534 h 6004689"/>
              <a:gd name="csX13" fmla="*/ 7647957 w 11334749"/>
              <a:gd name="csY13" fmla="*/ 4386373 h 6004689"/>
              <a:gd name="csX14" fmla="*/ 7569437 w 11334749"/>
              <a:gd name="csY14" fmla="*/ 4386373 h 6004689"/>
              <a:gd name="csX15" fmla="*/ 7569437 w 11334749"/>
              <a:gd name="csY15" fmla="*/ 4386153 h 6004689"/>
              <a:gd name="csX16" fmla="*/ 3508955 w 11334749"/>
              <a:gd name="csY16" fmla="*/ 4386153 h 6004689"/>
              <a:gd name="csX17" fmla="*/ 3442447 w 11334749"/>
              <a:gd name="csY17" fmla="*/ 4319644 h 6004689"/>
              <a:gd name="csX18" fmla="*/ 3442447 w 11334749"/>
              <a:gd name="csY18" fmla="*/ 3100124 h 6004689"/>
              <a:gd name="csX19" fmla="*/ 3440938 w 11334749"/>
              <a:gd name="csY19" fmla="*/ 3100124 h 6004689"/>
              <a:gd name="csX20" fmla="*/ 3440938 w 11334749"/>
              <a:gd name="csY20" fmla="*/ 2986481 h 6004689"/>
              <a:gd name="csX21" fmla="*/ 3366777 w 11334749"/>
              <a:gd name="csY21" fmla="*/ 2912320 h 6004689"/>
              <a:gd name="csX22" fmla="*/ 3281048 w 11334749"/>
              <a:gd name="csY22" fmla="*/ 2912320 h 6004689"/>
              <a:gd name="csX23" fmla="*/ 3281048 w 11334749"/>
              <a:gd name="csY23" fmla="*/ 2909421 h 6004689"/>
              <a:gd name="csX24" fmla="*/ 74161 w 11334749"/>
              <a:gd name="csY24" fmla="*/ 2909421 h 6004689"/>
              <a:gd name="csX25" fmla="*/ 0 w 11334749"/>
              <a:gd name="csY25" fmla="*/ 2835260 h 6004689"/>
              <a:gd name="csX26" fmla="*/ 0 w 11334749"/>
              <a:gd name="csY26" fmla="*/ 74161 h 6004689"/>
              <a:gd name="csX27" fmla="*/ 74161 w 11334749"/>
              <a:gd name="csY27" fmla="*/ 0 h 60046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1334749" h="6004689">
                <a:moveTo>
                  <a:pt x="74161" y="0"/>
                </a:moveTo>
                <a:lnTo>
                  <a:pt x="11260588" y="0"/>
                </a:lnTo>
                <a:cubicBezTo>
                  <a:pt x="11301546" y="0"/>
                  <a:pt x="11334749" y="33203"/>
                  <a:pt x="11334749" y="74161"/>
                </a:cubicBezTo>
                <a:lnTo>
                  <a:pt x="11334749" y="1543241"/>
                </a:lnTo>
                <a:lnTo>
                  <a:pt x="11334749" y="2835260"/>
                </a:lnTo>
                <a:lnTo>
                  <a:pt x="11334749" y="3150372"/>
                </a:lnTo>
                <a:lnTo>
                  <a:pt x="11334749" y="4319644"/>
                </a:lnTo>
                <a:lnTo>
                  <a:pt x="11334749" y="5949585"/>
                </a:lnTo>
                <a:cubicBezTo>
                  <a:pt x="11334749" y="5980018"/>
                  <a:pt x="11310078" y="6004689"/>
                  <a:pt x="11279645" y="6004689"/>
                </a:cubicBezTo>
                <a:lnTo>
                  <a:pt x="7776703" y="6004689"/>
                </a:lnTo>
                <a:cubicBezTo>
                  <a:pt x="7761487" y="6004689"/>
                  <a:pt x="7747711" y="5998521"/>
                  <a:pt x="7737739" y="5988550"/>
                </a:cubicBezTo>
                <a:lnTo>
                  <a:pt x="7722118" y="5950838"/>
                </a:lnTo>
                <a:lnTo>
                  <a:pt x="7722118" y="4460534"/>
                </a:lnTo>
                <a:cubicBezTo>
                  <a:pt x="7722118" y="4419576"/>
                  <a:pt x="7688915" y="4386373"/>
                  <a:pt x="7647957" y="4386373"/>
                </a:cubicBezTo>
                <a:lnTo>
                  <a:pt x="7569437" y="4386373"/>
                </a:lnTo>
                <a:lnTo>
                  <a:pt x="7569437" y="4386153"/>
                </a:lnTo>
                <a:lnTo>
                  <a:pt x="3508955" y="4386153"/>
                </a:lnTo>
                <a:cubicBezTo>
                  <a:pt x="3472224" y="4386153"/>
                  <a:pt x="3442447" y="4356376"/>
                  <a:pt x="3442447" y="4319644"/>
                </a:cubicBezTo>
                <a:lnTo>
                  <a:pt x="3442447" y="3100124"/>
                </a:lnTo>
                <a:lnTo>
                  <a:pt x="3440938" y="3100124"/>
                </a:lnTo>
                <a:lnTo>
                  <a:pt x="3440938" y="2986481"/>
                </a:lnTo>
                <a:cubicBezTo>
                  <a:pt x="3440938" y="2945523"/>
                  <a:pt x="3407735" y="2912320"/>
                  <a:pt x="3366777" y="2912320"/>
                </a:cubicBezTo>
                <a:lnTo>
                  <a:pt x="3281048" y="2912320"/>
                </a:lnTo>
                <a:lnTo>
                  <a:pt x="3281048" y="2909421"/>
                </a:lnTo>
                <a:lnTo>
                  <a:pt x="74161" y="2909421"/>
                </a:lnTo>
                <a:cubicBezTo>
                  <a:pt x="33203" y="2909421"/>
                  <a:pt x="0" y="2876218"/>
                  <a:pt x="0" y="2835260"/>
                </a:cubicBezTo>
                <a:lnTo>
                  <a:pt x="0" y="74161"/>
                </a:lnTo>
                <a:cubicBezTo>
                  <a:pt x="0" y="33203"/>
                  <a:pt x="33203" y="0"/>
                  <a:pt x="74161" y="0"/>
                </a:cubicBezTo>
                <a:close/>
              </a:path>
            </a:pathLst>
          </a:custGeom>
        </p:spPr>
        <p:txBody>
          <a:bodyPr wrap="square">
            <a:noAutofit/>
          </a:bodyPr>
          <a:lstStyle/>
          <a:p>
            <a:r>
              <a:rPr lang="en-US"/>
              <a:t>Click icon to add picture</a:t>
            </a:r>
            <a:endParaRPr lang="en-GB"/>
          </a:p>
        </p:txBody>
      </p:sp>
    </p:spTree>
    <p:extLst>
      <p:ext uri="{BB962C8B-B14F-4D97-AF65-F5344CB8AC3E}">
        <p14:creationId xmlns:p14="http://schemas.microsoft.com/office/powerpoint/2010/main" val="413782974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and Image 15">
    <p:bg>
      <p:bgPr>
        <a:solidFill>
          <a:schemeClr val="accent2"/>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FA0424CE-3BD4-C642-ED0E-0FA71DC5A5BA}"/>
              </a:ext>
            </a:extLst>
          </p:cNvPr>
          <p:cNvSpPr>
            <a:spLocks noGrp="1" noRot="1" noMove="1" noResize="1" noEditPoints="1" noAdjustHandles="1" noChangeArrowheads="1" noChangeShapeType="1"/>
          </p:cNvSpPr>
          <p:nvPr>
            <p:ph type="pic" sz="quarter" idx="14"/>
          </p:nvPr>
        </p:nvSpPr>
        <p:spPr>
          <a:xfrm>
            <a:off x="4633200" y="0"/>
            <a:ext cx="7558800" cy="6858000"/>
          </a:xfrm>
        </p:spPr>
        <p:txBody>
          <a:bodyPr/>
          <a:lstStyle/>
          <a:p>
            <a:r>
              <a:rPr lang="en-US"/>
              <a:t>Click icon to add picture</a:t>
            </a:r>
            <a:endParaRPr lang="en-GB"/>
          </a:p>
        </p:txBody>
      </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FAEB7CAC-D176-8442-99A7-018D87B51277}"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7" name="Title 1">
            <a:extLst>
              <a:ext uri="{FF2B5EF4-FFF2-40B4-BE49-F238E27FC236}">
                <a16:creationId xmlns:a16="http://schemas.microsoft.com/office/drawing/2014/main" id="{8DFD38B7-E58B-1907-8622-97CFBA038959}"/>
              </a:ext>
            </a:extLst>
          </p:cNvPr>
          <p:cNvSpPr>
            <a:spLocks noGrp="1"/>
          </p:cNvSpPr>
          <p:nvPr>
            <p:ph type="title"/>
          </p:nvPr>
        </p:nvSpPr>
        <p:spPr>
          <a:xfrm>
            <a:off x="425450" y="656657"/>
            <a:ext cx="3600000" cy="1008000"/>
          </a:xfrm>
        </p:spPr>
        <p:txBody>
          <a:bodyPr/>
          <a:lstStyle>
            <a:lvl1pPr>
              <a:lnSpc>
                <a:spcPts val="3200"/>
              </a:lnSpc>
              <a:defRPr sz="3200">
                <a:solidFill>
                  <a:schemeClr val="accent6"/>
                </a:solidFill>
              </a:defRPr>
            </a:lvl1pPr>
          </a:lstStyle>
          <a:p>
            <a:r>
              <a:rPr lang="en-US" dirty="0"/>
              <a:t>Click to edit Master title style</a:t>
            </a:r>
            <a:endParaRPr lang="en-GB" dirty="0"/>
          </a:p>
        </p:txBody>
      </p:sp>
      <p:sp>
        <p:nvSpPr>
          <p:cNvPr id="9" name="Text Placeholder 7">
            <a:extLst>
              <a:ext uri="{FF2B5EF4-FFF2-40B4-BE49-F238E27FC236}">
                <a16:creationId xmlns:a16="http://schemas.microsoft.com/office/drawing/2014/main" id="{7A2CAB1C-6363-A005-D7D5-14FECDA1BC51}"/>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solidFill>
                  <a:schemeClr val="accent6"/>
                </a:solidFill>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179981624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and Image 16">
    <p:bg>
      <p:bgPr>
        <a:solidFill>
          <a:schemeClr val="accent2"/>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E6AC08F4-B63F-1C14-ED6B-02EA114F26FC}"/>
              </a:ext>
            </a:extLst>
          </p:cNvPr>
          <p:cNvGrpSpPr>
            <a:grpSpLocks noGrp="1" noUngrp="1" noRot="1" noMove="1" noResize="1"/>
          </p:cNvGrpSpPr>
          <p:nvPr userDrawn="1"/>
        </p:nvGrpSpPr>
        <p:grpSpPr>
          <a:xfrm>
            <a:off x="4689475" y="542734"/>
            <a:ext cx="2892866" cy="5774248"/>
            <a:chOff x="4689475" y="542734"/>
            <a:chExt cx="2892866" cy="5774248"/>
          </a:xfrm>
        </p:grpSpPr>
        <p:sp>
          <p:nvSpPr>
            <p:cNvPr id="21" name="Rounded Rectangle 20">
              <a:extLst>
                <a:ext uri="{FF2B5EF4-FFF2-40B4-BE49-F238E27FC236}">
                  <a16:creationId xmlns:a16="http://schemas.microsoft.com/office/drawing/2014/main" id="{A75B7F0C-055A-8742-6090-ADF8DA226895}"/>
                </a:ext>
              </a:extLst>
            </p:cNvPr>
            <p:cNvSpPr>
              <a:spLocks noGrp="1" noRot="1" noMove="1" noResize="1" noEditPoints="1" noAdjustHandles="1" noChangeArrowheads="1" noChangeShapeType="1"/>
            </p:cNvSpPr>
            <p:nvPr userDrawn="1"/>
          </p:nvSpPr>
          <p:spPr>
            <a:xfrm>
              <a:off x="4829737" y="542734"/>
              <a:ext cx="2752604" cy="5774248"/>
            </a:xfrm>
            <a:prstGeom prst="roundRect">
              <a:avLst>
                <a:gd name="adj" fmla="val 11390"/>
              </a:avLst>
            </a:prstGeom>
            <a:solidFill>
              <a:schemeClr val="tx1"/>
            </a:solidFill>
            <a:ln w="2159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Freeform 23">
              <a:extLst>
                <a:ext uri="{FF2B5EF4-FFF2-40B4-BE49-F238E27FC236}">
                  <a16:creationId xmlns:a16="http://schemas.microsoft.com/office/drawing/2014/main" id="{44F25FA0-A782-8D6C-F464-38E21C2C9087}"/>
                </a:ext>
              </a:extLst>
            </p:cNvPr>
            <p:cNvSpPr>
              <a:spLocks noGrp="1" noRot="1" noMove="1" noResize="1" noEditPoints="1" noAdjustHandles="1" noChangeArrowheads="1" noChangeShapeType="1"/>
            </p:cNvSpPr>
            <p:nvPr userDrawn="1"/>
          </p:nvSpPr>
          <p:spPr>
            <a:xfrm>
              <a:off x="4689475" y="2022475"/>
              <a:ext cx="118800" cy="565150"/>
            </a:xfrm>
            <a:custGeom>
              <a:avLst/>
              <a:gdLst>
                <a:gd name="csX0" fmla="*/ 59400 w 118800"/>
                <a:gd name="csY0" fmla="*/ 0 h 565150"/>
                <a:gd name="csX1" fmla="*/ 116550 w 118800"/>
                <a:gd name="csY1" fmla="*/ 57150 h 565150"/>
                <a:gd name="csX2" fmla="*/ 118800 w 118800"/>
                <a:gd name="csY2" fmla="*/ 57150 h 565150"/>
                <a:gd name="csX3" fmla="*/ 118800 w 118800"/>
                <a:gd name="csY3" fmla="*/ 508000 h 565150"/>
                <a:gd name="csX4" fmla="*/ 116550 w 118800"/>
                <a:gd name="csY4" fmla="*/ 508000 h 565150"/>
                <a:gd name="csX5" fmla="*/ 59400 w 118800"/>
                <a:gd name="csY5" fmla="*/ 565150 h 565150"/>
                <a:gd name="csX6" fmla="*/ 2250 w 118800"/>
                <a:gd name="csY6" fmla="*/ 508000 h 565150"/>
                <a:gd name="csX7" fmla="*/ 0 w 118800"/>
                <a:gd name="csY7" fmla="*/ 508000 h 565150"/>
                <a:gd name="csX8" fmla="*/ 0 w 118800"/>
                <a:gd name="csY8" fmla="*/ 57150 h 565150"/>
                <a:gd name="csX9" fmla="*/ 2250 w 118800"/>
                <a:gd name="csY9" fmla="*/ 57150 h 565150"/>
                <a:gd name="csX10" fmla="*/ 59400 w 118800"/>
                <a:gd name="csY10" fmla="*/ 0 h 565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800" h="565150">
                  <a:moveTo>
                    <a:pt x="59400" y="0"/>
                  </a:moveTo>
                  <a:cubicBezTo>
                    <a:pt x="90963" y="0"/>
                    <a:pt x="116550" y="25587"/>
                    <a:pt x="116550" y="57150"/>
                  </a:cubicBezTo>
                  <a:lnTo>
                    <a:pt x="118800" y="57150"/>
                  </a:lnTo>
                  <a:lnTo>
                    <a:pt x="118800" y="508000"/>
                  </a:lnTo>
                  <a:lnTo>
                    <a:pt x="116550" y="508000"/>
                  </a:lnTo>
                  <a:cubicBezTo>
                    <a:pt x="116550" y="539563"/>
                    <a:pt x="90963" y="565150"/>
                    <a:pt x="59400" y="565150"/>
                  </a:cubicBezTo>
                  <a:cubicBezTo>
                    <a:pt x="27837" y="565150"/>
                    <a:pt x="2250" y="539563"/>
                    <a:pt x="2250" y="508000"/>
                  </a:cubicBezTo>
                  <a:lnTo>
                    <a:pt x="0" y="508000"/>
                  </a:lnTo>
                  <a:lnTo>
                    <a:pt x="0" y="57150"/>
                  </a:lnTo>
                  <a:lnTo>
                    <a:pt x="2250" y="57150"/>
                  </a:lnTo>
                  <a:cubicBezTo>
                    <a:pt x="2250" y="25587"/>
                    <a:pt x="27837" y="0"/>
                    <a:pt x="59400" y="0"/>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D84E9901-9664-1841-9C38-EA6EC423A715}"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20" name="Picture Placeholder 19">
            <a:extLst>
              <a:ext uri="{FF2B5EF4-FFF2-40B4-BE49-F238E27FC236}">
                <a16:creationId xmlns:a16="http://schemas.microsoft.com/office/drawing/2014/main" id="{02E36FA5-9046-56B0-D1D8-F091535F0912}"/>
              </a:ext>
            </a:extLst>
          </p:cNvPr>
          <p:cNvSpPr>
            <a:spLocks noGrp="1" noRot="1" noMove="1" noResize="1" noEditPoints="1" noAdjustHandles="1" noChangeArrowheads="1" noChangeShapeType="1"/>
          </p:cNvSpPr>
          <p:nvPr>
            <p:ph type="pic" sz="quarter" idx="15"/>
          </p:nvPr>
        </p:nvSpPr>
        <p:spPr>
          <a:xfrm>
            <a:off x="7689211" y="816779"/>
            <a:ext cx="2256882" cy="4980972"/>
          </a:xfrm>
          <a:custGeom>
            <a:avLst/>
            <a:gdLst>
              <a:gd name="csX0" fmla="*/ 0 w 2256882"/>
              <a:gd name="csY0" fmla="*/ 0 h 4980972"/>
              <a:gd name="csX1" fmla="*/ 2210581 w 2256882"/>
              <a:gd name="csY1" fmla="*/ 0 h 4980972"/>
              <a:gd name="csX2" fmla="*/ 2256882 w 2256882"/>
              <a:gd name="csY2" fmla="*/ 46301 h 4980972"/>
              <a:gd name="csX3" fmla="*/ 2256882 w 2256882"/>
              <a:gd name="csY3" fmla="*/ 4934671 h 4980972"/>
              <a:gd name="csX4" fmla="*/ 2210581 w 2256882"/>
              <a:gd name="csY4" fmla="*/ 4980972 h 4980972"/>
              <a:gd name="csX5" fmla="*/ 0 w 2256882"/>
              <a:gd name="csY5" fmla="*/ 4980972 h 4980972"/>
            </a:gdLst>
            <a:ahLst/>
            <a:cxnLst>
              <a:cxn ang="0">
                <a:pos x="csX0" y="csY0"/>
              </a:cxn>
              <a:cxn ang="0">
                <a:pos x="csX1" y="csY1"/>
              </a:cxn>
              <a:cxn ang="0">
                <a:pos x="csX2" y="csY2"/>
              </a:cxn>
              <a:cxn ang="0">
                <a:pos x="csX3" y="csY3"/>
              </a:cxn>
              <a:cxn ang="0">
                <a:pos x="csX4" y="csY4"/>
              </a:cxn>
              <a:cxn ang="0">
                <a:pos x="csX5" y="csY5"/>
              </a:cxn>
            </a:cxnLst>
            <a:rect l="l" t="t" r="r" b="b"/>
            <a:pathLst>
              <a:path w="2256882" h="4980972">
                <a:moveTo>
                  <a:pt x="0" y="0"/>
                </a:moveTo>
                <a:lnTo>
                  <a:pt x="2210581" y="0"/>
                </a:lnTo>
                <a:cubicBezTo>
                  <a:pt x="2236152" y="0"/>
                  <a:pt x="2256882" y="20730"/>
                  <a:pt x="2256882" y="46301"/>
                </a:cubicBezTo>
                <a:lnTo>
                  <a:pt x="2256882" y="4934671"/>
                </a:lnTo>
                <a:cubicBezTo>
                  <a:pt x="2256882" y="4960242"/>
                  <a:pt x="2236152" y="4980972"/>
                  <a:pt x="2210581" y="4980972"/>
                </a:cubicBezTo>
                <a:lnTo>
                  <a:pt x="0" y="4980972"/>
                </a:lnTo>
                <a:close/>
              </a:path>
            </a:pathLst>
          </a:custGeom>
        </p:spPr>
        <p:txBody>
          <a:bodyPr wrap="square">
            <a:noAutofit/>
          </a:bodyPr>
          <a:lstStyle/>
          <a:p>
            <a:r>
              <a:rPr lang="en-US"/>
              <a:t>Click icon to add picture</a:t>
            </a:r>
            <a:endParaRPr lang="en-GB"/>
          </a:p>
        </p:txBody>
      </p:sp>
      <p:sp>
        <p:nvSpPr>
          <p:cNvPr id="17" name="Picture Placeholder 16">
            <a:extLst>
              <a:ext uri="{FF2B5EF4-FFF2-40B4-BE49-F238E27FC236}">
                <a16:creationId xmlns:a16="http://schemas.microsoft.com/office/drawing/2014/main" id="{97BAA931-61E7-4C24-56F1-648EEB67D485}"/>
              </a:ext>
            </a:extLst>
          </p:cNvPr>
          <p:cNvSpPr>
            <a:spLocks noGrp="1" noRot="1" noMove="1" noResize="1" noEditPoints="1" noAdjustHandles="1" noChangeArrowheads="1" noChangeShapeType="1"/>
          </p:cNvSpPr>
          <p:nvPr>
            <p:ph type="pic" sz="quarter" idx="14"/>
          </p:nvPr>
        </p:nvSpPr>
        <p:spPr>
          <a:xfrm>
            <a:off x="9942514" y="987426"/>
            <a:ext cx="1817686" cy="3997325"/>
          </a:xfrm>
          <a:custGeom>
            <a:avLst/>
            <a:gdLst>
              <a:gd name="csX0" fmla="*/ 0 w 1817686"/>
              <a:gd name="csY0" fmla="*/ 0 h 3997325"/>
              <a:gd name="csX1" fmla="*/ 1777471 w 1817686"/>
              <a:gd name="csY1" fmla="*/ 0 h 3997325"/>
              <a:gd name="csX2" fmla="*/ 1817686 w 1817686"/>
              <a:gd name="csY2" fmla="*/ 40215 h 3997325"/>
              <a:gd name="csX3" fmla="*/ 1817686 w 1817686"/>
              <a:gd name="csY3" fmla="*/ 3957110 h 3997325"/>
              <a:gd name="csX4" fmla="*/ 1777471 w 1817686"/>
              <a:gd name="csY4" fmla="*/ 3997325 h 3997325"/>
              <a:gd name="csX5" fmla="*/ 0 w 1817686"/>
              <a:gd name="csY5" fmla="*/ 3997325 h 3997325"/>
            </a:gdLst>
            <a:ahLst/>
            <a:cxnLst>
              <a:cxn ang="0">
                <a:pos x="csX0" y="csY0"/>
              </a:cxn>
              <a:cxn ang="0">
                <a:pos x="csX1" y="csY1"/>
              </a:cxn>
              <a:cxn ang="0">
                <a:pos x="csX2" y="csY2"/>
              </a:cxn>
              <a:cxn ang="0">
                <a:pos x="csX3" y="csY3"/>
              </a:cxn>
              <a:cxn ang="0">
                <a:pos x="csX4" y="csY4"/>
              </a:cxn>
              <a:cxn ang="0">
                <a:pos x="csX5" y="csY5"/>
              </a:cxn>
            </a:cxnLst>
            <a:rect l="l" t="t" r="r" b="b"/>
            <a:pathLst>
              <a:path w="1817686" h="3997325">
                <a:moveTo>
                  <a:pt x="0" y="0"/>
                </a:moveTo>
                <a:lnTo>
                  <a:pt x="1777471" y="0"/>
                </a:lnTo>
                <a:cubicBezTo>
                  <a:pt x="1799681" y="0"/>
                  <a:pt x="1817686" y="18005"/>
                  <a:pt x="1817686" y="40215"/>
                </a:cubicBezTo>
                <a:lnTo>
                  <a:pt x="1817686" y="3957110"/>
                </a:lnTo>
                <a:cubicBezTo>
                  <a:pt x="1817686" y="3979320"/>
                  <a:pt x="1799681" y="3997325"/>
                  <a:pt x="1777471" y="3997325"/>
                </a:cubicBezTo>
                <a:lnTo>
                  <a:pt x="0" y="3997325"/>
                </a:lnTo>
                <a:close/>
              </a:path>
            </a:pathLst>
          </a:custGeom>
        </p:spPr>
        <p:txBody>
          <a:bodyPr wrap="square">
            <a:noAutofit/>
          </a:bodyPr>
          <a:lstStyle/>
          <a:p>
            <a:r>
              <a:rPr lang="en-US"/>
              <a:t>Click icon to add picture</a:t>
            </a:r>
            <a:endParaRPr lang="en-GB"/>
          </a:p>
        </p:txBody>
      </p:sp>
      <p:sp>
        <p:nvSpPr>
          <p:cNvPr id="22" name="Picture Placeholder 22">
            <a:extLst>
              <a:ext uri="{FF2B5EF4-FFF2-40B4-BE49-F238E27FC236}">
                <a16:creationId xmlns:a16="http://schemas.microsoft.com/office/drawing/2014/main" id="{A6303F7C-EF2D-B703-F468-17F794459093}"/>
              </a:ext>
            </a:extLst>
          </p:cNvPr>
          <p:cNvSpPr>
            <a:spLocks noGrp="1" noRot="1" noMove="1" noResize="1" noEditPoints="1" noAdjustHandles="1" noChangeArrowheads="1" noChangeShapeType="1"/>
          </p:cNvSpPr>
          <p:nvPr>
            <p:ph type="pic" sz="quarter" idx="16"/>
          </p:nvPr>
        </p:nvSpPr>
        <p:spPr>
          <a:xfrm>
            <a:off x="4830244" y="541876"/>
            <a:ext cx="2752604" cy="5774248"/>
          </a:xfrm>
          <a:custGeom>
            <a:avLst/>
            <a:gdLst>
              <a:gd name="connsiteX0" fmla="*/ 941570 w 2276586"/>
              <a:gd name="connsiteY0" fmla="*/ 126201 h 4775686"/>
              <a:gd name="connsiteX1" fmla="*/ 941570 w 2276586"/>
              <a:gd name="connsiteY1" fmla="*/ 126791 h 4775686"/>
              <a:gd name="connsiteX2" fmla="*/ 915449 w 2276586"/>
              <a:gd name="connsiteY2" fmla="*/ 132064 h 4775686"/>
              <a:gd name="connsiteX3" fmla="*/ 869879 w 2276586"/>
              <a:gd name="connsiteY3" fmla="*/ 200814 h 4775686"/>
              <a:gd name="connsiteX4" fmla="*/ 944492 w 2276586"/>
              <a:gd name="connsiteY4" fmla="*/ 275427 h 4775686"/>
              <a:gd name="connsiteX5" fmla="*/ 952546 w 2276586"/>
              <a:gd name="connsiteY5" fmla="*/ 273801 h 4775686"/>
              <a:gd name="connsiteX6" fmla="*/ 1326963 w 2276586"/>
              <a:gd name="connsiteY6" fmla="*/ 273801 h 4775686"/>
              <a:gd name="connsiteX7" fmla="*/ 1335017 w 2276586"/>
              <a:gd name="connsiteY7" fmla="*/ 275427 h 4775686"/>
              <a:gd name="connsiteX8" fmla="*/ 1409630 w 2276586"/>
              <a:gd name="connsiteY8" fmla="*/ 200814 h 4775686"/>
              <a:gd name="connsiteX9" fmla="*/ 1335017 w 2276586"/>
              <a:gd name="connsiteY9" fmla="*/ 126201 h 4775686"/>
              <a:gd name="connsiteX10" fmla="*/ 944492 w 2276586"/>
              <a:gd name="connsiteY10" fmla="*/ 126201 h 4775686"/>
              <a:gd name="connsiteX11" fmla="*/ 259303 w 2276586"/>
              <a:gd name="connsiteY11" fmla="*/ 0 h 4775686"/>
              <a:gd name="connsiteX12" fmla="*/ 2017283 w 2276586"/>
              <a:gd name="connsiteY12" fmla="*/ 0 h 4775686"/>
              <a:gd name="connsiteX13" fmla="*/ 2276586 w 2276586"/>
              <a:gd name="connsiteY13" fmla="*/ 259303 h 4775686"/>
              <a:gd name="connsiteX14" fmla="*/ 2276586 w 2276586"/>
              <a:gd name="connsiteY14" fmla="*/ 4516383 h 4775686"/>
              <a:gd name="connsiteX15" fmla="*/ 2017283 w 2276586"/>
              <a:gd name="connsiteY15" fmla="*/ 4775686 h 4775686"/>
              <a:gd name="connsiteX16" fmla="*/ 259303 w 2276586"/>
              <a:gd name="connsiteY16" fmla="*/ 4775686 h 4775686"/>
              <a:gd name="connsiteX17" fmla="*/ 0 w 2276586"/>
              <a:gd name="connsiteY17" fmla="*/ 4516383 h 4775686"/>
              <a:gd name="connsiteX18" fmla="*/ 0 w 2276586"/>
              <a:gd name="connsiteY18" fmla="*/ 259303 h 4775686"/>
              <a:gd name="connsiteX19" fmla="*/ 259303 w 2276586"/>
              <a:gd name="connsiteY19" fmla="*/ 0 h 4775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76586" h="4775686">
                <a:moveTo>
                  <a:pt x="941570" y="126201"/>
                </a:moveTo>
                <a:lnTo>
                  <a:pt x="941570" y="126791"/>
                </a:lnTo>
                <a:lnTo>
                  <a:pt x="915449" y="132064"/>
                </a:lnTo>
                <a:cubicBezTo>
                  <a:pt x="888669" y="143391"/>
                  <a:pt x="869879" y="169908"/>
                  <a:pt x="869879" y="200814"/>
                </a:cubicBezTo>
                <a:cubicBezTo>
                  <a:pt x="869879" y="242022"/>
                  <a:pt x="903284" y="275427"/>
                  <a:pt x="944492" y="275427"/>
                </a:cubicBezTo>
                <a:lnTo>
                  <a:pt x="952546" y="273801"/>
                </a:lnTo>
                <a:lnTo>
                  <a:pt x="1326963" y="273801"/>
                </a:lnTo>
                <a:lnTo>
                  <a:pt x="1335017" y="275427"/>
                </a:lnTo>
                <a:cubicBezTo>
                  <a:pt x="1376225" y="275427"/>
                  <a:pt x="1409630" y="242022"/>
                  <a:pt x="1409630" y="200814"/>
                </a:cubicBezTo>
                <a:cubicBezTo>
                  <a:pt x="1409630" y="159606"/>
                  <a:pt x="1376225" y="126201"/>
                  <a:pt x="1335017" y="126201"/>
                </a:cubicBezTo>
                <a:lnTo>
                  <a:pt x="944492" y="126201"/>
                </a:lnTo>
                <a:close/>
                <a:moveTo>
                  <a:pt x="259303" y="0"/>
                </a:moveTo>
                <a:lnTo>
                  <a:pt x="2017283" y="0"/>
                </a:lnTo>
                <a:cubicBezTo>
                  <a:pt x="2160492" y="0"/>
                  <a:pt x="2276586" y="116094"/>
                  <a:pt x="2276586" y="259303"/>
                </a:cubicBezTo>
                <a:lnTo>
                  <a:pt x="2276586" y="4516383"/>
                </a:lnTo>
                <a:cubicBezTo>
                  <a:pt x="2276586" y="4659592"/>
                  <a:pt x="2160492" y="4775686"/>
                  <a:pt x="2017283" y="4775686"/>
                </a:cubicBezTo>
                <a:lnTo>
                  <a:pt x="259303" y="4775686"/>
                </a:lnTo>
                <a:cubicBezTo>
                  <a:pt x="116094" y="4775686"/>
                  <a:pt x="0" y="4659592"/>
                  <a:pt x="0" y="4516383"/>
                </a:cubicBezTo>
                <a:lnTo>
                  <a:pt x="0" y="259303"/>
                </a:lnTo>
                <a:cubicBezTo>
                  <a:pt x="0" y="116094"/>
                  <a:pt x="116094" y="0"/>
                  <a:pt x="259303" y="0"/>
                </a:cubicBezTo>
                <a:close/>
              </a:path>
            </a:pathLst>
          </a:custGeom>
          <a:solidFill>
            <a:schemeClr val="bg1"/>
          </a:solidFill>
        </p:spPr>
        <p:txBody>
          <a:bodyPr wrap="square">
            <a:noAutofit/>
          </a:bodyPr>
          <a:lstStyle/>
          <a:p>
            <a:r>
              <a:rPr lang="en-US"/>
              <a:t>Click icon to add picture</a:t>
            </a:r>
            <a:endParaRPr lang="en-GB"/>
          </a:p>
        </p:txBody>
      </p:sp>
      <p:sp>
        <p:nvSpPr>
          <p:cNvPr id="7" name="Title 1">
            <a:extLst>
              <a:ext uri="{FF2B5EF4-FFF2-40B4-BE49-F238E27FC236}">
                <a16:creationId xmlns:a16="http://schemas.microsoft.com/office/drawing/2014/main" id="{C9E4B5DB-BF50-50F2-3320-D76DD7660BFC}"/>
              </a:ext>
            </a:extLst>
          </p:cNvPr>
          <p:cNvSpPr>
            <a:spLocks noGrp="1"/>
          </p:cNvSpPr>
          <p:nvPr>
            <p:ph type="title"/>
          </p:nvPr>
        </p:nvSpPr>
        <p:spPr>
          <a:xfrm>
            <a:off x="425450" y="656657"/>
            <a:ext cx="3600000" cy="1008000"/>
          </a:xfrm>
        </p:spPr>
        <p:txBody>
          <a:bodyPr/>
          <a:lstStyle>
            <a:lvl1pPr>
              <a:lnSpc>
                <a:spcPts val="3200"/>
              </a:lnSpc>
              <a:defRPr sz="3200">
                <a:solidFill>
                  <a:schemeClr val="accent6"/>
                </a:solidFill>
              </a:defRPr>
            </a:lvl1pPr>
          </a:lstStyle>
          <a:p>
            <a:r>
              <a:rPr lang="en-US" dirty="0"/>
              <a:t>Click to edit Master title style</a:t>
            </a:r>
            <a:endParaRPr lang="en-GB" dirty="0"/>
          </a:p>
        </p:txBody>
      </p:sp>
      <p:sp>
        <p:nvSpPr>
          <p:cNvPr id="9" name="Text Placeholder 7">
            <a:extLst>
              <a:ext uri="{FF2B5EF4-FFF2-40B4-BE49-F238E27FC236}">
                <a16:creationId xmlns:a16="http://schemas.microsoft.com/office/drawing/2014/main" id="{11C6AE35-9497-47B2-3423-A3D1F1016A06}"/>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solidFill>
                  <a:schemeClr val="accent6"/>
                </a:solidFill>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5392326"/>
      </p:ext>
    </p:extLst>
  </p:cSld>
  <p:clrMapOvr>
    <a:masterClrMapping/>
  </p:clrMapOvr>
  <p:extLst>
    <p:ext uri="{DCECCB84-F9BA-43D5-87BE-67443E8EF086}">
      <p15:sldGuideLst xmlns:p15="http://schemas.microsoft.com/office/powerpoint/2012/main">
        <p15:guide id="1" pos="6263" userDrawn="1">
          <p15:clr>
            <a:srgbClr val="FBAE40"/>
          </p15:clr>
        </p15:guide>
        <p15:guide id="2" pos="4839" userDrawn="1">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and Image 17">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0D7BD3B8-6700-884B-9211-8F81670E092F}"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pic>
        <p:nvPicPr>
          <p:cNvPr id="11" name="Picture 10">
            <a:extLst>
              <a:ext uri="{FF2B5EF4-FFF2-40B4-BE49-F238E27FC236}">
                <a16:creationId xmlns:a16="http://schemas.microsoft.com/office/drawing/2014/main" id="{FEB5E91F-5596-F2F0-2124-EF90453EEF19}"/>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rcRect/>
          <a:stretch/>
        </p:blipFill>
        <p:spPr>
          <a:xfrm>
            <a:off x="4621481" y="0"/>
            <a:ext cx="7570519" cy="6857999"/>
          </a:xfrm>
          <a:prstGeom prst="rect">
            <a:avLst/>
          </a:prstGeom>
        </p:spPr>
      </p:pic>
      <p:sp>
        <p:nvSpPr>
          <p:cNvPr id="13" name="Picture Placeholder 12">
            <a:extLst>
              <a:ext uri="{FF2B5EF4-FFF2-40B4-BE49-F238E27FC236}">
                <a16:creationId xmlns:a16="http://schemas.microsoft.com/office/drawing/2014/main" id="{FBE74E23-81FD-0E67-F795-5B5F914A58B4}"/>
              </a:ext>
            </a:extLst>
          </p:cNvPr>
          <p:cNvSpPr>
            <a:spLocks noGrp="1" noRot="1" noMove="1" noResize="1" noEditPoints="1" noAdjustHandles="1" noChangeArrowheads="1" noChangeShapeType="1"/>
          </p:cNvSpPr>
          <p:nvPr>
            <p:ph type="pic" sz="quarter" idx="14"/>
          </p:nvPr>
        </p:nvSpPr>
        <p:spPr>
          <a:xfrm>
            <a:off x="5983615" y="1311275"/>
            <a:ext cx="4860000" cy="3435350"/>
          </a:xfrm>
          <a:prstGeom prst="roundRect">
            <a:avLst>
              <a:gd name="adj" fmla="val 2434"/>
            </a:avLst>
          </a:prstGeom>
          <a:solidFill>
            <a:schemeClr val="bg1"/>
          </a:solidFill>
        </p:spPr>
        <p:txBody>
          <a:bodyPr/>
          <a:lstStyle/>
          <a:p>
            <a:r>
              <a:rPr lang="en-US"/>
              <a:t>Click icon to add picture</a:t>
            </a:r>
            <a:endParaRPr lang="en-GB"/>
          </a:p>
        </p:txBody>
      </p:sp>
      <p:sp>
        <p:nvSpPr>
          <p:cNvPr id="7" name="Title 1">
            <a:extLst>
              <a:ext uri="{FF2B5EF4-FFF2-40B4-BE49-F238E27FC236}">
                <a16:creationId xmlns:a16="http://schemas.microsoft.com/office/drawing/2014/main" id="{0CE26D34-91E4-5EB9-DC22-D8D16CDFAA6E}"/>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9" name="Text Placeholder 7">
            <a:extLst>
              <a:ext uri="{FF2B5EF4-FFF2-40B4-BE49-F238E27FC236}">
                <a16:creationId xmlns:a16="http://schemas.microsoft.com/office/drawing/2014/main" id="{79A91D64-3808-88DB-AD2C-2EB55259E37A}"/>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363630000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and Image 18">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D2E003-A27D-8619-1C81-597CA9E898FA}"/>
              </a:ext>
            </a:extLst>
          </p:cNvPr>
          <p:cNvSpPr>
            <a:spLocks noGrp="1" noRot="1" noMove="1" noResize="1" noEditPoints="1" noAdjustHandles="1" noChangeArrowheads="1" noChangeShapeType="1"/>
          </p:cNvSpPr>
          <p:nvPr userDrawn="1"/>
        </p:nvSpPr>
        <p:spPr>
          <a:xfrm>
            <a:off x="4621481" y="0"/>
            <a:ext cx="7570519" cy="6858000"/>
          </a:xfrm>
          <a:prstGeom prst="rect">
            <a:avLst/>
          </a:prstGeom>
          <a:solidFill>
            <a:srgbClr val="DFDB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F24CFEE1-A472-C948-8342-C9FCD5AD9596}"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grpSp>
        <p:nvGrpSpPr>
          <p:cNvPr id="12" name="Group 11">
            <a:extLst>
              <a:ext uri="{FF2B5EF4-FFF2-40B4-BE49-F238E27FC236}">
                <a16:creationId xmlns:a16="http://schemas.microsoft.com/office/drawing/2014/main" id="{E014A601-9933-B0B4-ABA5-7987FFA7714C}"/>
              </a:ext>
            </a:extLst>
          </p:cNvPr>
          <p:cNvGrpSpPr>
            <a:grpSpLocks noGrp="1" noUngrp="1" noRot="1" noMove="1" noResize="1"/>
          </p:cNvGrpSpPr>
          <p:nvPr userDrawn="1"/>
        </p:nvGrpSpPr>
        <p:grpSpPr>
          <a:xfrm>
            <a:off x="6678425" y="542734"/>
            <a:ext cx="2892866" cy="5774248"/>
            <a:chOff x="4689475" y="542734"/>
            <a:chExt cx="2892866" cy="5774248"/>
          </a:xfrm>
        </p:grpSpPr>
        <p:sp>
          <p:nvSpPr>
            <p:cNvPr id="14" name="Rounded Rectangle 13">
              <a:extLst>
                <a:ext uri="{FF2B5EF4-FFF2-40B4-BE49-F238E27FC236}">
                  <a16:creationId xmlns:a16="http://schemas.microsoft.com/office/drawing/2014/main" id="{E4545ECA-138C-96E0-9B97-7175EDF8741D}"/>
                </a:ext>
              </a:extLst>
            </p:cNvPr>
            <p:cNvSpPr>
              <a:spLocks noGrp="1" noRot="1" noMove="1" noResize="1" noEditPoints="1" noAdjustHandles="1" noChangeArrowheads="1" noChangeShapeType="1"/>
            </p:cNvSpPr>
            <p:nvPr userDrawn="1"/>
          </p:nvSpPr>
          <p:spPr>
            <a:xfrm>
              <a:off x="4829737" y="542734"/>
              <a:ext cx="2752604" cy="5774248"/>
            </a:xfrm>
            <a:prstGeom prst="roundRect">
              <a:avLst>
                <a:gd name="adj" fmla="val 11390"/>
              </a:avLst>
            </a:prstGeom>
            <a:solidFill>
              <a:schemeClr val="tx1"/>
            </a:solidFill>
            <a:ln w="2159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Freeform 14">
              <a:extLst>
                <a:ext uri="{FF2B5EF4-FFF2-40B4-BE49-F238E27FC236}">
                  <a16:creationId xmlns:a16="http://schemas.microsoft.com/office/drawing/2014/main" id="{E72925A3-8C6F-94BB-F641-477B01C4CFB7}"/>
                </a:ext>
              </a:extLst>
            </p:cNvPr>
            <p:cNvSpPr>
              <a:spLocks noGrp="1" noRot="1" noMove="1" noResize="1" noEditPoints="1" noAdjustHandles="1" noChangeArrowheads="1" noChangeShapeType="1"/>
            </p:cNvSpPr>
            <p:nvPr userDrawn="1"/>
          </p:nvSpPr>
          <p:spPr>
            <a:xfrm>
              <a:off x="4689475" y="2022475"/>
              <a:ext cx="118800" cy="565150"/>
            </a:xfrm>
            <a:custGeom>
              <a:avLst/>
              <a:gdLst>
                <a:gd name="csX0" fmla="*/ 59400 w 118800"/>
                <a:gd name="csY0" fmla="*/ 0 h 565150"/>
                <a:gd name="csX1" fmla="*/ 116550 w 118800"/>
                <a:gd name="csY1" fmla="*/ 57150 h 565150"/>
                <a:gd name="csX2" fmla="*/ 118800 w 118800"/>
                <a:gd name="csY2" fmla="*/ 57150 h 565150"/>
                <a:gd name="csX3" fmla="*/ 118800 w 118800"/>
                <a:gd name="csY3" fmla="*/ 508000 h 565150"/>
                <a:gd name="csX4" fmla="*/ 116550 w 118800"/>
                <a:gd name="csY4" fmla="*/ 508000 h 565150"/>
                <a:gd name="csX5" fmla="*/ 59400 w 118800"/>
                <a:gd name="csY5" fmla="*/ 565150 h 565150"/>
                <a:gd name="csX6" fmla="*/ 2250 w 118800"/>
                <a:gd name="csY6" fmla="*/ 508000 h 565150"/>
                <a:gd name="csX7" fmla="*/ 0 w 118800"/>
                <a:gd name="csY7" fmla="*/ 508000 h 565150"/>
                <a:gd name="csX8" fmla="*/ 0 w 118800"/>
                <a:gd name="csY8" fmla="*/ 57150 h 565150"/>
                <a:gd name="csX9" fmla="*/ 2250 w 118800"/>
                <a:gd name="csY9" fmla="*/ 57150 h 565150"/>
                <a:gd name="csX10" fmla="*/ 59400 w 118800"/>
                <a:gd name="csY10" fmla="*/ 0 h 565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18800" h="565150">
                  <a:moveTo>
                    <a:pt x="59400" y="0"/>
                  </a:moveTo>
                  <a:cubicBezTo>
                    <a:pt x="90963" y="0"/>
                    <a:pt x="116550" y="25587"/>
                    <a:pt x="116550" y="57150"/>
                  </a:cubicBezTo>
                  <a:lnTo>
                    <a:pt x="118800" y="57150"/>
                  </a:lnTo>
                  <a:lnTo>
                    <a:pt x="118800" y="508000"/>
                  </a:lnTo>
                  <a:lnTo>
                    <a:pt x="116550" y="508000"/>
                  </a:lnTo>
                  <a:cubicBezTo>
                    <a:pt x="116550" y="539563"/>
                    <a:pt x="90963" y="565150"/>
                    <a:pt x="59400" y="565150"/>
                  </a:cubicBezTo>
                  <a:cubicBezTo>
                    <a:pt x="27837" y="565150"/>
                    <a:pt x="2250" y="539563"/>
                    <a:pt x="2250" y="508000"/>
                  </a:cubicBezTo>
                  <a:lnTo>
                    <a:pt x="0" y="508000"/>
                  </a:lnTo>
                  <a:lnTo>
                    <a:pt x="0" y="57150"/>
                  </a:lnTo>
                  <a:lnTo>
                    <a:pt x="2250" y="57150"/>
                  </a:lnTo>
                  <a:cubicBezTo>
                    <a:pt x="2250" y="25587"/>
                    <a:pt x="27837" y="0"/>
                    <a:pt x="59400" y="0"/>
                  </a:cubicBezTo>
                  <a:close/>
                </a:path>
              </a:pathLst>
            </a:cu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grpSp>
      <p:sp>
        <p:nvSpPr>
          <p:cNvPr id="16" name="Picture Placeholder 22">
            <a:extLst>
              <a:ext uri="{FF2B5EF4-FFF2-40B4-BE49-F238E27FC236}">
                <a16:creationId xmlns:a16="http://schemas.microsoft.com/office/drawing/2014/main" id="{286DFBC6-5A9A-60F4-60C4-ADF940A0E59A}"/>
              </a:ext>
            </a:extLst>
          </p:cNvPr>
          <p:cNvSpPr>
            <a:spLocks noGrp="1" noRot="1" noMove="1" noResize="1" noEditPoints="1" noAdjustHandles="1" noChangeArrowheads="1" noChangeShapeType="1"/>
          </p:cNvSpPr>
          <p:nvPr>
            <p:ph type="pic" sz="quarter" idx="16"/>
          </p:nvPr>
        </p:nvSpPr>
        <p:spPr>
          <a:xfrm>
            <a:off x="6819194" y="541876"/>
            <a:ext cx="2752604" cy="5774248"/>
          </a:xfrm>
          <a:custGeom>
            <a:avLst/>
            <a:gdLst>
              <a:gd name="connsiteX0" fmla="*/ 941570 w 2276586"/>
              <a:gd name="connsiteY0" fmla="*/ 126201 h 4775686"/>
              <a:gd name="connsiteX1" fmla="*/ 941570 w 2276586"/>
              <a:gd name="connsiteY1" fmla="*/ 126791 h 4775686"/>
              <a:gd name="connsiteX2" fmla="*/ 915449 w 2276586"/>
              <a:gd name="connsiteY2" fmla="*/ 132064 h 4775686"/>
              <a:gd name="connsiteX3" fmla="*/ 869879 w 2276586"/>
              <a:gd name="connsiteY3" fmla="*/ 200814 h 4775686"/>
              <a:gd name="connsiteX4" fmla="*/ 944492 w 2276586"/>
              <a:gd name="connsiteY4" fmla="*/ 275427 h 4775686"/>
              <a:gd name="connsiteX5" fmla="*/ 952546 w 2276586"/>
              <a:gd name="connsiteY5" fmla="*/ 273801 h 4775686"/>
              <a:gd name="connsiteX6" fmla="*/ 1326963 w 2276586"/>
              <a:gd name="connsiteY6" fmla="*/ 273801 h 4775686"/>
              <a:gd name="connsiteX7" fmla="*/ 1335017 w 2276586"/>
              <a:gd name="connsiteY7" fmla="*/ 275427 h 4775686"/>
              <a:gd name="connsiteX8" fmla="*/ 1409630 w 2276586"/>
              <a:gd name="connsiteY8" fmla="*/ 200814 h 4775686"/>
              <a:gd name="connsiteX9" fmla="*/ 1335017 w 2276586"/>
              <a:gd name="connsiteY9" fmla="*/ 126201 h 4775686"/>
              <a:gd name="connsiteX10" fmla="*/ 944492 w 2276586"/>
              <a:gd name="connsiteY10" fmla="*/ 126201 h 4775686"/>
              <a:gd name="connsiteX11" fmla="*/ 259303 w 2276586"/>
              <a:gd name="connsiteY11" fmla="*/ 0 h 4775686"/>
              <a:gd name="connsiteX12" fmla="*/ 2017283 w 2276586"/>
              <a:gd name="connsiteY12" fmla="*/ 0 h 4775686"/>
              <a:gd name="connsiteX13" fmla="*/ 2276586 w 2276586"/>
              <a:gd name="connsiteY13" fmla="*/ 259303 h 4775686"/>
              <a:gd name="connsiteX14" fmla="*/ 2276586 w 2276586"/>
              <a:gd name="connsiteY14" fmla="*/ 4516383 h 4775686"/>
              <a:gd name="connsiteX15" fmla="*/ 2017283 w 2276586"/>
              <a:gd name="connsiteY15" fmla="*/ 4775686 h 4775686"/>
              <a:gd name="connsiteX16" fmla="*/ 259303 w 2276586"/>
              <a:gd name="connsiteY16" fmla="*/ 4775686 h 4775686"/>
              <a:gd name="connsiteX17" fmla="*/ 0 w 2276586"/>
              <a:gd name="connsiteY17" fmla="*/ 4516383 h 4775686"/>
              <a:gd name="connsiteX18" fmla="*/ 0 w 2276586"/>
              <a:gd name="connsiteY18" fmla="*/ 259303 h 4775686"/>
              <a:gd name="connsiteX19" fmla="*/ 259303 w 2276586"/>
              <a:gd name="connsiteY19" fmla="*/ 0 h 4775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76586" h="4775686">
                <a:moveTo>
                  <a:pt x="941570" y="126201"/>
                </a:moveTo>
                <a:lnTo>
                  <a:pt x="941570" y="126791"/>
                </a:lnTo>
                <a:lnTo>
                  <a:pt x="915449" y="132064"/>
                </a:lnTo>
                <a:cubicBezTo>
                  <a:pt x="888669" y="143391"/>
                  <a:pt x="869879" y="169908"/>
                  <a:pt x="869879" y="200814"/>
                </a:cubicBezTo>
                <a:cubicBezTo>
                  <a:pt x="869879" y="242022"/>
                  <a:pt x="903284" y="275427"/>
                  <a:pt x="944492" y="275427"/>
                </a:cubicBezTo>
                <a:lnTo>
                  <a:pt x="952546" y="273801"/>
                </a:lnTo>
                <a:lnTo>
                  <a:pt x="1326963" y="273801"/>
                </a:lnTo>
                <a:lnTo>
                  <a:pt x="1335017" y="275427"/>
                </a:lnTo>
                <a:cubicBezTo>
                  <a:pt x="1376225" y="275427"/>
                  <a:pt x="1409630" y="242022"/>
                  <a:pt x="1409630" y="200814"/>
                </a:cubicBezTo>
                <a:cubicBezTo>
                  <a:pt x="1409630" y="159606"/>
                  <a:pt x="1376225" y="126201"/>
                  <a:pt x="1335017" y="126201"/>
                </a:cubicBezTo>
                <a:lnTo>
                  <a:pt x="944492" y="126201"/>
                </a:lnTo>
                <a:close/>
                <a:moveTo>
                  <a:pt x="259303" y="0"/>
                </a:moveTo>
                <a:lnTo>
                  <a:pt x="2017283" y="0"/>
                </a:lnTo>
                <a:cubicBezTo>
                  <a:pt x="2160492" y="0"/>
                  <a:pt x="2276586" y="116094"/>
                  <a:pt x="2276586" y="259303"/>
                </a:cubicBezTo>
                <a:lnTo>
                  <a:pt x="2276586" y="4516383"/>
                </a:lnTo>
                <a:cubicBezTo>
                  <a:pt x="2276586" y="4659592"/>
                  <a:pt x="2160492" y="4775686"/>
                  <a:pt x="2017283" y="4775686"/>
                </a:cubicBezTo>
                <a:lnTo>
                  <a:pt x="259303" y="4775686"/>
                </a:lnTo>
                <a:cubicBezTo>
                  <a:pt x="116094" y="4775686"/>
                  <a:pt x="0" y="4659592"/>
                  <a:pt x="0" y="4516383"/>
                </a:cubicBezTo>
                <a:lnTo>
                  <a:pt x="0" y="259303"/>
                </a:lnTo>
                <a:cubicBezTo>
                  <a:pt x="0" y="116094"/>
                  <a:pt x="116094" y="0"/>
                  <a:pt x="259303" y="0"/>
                </a:cubicBezTo>
                <a:close/>
              </a:path>
            </a:pathLst>
          </a:custGeom>
          <a:solidFill>
            <a:schemeClr val="bg1"/>
          </a:solidFill>
        </p:spPr>
        <p:txBody>
          <a:bodyPr wrap="square">
            <a:noAutofit/>
          </a:bodyPr>
          <a:lstStyle/>
          <a:p>
            <a:r>
              <a:rPr lang="en-US"/>
              <a:t>Click icon to add picture</a:t>
            </a:r>
            <a:endParaRPr lang="en-GB"/>
          </a:p>
        </p:txBody>
      </p:sp>
      <p:sp>
        <p:nvSpPr>
          <p:cNvPr id="9" name="Title 1">
            <a:extLst>
              <a:ext uri="{FF2B5EF4-FFF2-40B4-BE49-F238E27FC236}">
                <a16:creationId xmlns:a16="http://schemas.microsoft.com/office/drawing/2014/main" id="{15B5F8A0-8AED-0C82-5DA3-104D5038548D}"/>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33439F29-4A34-2944-74E2-009B3F10CCFD}"/>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pic>
        <p:nvPicPr>
          <p:cNvPr id="2" name="Graphic 7">
            <a:extLst>
              <a:ext uri="{FF2B5EF4-FFF2-40B4-BE49-F238E27FC236}">
                <a16:creationId xmlns:a16="http://schemas.microsoft.com/office/drawing/2014/main" id="{C47FDBE0-651E-3F5B-3D87-5559D26F7508}"/>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55577703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and Image 19">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AD2E003-A27D-8619-1C81-597CA9E898FA}"/>
              </a:ext>
            </a:extLst>
          </p:cNvPr>
          <p:cNvSpPr>
            <a:spLocks noGrp="1" noRot="1" noMove="1" noResize="1" noEditPoints="1" noAdjustHandles="1" noChangeArrowheads="1" noChangeShapeType="1"/>
          </p:cNvSpPr>
          <p:nvPr userDrawn="1"/>
        </p:nvSpPr>
        <p:spPr>
          <a:xfrm>
            <a:off x="4621481" y="0"/>
            <a:ext cx="7570519" cy="6858000"/>
          </a:xfrm>
          <a:prstGeom prst="rect">
            <a:avLst/>
          </a:prstGeom>
          <a:solidFill>
            <a:srgbClr val="DFDB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0" name="Graphic 19">
            <a:extLst>
              <a:ext uri="{FF2B5EF4-FFF2-40B4-BE49-F238E27FC236}">
                <a16:creationId xmlns:a16="http://schemas.microsoft.com/office/drawing/2014/main" id="{B0432E49-9EAA-39AB-5FEE-EB9D756B9CC3}"/>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5413374" y="1534297"/>
            <a:ext cx="6003295" cy="3764778"/>
          </a:xfrm>
          <a:prstGeom prst="rect">
            <a:avLst/>
          </a:prstGeom>
        </p:spPr>
      </p:pic>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0F1CDE60-F5B6-6F4F-B82C-A923D0FA2681}"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13" name="Picture Placeholder 12">
            <a:extLst>
              <a:ext uri="{FF2B5EF4-FFF2-40B4-BE49-F238E27FC236}">
                <a16:creationId xmlns:a16="http://schemas.microsoft.com/office/drawing/2014/main" id="{536C0A39-A341-62FC-DBEE-15D72A6B8832}"/>
              </a:ext>
            </a:extLst>
          </p:cNvPr>
          <p:cNvSpPr>
            <a:spLocks noGrp="1" noRot="1" noMove="1" noResize="1" noEditPoints="1" noAdjustHandles="1" noChangeArrowheads="1" noChangeShapeType="1"/>
          </p:cNvSpPr>
          <p:nvPr>
            <p:ph type="pic" sz="quarter" idx="14"/>
          </p:nvPr>
        </p:nvSpPr>
        <p:spPr>
          <a:xfrm>
            <a:off x="5506721" y="1616075"/>
            <a:ext cx="5816600" cy="3225800"/>
          </a:xfrm>
          <a:solidFill>
            <a:schemeClr val="bg1"/>
          </a:solidFill>
        </p:spPr>
        <p:txBody>
          <a:bodyPr/>
          <a:lstStyle/>
          <a:p>
            <a:r>
              <a:rPr lang="en-US"/>
              <a:t>Click icon to add picture</a:t>
            </a:r>
            <a:endParaRPr lang="en-GB"/>
          </a:p>
        </p:txBody>
      </p:sp>
      <p:sp>
        <p:nvSpPr>
          <p:cNvPr id="9" name="Title 1">
            <a:extLst>
              <a:ext uri="{FF2B5EF4-FFF2-40B4-BE49-F238E27FC236}">
                <a16:creationId xmlns:a16="http://schemas.microsoft.com/office/drawing/2014/main" id="{AAE5CAC6-358A-4B7D-9477-871098A54F96}"/>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817ADDF5-8710-8A01-864F-A98C8133B36C}"/>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pic>
        <p:nvPicPr>
          <p:cNvPr id="2" name="Graphic 7">
            <a:extLst>
              <a:ext uri="{FF2B5EF4-FFF2-40B4-BE49-F238E27FC236}">
                <a16:creationId xmlns:a16="http://schemas.microsoft.com/office/drawing/2014/main" id="{984B9BD2-DE69-5966-4143-8999D7FCCB5D}"/>
              </a:ext>
            </a:extLst>
          </p:cNvPr>
          <p:cNvPicPr/>
          <p:nvPr userDrawn="1"/>
        </p:nvPicPr>
        <p:blipFill>
          <a:blip>
            <a:extLst>
              <a:ext uri="{96DAC541-7B7A-43D3-8B79-37D633B846F1}">
                <asvg:svgBlip xmlns:asvg="http://schemas.microsoft.com/office/drawing/2016/SVG/main" r:embed="rId3"/>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90265270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and Image 20">
    <p:bg>
      <p:bgPr>
        <a:solidFill>
          <a:schemeClr val="bg1"/>
        </a:solidFill>
        <a:effectLst/>
      </p:bgPr>
    </p:bg>
    <p:spTree>
      <p:nvGrpSpPr>
        <p:cNvPr id="1" name=""/>
        <p:cNvGrpSpPr/>
        <p:nvPr/>
      </p:nvGrpSpPr>
      <p:grpSpPr>
        <a:xfrm>
          <a:off x="0" y="0"/>
          <a:ext cx="0" cy="0"/>
          <a:chOff x="0" y="0"/>
          <a:chExt cx="0" cy="0"/>
        </a:xfrm>
      </p:grpSpPr>
      <p:pic>
        <p:nvPicPr>
          <p:cNvPr id="10" name="Picture 9" descr="A black sign on a sidewalk&#10;&#10;AI-generated content may be incorrect.">
            <a:extLst>
              <a:ext uri="{FF2B5EF4-FFF2-40B4-BE49-F238E27FC236}">
                <a16:creationId xmlns:a16="http://schemas.microsoft.com/office/drawing/2014/main" id="{72A3BF57-9242-D074-3EF0-481FC5E8619A}"/>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4622800" y="0"/>
            <a:ext cx="7569200" cy="6858000"/>
          </a:xfrm>
          <a:prstGeom prst="rect">
            <a:avLst/>
          </a:prstGeom>
        </p:spPr>
      </p:pic>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2E249006-98D0-0642-BEA9-5D0FB48FD5A7}"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13" name="Picture Placeholder 12">
            <a:extLst>
              <a:ext uri="{FF2B5EF4-FFF2-40B4-BE49-F238E27FC236}">
                <a16:creationId xmlns:a16="http://schemas.microsoft.com/office/drawing/2014/main" id="{536C0A39-A341-62FC-DBEE-15D72A6B8832}"/>
              </a:ext>
            </a:extLst>
          </p:cNvPr>
          <p:cNvSpPr>
            <a:spLocks noGrp="1" noRot="1" noMove="1" noResize="1" noEditPoints="1" noAdjustHandles="1" noChangeArrowheads="1" noChangeShapeType="1"/>
          </p:cNvSpPr>
          <p:nvPr>
            <p:ph type="pic" sz="quarter" idx="14"/>
          </p:nvPr>
        </p:nvSpPr>
        <p:spPr>
          <a:xfrm>
            <a:off x="6793083" y="679450"/>
            <a:ext cx="3579641" cy="5403850"/>
          </a:xfrm>
          <a:solidFill>
            <a:schemeClr val="bg1"/>
          </a:solidFill>
        </p:spPr>
        <p:txBody>
          <a:bodyPr/>
          <a:lstStyle/>
          <a:p>
            <a:r>
              <a:rPr lang="en-US"/>
              <a:t>Click icon to add picture</a:t>
            </a:r>
            <a:endParaRPr lang="en-GB"/>
          </a:p>
        </p:txBody>
      </p:sp>
      <p:sp>
        <p:nvSpPr>
          <p:cNvPr id="7" name="Title 1">
            <a:extLst>
              <a:ext uri="{FF2B5EF4-FFF2-40B4-BE49-F238E27FC236}">
                <a16:creationId xmlns:a16="http://schemas.microsoft.com/office/drawing/2014/main" id="{2DCF487D-6B64-4C03-321A-3575DCF79BC0}"/>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9" name="Text Placeholder 7">
            <a:extLst>
              <a:ext uri="{FF2B5EF4-FFF2-40B4-BE49-F238E27FC236}">
                <a16:creationId xmlns:a16="http://schemas.microsoft.com/office/drawing/2014/main" id="{594AB561-1646-3900-DBF6-A7703824D409}"/>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pic>
        <p:nvPicPr>
          <p:cNvPr id="2" name="Graphic 7">
            <a:extLst>
              <a:ext uri="{FF2B5EF4-FFF2-40B4-BE49-F238E27FC236}">
                <a16:creationId xmlns:a16="http://schemas.microsoft.com/office/drawing/2014/main" id="{731F60F5-7713-AA46-4257-5D46F9D9ABC0}"/>
              </a:ext>
            </a:extLst>
          </p:cNvPr>
          <p:cNvPicPr/>
          <p:nvPr userDrawn="1"/>
        </p:nvPicPr>
        <p:blipFill>
          <a:blip>
            <a:extLst>
              <a:ext uri="{96DAC541-7B7A-43D3-8B79-37D633B846F1}">
                <asvg:svgBlip xmlns:asvg="http://schemas.microsoft.com/office/drawing/2016/SVG/main" r:embed="rId3"/>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9241311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and Chart 01">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2615C4-A517-6BB0-709D-9D280CC12B2D}"/>
              </a:ext>
            </a:extLst>
          </p:cNvPr>
          <p:cNvSpPr>
            <a:spLocks noGrp="1" noRot="1" noMove="1" noResize="1" noEditPoints="1" noAdjustHandles="1" noChangeArrowheads="1" noChangeShapeType="1"/>
          </p:cNvSpPr>
          <p:nvPr>
            <p:ph idx="1"/>
          </p:nvPr>
        </p:nvSpPr>
        <p:spPr>
          <a:xfrm>
            <a:off x="425450" y="1912122"/>
            <a:ext cx="3600000" cy="45204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5645CCE-FBD9-B36D-03BE-3FBF48E2EC36}"/>
              </a:ext>
            </a:extLst>
          </p:cNvPr>
          <p:cNvSpPr>
            <a:spLocks noGrp="1" noRot="1" noMove="1" noResize="1" noEditPoints="1" noAdjustHandles="1" noChangeArrowheads="1" noChangeShapeType="1"/>
          </p:cNvSpPr>
          <p:nvPr>
            <p:ph type="dt" sz="half" idx="10"/>
          </p:nvPr>
        </p:nvSpPr>
        <p:spPr/>
        <p:txBody>
          <a:bodyPr/>
          <a:lstStyle/>
          <a:p>
            <a:fld id="{B152B34A-3560-634A-9A06-8C3C23F9E4FB}" type="datetime1">
              <a:rPr lang="es-ES" smtClean="0"/>
              <a:t>20/3/26</a:t>
            </a:fld>
            <a:endParaRPr lang="en-GB"/>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r>
              <a:rPr lang="en-GB"/>
              <a:t>Título de la presentación</a:t>
            </a: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t>‹Nº›</a:t>
            </a:fld>
            <a:endParaRPr lang="en-GB"/>
          </a:p>
        </p:txBody>
      </p:sp>
      <p:sp>
        <p:nvSpPr>
          <p:cNvPr id="9" name="Chart Placeholder 8">
            <a:extLst>
              <a:ext uri="{FF2B5EF4-FFF2-40B4-BE49-F238E27FC236}">
                <a16:creationId xmlns:a16="http://schemas.microsoft.com/office/drawing/2014/main" id="{74CE1433-C4E6-6647-23DB-E8ECAEE6F57A}"/>
              </a:ext>
            </a:extLst>
          </p:cNvPr>
          <p:cNvSpPr>
            <a:spLocks noGrp="1" noRot="1" noMove="1" noResize="1" noEditPoints="1" noAdjustHandles="1" noChangeArrowheads="1" noChangeShapeType="1"/>
          </p:cNvSpPr>
          <p:nvPr>
            <p:ph type="chart" sz="quarter" idx="14"/>
          </p:nvPr>
        </p:nvSpPr>
        <p:spPr>
          <a:xfrm>
            <a:off x="4957763" y="1911350"/>
            <a:ext cx="6802438" cy="4521200"/>
          </a:xfrm>
        </p:spPr>
        <p:txBody>
          <a:bodyPr/>
          <a:lstStyle/>
          <a:p>
            <a:r>
              <a:rPr lang="en-US"/>
              <a:t>Click icon to add chart</a:t>
            </a:r>
            <a:endParaRPr lang="en-GB"/>
          </a:p>
        </p:txBody>
      </p:sp>
      <p:sp>
        <p:nvSpPr>
          <p:cNvPr id="7" name="Title 1">
            <a:extLst>
              <a:ext uri="{FF2B5EF4-FFF2-40B4-BE49-F238E27FC236}">
                <a16:creationId xmlns:a16="http://schemas.microsoft.com/office/drawing/2014/main" id="{DD38A734-F734-74EB-AE22-129DA237465E}"/>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F7E0D93A-86A9-ECD5-6D8E-C79E3D4C51EC}"/>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59319638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and Chart 02">
    <p:bg>
      <p:bgPr>
        <a:solidFill>
          <a:schemeClr val="bg1"/>
        </a:solidFill>
        <a:effectLst/>
      </p:bgPr>
    </p:bg>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C56972D4-8465-5871-DF63-C5C1A5152845}"/>
              </a:ext>
            </a:extLst>
          </p:cNvPr>
          <p:cNvSpPr>
            <a:spLocks noGrp="1" noRot="1" noMove="1" noResize="1" noEditPoints="1" noAdjustHandles="1" noChangeArrowheads="1" noChangeShapeType="1"/>
          </p:cNvSpPr>
          <p:nvPr userDrawn="1"/>
        </p:nvSpPr>
        <p:spPr>
          <a:xfrm>
            <a:off x="425450" y="425450"/>
            <a:ext cx="11341100" cy="6007100"/>
          </a:xfrm>
          <a:custGeom>
            <a:avLst/>
            <a:gdLst>
              <a:gd name="csX0" fmla="*/ 5233460 w 11341100"/>
              <a:gd name="csY0" fmla="*/ 0 h 6007100"/>
              <a:gd name="csX1" fmla="*/ 11260665 w 11341100"/>
              <a:gd name="csY1" fmla="*/ 0 h 6007100"/>
              <a:gd name="csX2" fmla="*/ 11341100 w 11341100"/>
              <a:gd name="csY2" fmla="*/ 80435 h 6007100"/>
              <a:gd name="csX3" fmla="*/ 11341100 w 11341100"/>
              <a:gd name="csY3" fmla="*/ 5926665 h 6007100"/>
              <a:gd name="csX4" fmla="*/ 11260665 w 11341100"/>
              <a:gd name="csY4" fmla="*/ 6007100 h 6007100"/>
              <a:gd name="csX5" fmla="*/ 6111075 w 11341100"/>
              <a:gd name="csY5" fmla="*/ 6007100 h 6007100"/>
              <a:gd name="csX6" fmla="*/ 5233460 w 11341100"/>
              <a:gd name="csY6" fmla="*/ 6007100 h 6007100"/>
              <a:gd name="csX7" fmla="*/ 73825 w 11341100"/>
              <a:gd name="csY7" fmla="*/ 6007100 h 6007100"/>
              <a:gd name="csX8" fmla="*/ 0 w 11341100"/>
              <a:gd name="csY8" fmla="*/ 5933275 h 6007100"/>
              <a:gd name="csX9" fmla="*/ 0 w 11341100"/>
              <a:gd name="csY9" fmla="*/ 4598200 h 6007100"/>
              <a:gd name="csX10" fmla="*/ 73825 w 11341100"/>
              <a:gd name="csY10" fmla="*/ 4524375 h 6007100"/>
              <a:gd name="csX11" fmla="*/ 5057140 w 11341100"/>
              <a:gd name="csY11" fmla="*/ 4524375 h 6007100"/>
              <a:gd name="csX12" fmla="*/ 5079472 w 11341100"/>
              <a:gd name="csY12" fmla="*/ 4524375 h 6007100"/>
              <a:gd name="csX13" fmla="*/ 5153297 w 11341100"/>
              <a:gd name="csY13" fmla="*/ 4450550 h 6007100"/>
              <a:gd name="csX14" fmla="*/ 5153297 w 11341100"/>
              <a:gd name="csY14" fmla="*/ 3115475 h 6007100"/>
              <a:gd name="csX15" fmla="*/ 5153025 w 11341100"/>
              <a:gd name="csY15" fmla="*/ 3114128 h 6007100"/>
              <a:gd name="csX16" fmla="*/ 5153025 w 11341100"/>
              <a:gd name="csY16" fmla="*/ 80435 h 6007100"/>
              <a:gd name="csX17" fmla="*/ 5233460 w 11341100"/>
              <a:gd name="csY17" fmla="*/ 0 h 6007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341100" h="6007100">
                <a:moveTo>
                  <a:pt x="5233460" y="0"/>
                </a:moveTo>
                <a:lnTo>
                  <a:pt x="11260665" y="0"/>
                </a:lnTo>
                <a:cubicBezTo>
                  <a:pt x="11305088" y="0"/>
                  <a:pt x="11341100" y="36012"/>
                  <a:pt x="11341100" y="80435"/>
                </a:cubicBezTo>
                <a:lnTo>
                  <a:pt x="11341100" y="5926665"/>
                </a:lnTo>
                <a:cubicBezTo>
                  <a:pt x="11341100" y="5971088"/>
                  <a:pt x="11305088" y="6007100"/>
                  <a:pt x="11260665" y="6007100"/>
                </a:cubicBezTo>
                <a:lnTo>
                  <a:pt x="6111075" y="6007100"/>
                </a:lnTo>
                <a:lnTo>
                  <a:pt x="5233460" y="6007100"/>
                </a:lnTo>
                <a:lnTo>
                  <a:pt x="73825" y="6007100"/>
                </a:lnTo>
                <a:cubicBezTo>
                  <a:pt x="33053" y="6007100"/>
                  <a:pt x="0" y="5974047"/>
                  <a:pt x="0" y="5933275"/>
                </a:cubicBezTo>
                <a:lnTo>
                  <a:pt x="0" y="4598200"/>
                </a:lnTo>
                <a:cubicBezTo>
                  <a:pt x="0" y="4557428"/>
                  <a:pt x="33053" y="4524375"/>
                  <a:pt x="73825" y="4524375"/>
                </a:cubicBezTo>
                <a:lnTo>
                  <a:pt x="5057140" y="4524375"/>
                </a:lnTo>
                <a:lnTo>
                  <a:pt x="5079472" y="4524375"/>
                </a:lnTo>
                <a:cubicBezTo>
                  <a:pt x="5120244" y="4524375"/>
                  <a:pt x="5153297" y="4491322"/>
                  <a:pt x="5153297" y="4450550"/>
                </a:cubicBezTo>
                <a:lnTo>
                  <a:pt x="5153297" y="3115475"/>
                </a:lnTo>
                <a:lnTo>
                  <a:pt x="5153025" y="3114128"/>
                </a:lnTo>
                <a:lnTo>
                  <a:pt x="5153025" y="80435"/>
                </a:lnTo>
                <a:cubicBezTo>
                  <a:pt x="5153025" y="36012"/>
                  <a:pt x="5189037" y="0"/>
                  <a:pt x="5233460" y="0"/>
                </a:cubicBezTo>
                <a:close/>
              </a:path>
            </a:pathLst>
          </a:cu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220F6C0D-13E1-BA4E-9BF5-9775BFF5DECB}"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4" name="Chart Placeholder 13">
            <a:extLst>
              <a:ext uri="{FF2B5EF4-FFF2-40B4-BE49-F238E27FC236}">
                <a16:creationId xmlns:a16="http://schemas.microsoft.com/office/drawing/2014/main" id="{51EE4681-BACC-7C37-4AD5-B9C3684639A1}"/>
              </a:ext>
            </a:extLst>
          </p:cNvPr>
          <p:cNvSpPr>
            <a:spLocks noGrp="1" noRot="1" noMove="1" noResize="1" noEditPoints="1" noAdjustHandles="1" noChangeArrowheads="1" noChangeShapeType="1"/>
          </p:cNvSpPr>
          <p:nvPr>
            <p:ph type="chart" sz="quarter" idx="14"/>
          </p:nvPr>
        </p:nvSpPr>
        <p:spPr>
          <a:xfrm>
            <a:off x="5911666" y="722836"/>
            <a:ext cx="5543918" cy="5412328"/>
          </a:xfrm>
        </p:spPr>
        <p:txBody>
          <a:bodyPr/>
          <a:lstStyle/>
          <a:p>
            <a:r>
              <a:rPr lang="en-US"/>
              <a:t>Click icon to add chart</a:t>
            </a:r>
            <a:endParaRPr lang="en-GB"/>
          </a:p>
        </p:txBody>
      </p:sp>
      <p:sp>
        <p:nvSpPr>
          <p:cNvPr id="16" name="Text Placeholder 15">
            <a:extLst>
              <a:ext uri="{FF2B5EF4-FFF2-40B4-BE49-F238E27FC236}">
                <a16:creationId xmlns:a16="http://schemas.microsoft.com/office/drawing/2014/main" id="{83DC10C1-C296-F615-4932-6D0725F1F626}"/>
              </a:ext>
            </a:extLst>
          </p:cNvPr>
          <p:cNvSpPr>
            <a:spLocks noGrp="1" noRot="1" noMove="1" noResize="1" noEditPoints="1" noAdjustHandles="1" noChangeArrowheads="1" noChangeShapeType="1"/>
          </p:cNvSpPr>
          <p:nvPr>
            <p:ph type="body" sz="quarter" idx="15"/>
          </p:nvPr>
        </p:nvSpPr>
        <p:spPr>
          <a:xfrm>
            <a:off x="424801" y="1911600"/>
            <a:ext cx="4932000" cy="27679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17" name="Text Placeholder 15">
            <a:extLst>
              <a:ext uri="{FF2B5EF4-FFF2-40B4-BE49-F238E27FC236}">
                <a16:creationId xmlns:a16="http://schemas.microsoft.com/office/drawing/2014/main" id="{7A2E70B2-29C4-FCC7-8029-EE91507C6E8A}"/>
              </a:ext>
            </a:extLst>
          </p:cNvPr>
          <p:cNvSpPr>
            <a:spLocks noGrp="1" noRot="1" noMove="1" noResize="1" noEditPoints="1" noAdjustHandles="1" noChangeArrowheads="1" noChangeShapeType="1"/>
          </p:cNvSpPr>
          <p:nvPr>
            <p:ph type="body" sz="quarter" idx="16"/>
          </p:nvPr>
        </p:nvSpPr>
        <p:spPr>
          <a:xfrm>
            <a:off x="644720" y="5080000"/>
            <a:ext cx="4500000" cy="1223780"/>
          </a:xfrm>
        </p:spPr>
        <p:txBody>
          <a:bodyPr anchor="ctr" anchorCtr="0"/>
          <a:lstStyle>
            <a:lvl1pPr>
              <a:defRPr b="1" i="0">
                <a:solidFill>
                  <a:schemeClr val="tx2"/>
                </a:solidFill>
                <a:latin typeface="Movistar Sans" pitchFamily="2" charset="77"/>
                <a:ea typeface="Movistar Sans" pitchFamily="2" charset="77"/>
              </a:defRPr>
            </a:lvl1pPr>
          </a:lstStyle>
          <a:p>
            <a:pPr lvl="0"/>
            <a:r>
              <a:rPr lang="en-US"/>
              <a:t>Click to edit Master text styles</a:t>
            </a:r>
          </a:p>
        </p:txBody>
      </p:sp>
      <p:sp>
        <p:nvSpPr>
          <p:cNvPr id="7" name="Title 1">
            <a:extLst>
              <a:ext uri="{FF2B5EF4-FFF2-40B4-BE49-F238E27FC236}">
                <a16:creationId xmlns:a16="http://schemas.microsoft.com/office/drawing/2014/main" id="{B80FA7B3-2F92-5BB9-9FE0-AADAE8411856}"/>
              </a:ext>
            </a:extLst>
          </p:cNvPr>
          <p:cNvSpPr>
            <a:spLocks noGrp="1"/>
          </p:cNvSpPr>
          <p:nvPr>
            <p:ph type="title"/>
          </p:nvPr>
        </p:nvSpPr>
        <p:spPr>
          <a:xfrm>
            <a:off x="425450" y="656657"/>
            <a:ext cx="4931351" cy="1008000"/>
          </a:xfrm>
        </p:spPr>
        <p:txBody>
          <a:bodyPr/>
          <a:lstStyle>
            <a:lvl1pPr>
              <a:lnSpc>
                <a:spcPts val="3200"/>
              </a:lnSpc>
              <a:defRPr sz="3200"/>
            </a:lvl1pPr>
          </a:lstStyle>
          <a:p>
            <a:r>
              <a:rPr lang="en-US" dirty="0"/>
              <a:t>Click to edit Master title style</a:t>
            </a:r>
            <a:endParaRPr lang="en-GB" dirty="0"/>
          </a:p>
        </p:txBody>
      </p:sp>
      <p:sp>
        <p:nvSpPr>
          <p:cNvPr id="8" name="Text Placeholder 7">
            <a:extLst>
              <a:ext uri="{FF2B5EF4-FFF2-40B4-BE49-F238E27FC236}">
                <a16:creationId xmlns:a16="http://schemas.microsoft.com/office/drawing/2014/main" id="{8A7B65B2-0E7B-8CFF-5451-0E052065CACE}"/>
              </a:ext>
            </a:extLst>
          </p:cNvPr>
          <p:cNvSpPr>
            <a:spLocks noGrp="1"/>
          </p:cNvSpPr>
          <p:nvPr>
            <p:ph type="body" sz="quarter" idx="33"/>
          </p:nvPr>
        </p:nvSpPr>
        <p:spPr>
          <a:xfrm>
            <a:off x="425450" y="432863"/>
            <a:ext cx="493242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16640741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7FD35BE4-8E34-0140-8788-A0FA842CA9BC}"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4" name="Chart Placeholder 13">
            <a:extLst>
              <a:ext uri="{FF2B5EF4-FFF2-40B4-BE49-F238E27FC236}">
                <a16:creationId xmlns:a16="http://schemas.microsoft.com/office/drawing/2014/main" id="{51EE4681-BACC-7C37-4AD5-B9C3684639A1}"/>
              </a:ext>
            </a:extLst>
          </p:cNvPr>
          <p:cNvSpPr>
            <a:spLocks noGrp="1" noRot="1" noMove="1" noResize="1" noEditPoints="1" noAdjustHandles="1" noChangeArrowheads="1" noChangeShapeType="1"/>
          </p:cNvSpPr>
          <p:nvPr>
            <p:ph type="chart" sz="quarter" idx="14"/>
          </p:nvPr>
        </p:nvSpPr>
        <p:spPr>
          <a:xfrm>
            <a:off x="431801" y="1840019"/>
            <a:ext cx="1662051" cy="3170131"/>
          </a:xfrm>
        </p:spPr>
        <p:txBody>
          <a:bodyPr/>
          <a:lstStyle/>
          <a:p>
            <a:r>
              <a:rPr lang="en-US"/>
              <a:t>Click icon to add chart</a:t>
            </a:r>
            <a:endParaRPr lang="en-GB"/>
          </a:p>
        </p:txBody>
      </p:sp>
      <p:sp>
        <p:nvSpPr>
          <p:cNvPr id="16" name="Text Placeholder 15">
            <a:extLst>
              <a:ext uri="{FF2B5EF4-FFF2-40B4-BE49-F238E27FC236}">
                <a16:creationId xmlns:a16="http://schemas.microsoft.com/office/drawing/2014/main" id="{83DC10C1-C296-F615-4932-6D0725F1F626}"/>
              </a:ext>
            </a:extLst>
          </p:cNvPr>
          <p:cNvSpPr>
            <a:spLocks noGrp="1" noRot="1" noMove="1" noResize="1" noEditPoints="1" noAdjustHandles="1" noChangeArrowheads="1" noChangeShapeType="1"/>
          </p:cNvSpPr>
          <p:nvPr>
            <p:ph type="body" sz="quarter" idx="15"/>
          </p:nvPr>
        </p:nvSpPr>
        <p:spPr>
          <a:xfrm>
            <a:off x="424801" y="5474012"/>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8" name="Text Placeholder 15">
            <a:extLst>
              <a:ext uri="{FF2B5EF4-FFF2-40B4-BE49-F238E27FC236}">
                <a16:creationId xmlns:a16="http://schemas.microsoft.com/office/drawing/2014/main" id="{389C020F-F5A4-2CE3-B2AB-3D6991CA5B69}"/>
              </a:ext>
            </a:extLst>
          </p:cNvPr>
          <p:cNvSpPr>
            <a:spLocks noGrp="1" noRot="1" noMove="1" noResize="1" noEditPoints="1" noAdjustHandles="1" noChangeArrowheads="1" noChangeShapeType="1"/>
          </p:cNvSpPr>
          <p:nvPr>
            <p:ph type="body" sz="quarter" idx="16"/>
          </p:nvPr>
        </p:nvSpPr>
        <p:spPr>
          <a:xfrm>
            <a:off x="424801" y="51910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9" name="Chart Placeholder 13">
            <a:extLst>
              <a:ext uri="{FF2B5EF4-FFF2-40B4-BE49-F238E27FC236}">
                <a16:creationId xmlns:a16="http://schemas.microsoft.com/office/drawing/2014/main" id="{002FE3EC-46D8-AAA1-F959-FC165E0FB105}"/>
              </a:ext>
            </a:extLst>
          </p:cNvPr>
          <p:cNvSpPr>
            <a:spLocks noGrp="1" noRot="1" noMove="1" noResize="1" noEditPoints="1" noAdjustHandles="1" noChangeArrowheads="1" noChangeShapeType="1"/>
          </p:cNvSpPr>
          <p:nvPr>
            <p:ph type="chart" sz="quarter" idx="17"/>
          </p:nvPr>
        </p:nvSpPr>
        <p:spPr>
          <a:xfrm>
            <a:off x="2364559" y="1840019"/>
            <a:ext cx="1662051" cy="3170131"/>
          </a:xfrm>
        </p:spPr>
        <p:txBody>
          <a:bodyPr/>
          <a:lstStyle/>
          <a:p>
            <a:r>
              <a:rPr lang="en-US"/>
              <a:t>Click icon to add chart</a:t>
            </a:r>
            <a:endParaRPr lang="en-GB"/>
          </a:p>
        </p:txBody>
      </p:sp>
      <p:sp>
        <p:nvSpPr>
          <p:cNvPr id="10" name="Text Placeholder 15">
            <a:extLst>
              <a:ext uri="{FF2B5EF4-FFF2-40B4-BE49-F238E27FC236}">
                <a16:creationId xmlns:a16="http://schemas.microsoft.com/office/drawing/2014/main" id="{250826C4-DBD5-D80A-6F5D-BB1FBAEB92DB}"/>
              </a:ext>
            </a:extLst>
          </p:cNvPr>
          <p:cNvSpPr>
            <a:spLocks noGrp="1" noRot="1" noMove="1" noResize="1" noEditPoints="1" noAdjustHandles="1" noChangeArrowheads="1" noChangeShapeType="1"/>
          </p:cNvSpPr>
          <p:nvPr>
            <p:ph type="body" sz="quarter" idx="18"/>
          </p:nvPr>
        </p:nvSpPr>
        <p:spPr>
          <a:xfrm>
            <a:off x="2357559" y="5474012"/>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1" name="Text Placeholder 15">
            <a:extLst>
              <a:ext uri="{FF2B5EF4-FFF2-40B4-BE49-F238E27FC236}">
                <a16:creationId xmlns:a16="http://schemas.microsoft.com/office/drawing/2014/main" id="{23DE21E9-1D2B-C508-1EB1-B87F4D3EE184}"/>
              </a:ext>
            </a:extLst>
          </p:cNvPr>
          <p:cNvSpPr>
            <a:spLocks noGrp="1" noRot="1" noMove="1" noResize="1" noEditPoints="1" noAdjustHandles="1" noChangeArrowheads="1" noChangeShapeType="1"/>
          </p:cNvSpPr>
          <p:nvPr>
            <p:ph type="body" sz="quarter" idx="19"/>
          </p:nvPr>
        </p:nvSpPr>
        <p:spPr>
          <a:xfrm>
            <a:off x="2357559" y="51910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3" name="Chart Placeholder 13">
            <a:extLst>
              <a:ext uri="{FF2B5EF4-FFF2-40B4-BE49-F238E27FC236}">
                <a16:creationId xmlns:a16="http://schemas.microsoft.com/office/drawing/2014/main" id="{9B72E90A-FD4B-8E7D-A2F9-5DA801DCEDF8}"/>
              </a:ext>
            </a:extLst>
          </p:cNvPr>
          <p:cNvSpPr>
            <a:spLocks noGrp="1" noRot="1" noMove="1" noResize="1" noEditPoints="1" noAdjustHandles="1" noChangeArrowheads="1" noChangeShapeType="1"/>
          </p:cNvSpPr>
          <p:nvPr>
            <p:ph type="chart" sz="quarter" idx="20"/>
          </p:nvPr>
        </p:nvSpPr>
        <p:spPr>
          <a:xfrm>
            <a:off x="4297317" y="1840019"/>
            <a:ext cx="1662051" cy="3170131"/>
          </a:xfrm>
        </p:spPr>
        <p:txBody>
          <a:bodyPr/>
          <a:lstStyle/>
          <a:p>
            <a:r>
              <a:rPr lang="en-US"/>
              <a:t>Click icon to add chart</a:t>
            </a:r>
            <a:endParaRPr lang="en-GB"/>
          </a:p>
        </p:txBody>
      </p:sp>
      <p:sp>
        <p:nvSpPr>
          <p:cNvPr id="15" name="Text Placeholder 15">
            <a:extLst>
              <a:ext uri="{FF2B5EF4-FFF2-40B4-BE49-F238E27FC236}">
                <a16:creationId xmlns:a16="http://schemas.microsoft.com/office/drawing/2014/main" id="{CD25339A-6477-E66C-EF24-0815561038F3}"/>
              </a:ext>
            </a:extLst>
          </p:cNvPr>
          <p:cNvSpPr>
            <a:spLocks noGrp="1" noRot="1" noMove="1" noResize="1" noEditPoints="1" noAdjustHandles="1" noChangeArrowheads="1" noChangeShapeType="1"/>
          </p:cNvSpPr>
          <p:nvPr>
            <p:ph type="body" sz="quarter" idx="21"/>
          </p:nvPr>
        </p:nvSpPr>
        <p:spPr>
          <a:xfrm>
            <a:off x="4290317" y="5474012"/>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8" name="Text Placeholder 15">
            <a:extLst>
              <a:ext uri="{FF2B5EF4-FFF2-40B4-BE49-F238E27FC236}">
                <a16:creationId xmlns:a16="http://schemas.microsoft.com/office/drawing/2014/main" id="{D4552171-A024-B640-48A7-8A318828DCDF}"/>
              </a:ext>
            </a:extLst>
          </p:cNvPr>
          <p:cNvSpPr>
            <a:spLocks noGrp="1" noRot="1" noMove="1" noResize="1" noEditPoints="1" noAdjustHandles="1" noChangeArrowheads="1" noChangeShapeType="1"/>
          </p:cNvSpPr>
          <p:nvPr>
            <p:ph type="body" sz="quarter" idx="22"/>
          </p:nvPr>
        </p:nvSpPr>
        <p:spPr>
          <a:xfrm>
            <a:off x="4290317" y="51910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9" name="Chart Placeholder 13">
            <a:extLst>
              <a:ext uri="{FF2B5EF4-FFF2-40B4-BE49-F238E27FC236}">
                <a16:creationId xmlns:a16="http://schemas.microsoft.com/office/drawing/2014/main" id="{AC3D45A0-E7C7-A669-74F8-A433D91223B6}"/>
              </a:ext>
            </a:extLst>
          </p:cNvPr>
          <p:cNvSpPr>
            <a:spLocks noGrp="1" noRot="1" noMove="1" noResize="1" noEditPoints="1" noAdjustHandles="1" noChangeArrowheads="1" noChangeShapeType="1"/>
          </p:cNvSpPr>
          <p:nvPr>
            <p:ph type="chart" sz="quarter" idx="23"/>
          </p:nvPr>
        </p:nvSpPr>
        <p:spPr>
          <a:xfrm>
            <a:off x="6230075" y="1840019"/>
            <a:ext cx="1662051" cy="3170131"/>
          </a:xfrm>
        </p:spPr>
        <p:txBody>
          <a:bodyPr/>
          <a:lstStyle/>
          <a:p>
            <a:r>
              <a:rPr lang="en-US"/>
              <a:t>Click icon to add chart</a:t>
            </a:r>
            <a:endParaRPr lang="en-GB"/>
          </a:p>
        </p:txBody>
      </p:sp>
      <p:sp>
        <p:nvSpPr>
          <p:cNvPr id="20" name="Text Placeholder 15">
            <a:extLst>
              <a:ext uri="{FF2B5EF4-FFF2-40B4-BE49-F238E27FC236}">
                <a16:creationId xmlns:a16="http://schemas.microsoft.com/office/drawing/2014/main" id="{511FCAF3-A7D3-C1BC-11A9-EEF36DA7198B}"/>
              </a:ext>
            </a:extLst>
          </p:cNvPr>
          <p:cNvSpPr>
            <a:spLocks noGrp="1" noRot="1" noMove="1" noResize="1" noEditPoints="1" noAdjustHandles="1" noChangeArrowheads="1" noChangeShapeType="1"/>
          </p:cNvSpPr>
          <p:nvPr>
            <p:ph type="body" sz="quarter" idx="24"/>
          </p:nvPr>
        </p:nvSpPr>
        <p:spPr>
          <a:xfrm>
            <a:off x="6223075" y="5474012"/>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21" name="Text Placeholder 15">
            <a:extLst>
              <a:ext uri="{FF2B5EF4-FFF2-40B4-BE49-F238E27FC236}">
                <a16:creationId xmlns:a16="http://schemas.microsoft.com/office/drawing/2014/main" id="{7D8BB5FF-22A6-A84C-C012-D7D880E694FD}"/>
              </a:ext>
            </a:extLst>
          </p:cNvPr>
          <p:cNvSpPr>
            <a:spLocks noGrp="1" noRot="1" noMove="1" noResize="1" noEditPoints="1" noAdjustHandles="1" noChangeArrowheads="1" noChangeShapeType="1"/>
          </p:cNvSpPr>
          <p:nvPr>
            <p:ph type="body" sz="quarter" idx="25"/>
          </p:nvPr>
        </p:nvSpPr>
        <p:spPr>
          <a:xfrm>
            <a:off x="6223075" y="51910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22" name="Chart Placeholder 13">
            <a:extLst>
              <a:ext uri="{FF2B5EF4-FFF2-40B4-BE49-F238E27FC236}">
                <a16:creationId xmlns:a16="http://schemas.microsoft.com/office/drawing/2014/main" id="{5281E70C-6E76-99A3-40FB-995A00C34723}"/>
              </a:ext>
            </a:extLst>
          </p:cNvPr>
          <p:cNvSpPr>
            <a:spLocks noGrp="1" noRot="1" noMove="1" noResize="1" noEditPoints="1" noAdjustHandles="1" noChangeArrowheads="1" noChangeShapeType="1"/>
          </p:cNvSpPr>
          <p:nvPr>
            <p:ph type="chart" sz="quarter" idx="26"/>
          </p:nvPr>
        </p:nvSpPr>
        <p:spPr>
          <a:xfrm>
            <a:off x="8162833" y="1840019"/>
            <a:ext cx="1662051" cy="3170131"/>
          </a:xfrm>
        </p:spPr>
        <p:txBody>
          <a:bodyPr/>
          <a:lstStyle/>
          <a:p>
            <a:r>
              <a:rPr lang="en-US"/>
              <a:t>Click icon to add chart</a:t>
            </a:r>
            <a:endParaRPr lang="en-GB"/>
          </a:p>
        </p:txBody>
      </p:sp>
      <p:sp>
        <p:nvSpPr>
          <p:cNvPr id="23" name="Text Placeholder 15">
            <a:extLst>
              <a:ext uri="{FF2B5EF4-FFF2-40B4-BE49-F238E27FC236}">
                <a16:creationId xmlns:a16="http://schemas.microsoft.com/office/drawing/2014/main" id="{216CC164-DB3C-06CB-699E-014CE324B1B6}"/>
              </a:ext>
            </a:extLst>
          </p:cNvPr>
          <p:cNvSpPr>
            <a:spLocks noGrp="1" noRot="1" noMove="1" noResize="1" noEditPoints="1" noAdjustHandles="1" noChangeArrowheads="1" noChangeShapeType="1"/>
          </p:cNvSpPr>
          <p:nvPr>
            <p:ph type="body" sz="quarter" idx="27"/>
          </p:nvPr>
        </p:nvSpPr>
        <p:spPr>
          <a:xfrm>
            <a:off x="8155833" y="5474012"/>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24" name="Text Placeholder 15">
            <a:extLst>
              <a:ext uri="{FF2B5EF4-FFF2-40B4-BE49-F238E27FC236}">
                <a16:creationId xmlns:a16="http://schemas.microsoft.com/office/drawing/2014/main" id="{0AD3662A-D14B-E53A-A540-45BAF848D7D5}"/>
              </a:ext>
            </a:extLst>
          </p:cNvPr>
          <p:cNvSpPr>
            <a:spLocks noGrp="1" noRot="1" noMove="1" noResize="1" noEditPoints="1" noAdjustHandles="1" noChangeArrowheads="1" noChangeShapeType="1"/>
          </p:cNvSpPr>
          <p:nvPr>
            <p:ph type="body" sz="quarter" idx="28"/>
          </p:nvPr>
        </p:nvSpPr>
        <p:spPr>
          <a:xfrm>
            <a:off x="8155833" y="51910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25" name="Chart Placeholder 13">
            <a:extLst>
              <a:ext uri="{FF2B5EF4-FFF2-40B4-BE49-F238E27FC236}">
                <a16:creationId xmlns:a16="http://schemas.microsoft.com/office/drawing/2014/main" id="{3A80C48A-CB5C-71A1-34BB-4041C8983EA6}"/>
              </a:ext>
            </a:extLst>
          </p:cNvPr>
          <p:cNvSpPr>
            <a:spLocks noGrp="1" noRot="1" noMove="1" noResize="1" noEditPoints="1" noAdjustHandles="1" noChangeArrowheads="1" noChangeShapeType="1"/>
          </p:cNvSpPr>
          <p:nvPr>
            <p:ph type="chart" sz="quarter" idx="29"/>
          </p:nvPr>
        </p:nvSpPr>
        <p:spPr>
          <a:xfrm>
            <a:off x="10095590" y="1840019"/>
            <a:ext cx="1662051" cy="3170131"/>
          </a:xfrm>
        </p:spPr>
        <p:txBody>
          <a:bodyPr/>
          <a:lstStyle/>
          <a:p>
            <a:r>
              <a:rPr lang="en-US"/>
              <a:t>Click icon to add chart</a:t>
            </a:r>
            <a:endParaRPr lang="en-GB"/>
          </a:p>
        </p:txBody>
      </p:sp>
      <p:sp>
        <p:nvSpPr>
          <p:cNvPr id="26" name="Text Placeholder 15">
            <a:extLst>
              <a:ext uri="{FF2B5EF4-FFF2-40B4-BE49-F238E27FC236}">
                <a16:creationId xmlns:a16="http://schemas.microsoft.com/office/drawing/2014/main" id="{0462A553-F91B-5957-5DA7-F89E8660CC77}"/>
              </a:ext>
            </a:extLst>
          </p:cNvPr>
          <p:cNvSpPr>
            <a:spLocks noGrp="1" noRot="1" noMove="1" noResize="1" noEditPoints="1" noAdjustHandles="1" noChangeArrowheads="1" noChangeShapeType="1"/>
          </p:cNvSpPr>
          <p:nvPr>
            <p:ph type="body" sz="quarter" idx="30"/>
          </p:nvPr>
        </p:nvSpPr>
        <p:spPr>
          <a:xfrm>
            <a:off x="10088590" y="5474012"/>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27" name="Text Placeholder 15">
            <a:extLst>
              <a:ext uri="{FF2B5EF4-FFF2-40B4-BE49-F238E27FC236}">
                <a16:creationId xmlns:a16="http://schemas.microsoft.com/office/drawing/2014/main" id="{B78A852E-5672-85EB-D144-12740C74A740}"/>
              </a:ext>
            </a:extLst>
          </p:cNvPr>
          <p:cNvSpPr>
            <a:spLocks noGrp="1" noRot="1" noMove="1" noResize="1" noEditPoints="1" noAdjustHandles="1" noChangeArrowheads="1" noChangeShapeType="1"/>
          </p:cNvSpPr>
          <p:nvPr>
            <p:ph type="body" sz="quarter" idx="31"/>
          </p:nvPr>
        </p:nvSpPr>
        <p:spPr>
          <a:xfrm>
            <a:off x="10088590" y="51910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130683318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A5D5F4BF-950F-B640-9B78-E111BFBCA891}"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
        <p:nvSpPr>
          <p:cNvPr id="71" name="Picture Placeholder 6">
            <a:extLst>
              <a:ext uri="{FF2B5EF4-FFF2-40B4-BE49-F238E27FC236}">
                <a16:creationId xmlns:a16="http://schemas.microsoft.com/office/drawing/2014/main" id="{EAC9D434-8342-90B6-7EE0-C094679706A2}"/>
              </a:ext>
            </a:extLst>
          </p:cNvPr>
          <p:cNvSpPr>
            <a:spLocks noGrp="1"/>
          </p:cNvSpPr>
          <p:nvPr>
            <p:ph type="pic" sz="quarter" idx="20"/>
          </p:nvPr>
        </p:nvSpPr>
        <p:spPr>
          <a:xfrm>
            <a:off x="439799" y="1954032"/>
            <a:ext cx="1654054" cy="2089332"/>
          </a:xfrm>
          <a:prstGeom prst="roundRect">
            <a:avLst>
              <a:gd name="adj" fmla="val 3579"/>
            </a:avLst>
          </a:prstGeom>
        </p:spPr>
        <p:txBody>
          <a:bodyPr/>
          <a:lstStyle/>
          <a:p>
            <a:endParaRPr lang="es-ES_tradnl"/>
          </a:p>
        </p:txBody>
      </p:sp>
      <p:sp>
        <p:nvSpPr>
          <p:cNvPr id="72" name="Picture Placeholder 6">
            <a:extLst>
              <a:ext uri="{FF2B5EF4-FFF2-40B4-BE49-F238E27FC236}">
                <a16:creationId xmlns:a16="http://schemas.microsoft.com/office/drawing/2014/main" id="{26519EA2-1F7F-2698-9583-953A0BB1D716}"/>
              </a:ext>
            </a:extLst>
          </p:cNvPr>
          <p:cNvSpPr>
            <a:spLocks noGrp="1"/>
          </p:cNvSpPr>
          <p:nvPr>
            <p:ph type="pic" sz="quarter" idx="46"/>
          </p:nvPr>
        </p:nvSpPr>
        <p:spPr>
          <a:xfrm>
            <a:off x="2370888" y="1954032"/>
            <a:ext cx="1654054" cy="2089332"/>
          </a:xfrm>
          <a:prstGeom prst="roundRect">
            <a:avLst>
              <a:gd name="adj" fmla="val 3579"/>
            </a:avLst>
          </a:prstGeom>
        </p:spPr>
        <p:txBody>
          <a:bodyPr/>
          <a:lstStyle/>
          <a:p>
            <a:endParaRPr lang="es-ES_tradnl"/>
          </a:p>
        </p:txBody>
      </p:sp>
      <p:sp>
        <p:nvSpPr>
          <p:cNvPr id="73" name="Picture Placeholder 6">
            <a:extLst>
              <a:ext uri="{FF2B5EF4-FFF2-40B4-BE49-F238E27FC236}">
                <a16:creationId xmlns:a16="http://schemas.microsoft.com/office/drawing/2014/main" id="{DFCB6363-BCA8-E579-BAB3-24349256832C}"/>
              </a:ext>
            </a:extLst>
          </p:cNvPr>
          <p:cNvSpPr>
            <a:spLocks noGrp="1"/>
          </p:cNvSpPr>
          <p:nvPr>
            <p:ph type="pic" sz="quarter" idx="47"/>
          </p:nvPr>
        </p:nvSpPr>
        <p:spPr>
          <a:xfrm>
            <a:off x="4301977" y="1954032"/>
            <a:ext cx="1654054" cy="2089332"/>
          </a:xfrm>
          <a:prstGeom prst="roundRect">
            <a:avLst>
              <a:gd name="adj" fmla="val 3579"/>
            </a:avLst>
          </a:prstGeom>
        </p:spPr>
        <p:txBody>
          <a:bodyPr/>
          <a:lstStyle/>
          <a:p>
            <a:endParaRPr lang="es-ES_tradnl"/>
          </a:p>
        </p:txBody>
      </p:sp>
      <p:sp>
        <p:nvSpPr>
          <p:cNvPr id="74" name="Picture Placeholder 6">
            <a:extLst>
              <a:ext uri="{FF2B5EF4-FFF2-40B4-BE49-F238E27FC236}">
                <a16:creationId xmlns:a16="http://schemas.microsoft.com/office/drawing/2014/main" id="{6F5FF699-CCB5-3329-078C-750288715960}"/>
              </a:ext>
            </a:extLst>
          </p:cNvPr>
          <p:cNvSpPr>
            <a:spLocks noGrp="1"/>
          </p:cNvSpPr>
          <p:nvPr>
            <p:ph type="pic" sz="quarter" idx="48"/>
          </p:nvPr>
        </p:nvSpPr>
        <p:spPr>
          <a:xfrm>
            <a:off x="6233066" y="1954032"/>
            <a:ext cx="1654054" cy="2089332"/>
          </a:xfrm>
          <a:prstGeom prst="roundRect">
            <a:avLst>
              <a:gd name="adj" fmla="val 3579"/>
            </a:avLst>
          </a:prstGeom>
        </p:spPr>
        <p:txBody>
          <a:bodyPr/>
          <a:lstStyle/>
          <a:p>
            <a:endParaRPr lang="es-ES_tradnl"/>
          </a:p>
        </p:txBody>
      </p:sp>
      <p:sp>
        <p:nvSpPr>
          <p:cNvPr id="75" name="Picture Placeholder 6">
            <a:extLst>
              <a:ext uri="{FF2B5EF4-FFF2-40B4-BE49-F238E27FC236}">
                <a16:creationId xmlns:a16="http://schemas.microsoft.com/office/drawing/2014/main" id="{7B3594EE-1814-20BB-6FF1-61DCC7C9ADB4}"/>
              </a:ext>
            </a:extLst>
          </p:cNvPr>
          <p:cNvSpPr>
            <a:spLocks noGrp="1"/>
          </p:cNvSpPr>
          <p:nvPr>
            <p:ph type="pic" sz="quarter" idx="49"/>
          </p:nvPr>
        </p:nvSpPr>
        <p:spPr>
          <a:xfrm>
            <a:off x="8164155" y="1954032"/>
            <a:ext cx="1654054" cy="2089332"/>
          </a:xfrm>
          <a:prstGeom prst="roundRect">
            <a:avLst>
              <a:gd name="adj" fmla="val 3579"/>
            </a:avLst>
          </a:prstGeom>
        </p:spPr>
        <p:txBody>
          <a:bodyPr/>
          <a:lstStyle/>
          <a:p>
            <a:endParaRPr lang="es-ES_tradnl"/>
          </a:p>
        </p:txBody>
      </p:sp>
      <p:sp>
        <p:nvSpPr>
          <p:cNvPr id="76" name="Picture Placeholder 6">
            <a:extLst>
              <a:ext uri="{FF2B5EF4-FFF2-40B4-BE49-F238E27FC236}">
                <a16:creationId xmlns:a16="http://schemas.microsoft.com/office/drawing/2014/main" id="{1682A5F6-8DD3-C717-7908-6E401ABC064C}"/>
              </a:ext>
            </a:extLst>
          </p:cNvPr>
          <p:cNvSpPr>
            <a:spLocks noGrp="1"/>
          </p:cNvSpPr>
          <p:nvPr>
            <p:ph type="pic" sz="quarter" idx="50"/>
          </p:nvPr>
        </p:nvSpPr>
        <p:spPr>
          <a:xfrm>
            <a:off x="10095244" y="1954032"/>
            <a:ext cx="1654054" cy="2089332"/>
          </a:xfrm>
          <a:prstGeom prst="roundRect">
            <a:avLst>
              <a:gd name="adj" fmla="val 3579"/>
            </a:avLst>
          </a:prstGeom>
        </p:spPr>
        <p:txBody>
          <a:bodyPr/>
          <a:lstStyle/>
          <a:p>
            <a:endParaRPr lang="es-ES_tradnl"/>
          </a:p>
        </p:txBody>
      </p:sp>
      <p:sp>
        <p:nvSpPr>
          <p:cNvPr id="83" name="Picture Placeholder 6">
            <a:extLst>
              <a:ext uri="{FF2B5EF4-FFF2-40B4-BE49-F238E27FC236}">
                <a16:creationId xmlns:a16="http://schemas.microsoft.com/office/drawing/2014/main" id="{BF02FB39-8D25-C0D9-35C9-C4071A0F0B89}"/>
              </a:ext>
            </a:extLst>
          </p:cNvPr>
          <p:cNvSpPr>
            <a:spLocks noGrp="1"/>
          </p:cNvSpPr>
          <p:nvPr>
            <p:ph type="pic" sz="quarter" idx="51"/>
          </p:nvPr>
        </p:nvSpPr>
        <p:spPr>
          <a:xfrm>
            <a:off x="439799" y="4247781"/>
            <a:ext cx="1654054" cy="2089332"/>
          </a:xfrm>
          <a:prstGeom prst="roundRect">
            <a:avLst>
              <a:gd name="adj" fmla="val 3579"/>
            </a:avLst>
          </a:prstGeom>
        </p:spPr>
        <p:txBody>
          <a:bodyPr/>
          <a:lstStyle/>
          <a:p>
            <a:endParaRPr lang="es-ES_tradnl"/>
          </a:p>
        </p:txBody>
      </p:sp>
      <p:sp>
        <p:nvSpPr>
          <p:cNvPr id="84" name="Picture Placeholder 6">
            <a:extLst>
              <a:ext uri="{FF2B5EF4-FFF2-40B4-BE49-F238E27FC236}">
                <a16:creationId xmlns:a16="http://schemas.microsoft.com/office/drawing/2014/main" id="{919C7A08-C32C-1F48-49B5-3DB69AC98949}"/>
              </a:ext>
            </a:extLst>
          </p:cNvPr>
          <p:cNvSpPr>
            <a:spLocks noGrp="1"/>
          </p:cNvSpPr>
          <p:nvPr>
            <p:ph type="pic" sz="quarter" idx="52"/>
          </p:nvPr>
        </p:nvSpPr>
        <p:spPr>
          <a:xfrm>
            <a:off x="2370888" y="4247781"/>
            <a:ext cx="1654054" cy="2089332"/>
          </a:xfrm>
          <a:prstGeom prst="roundRect">
            <a:avLst>
              <a:gd name="adj" fmla="val 3579"/>
            </a:avLst>
          </a:prstGeom>
        </p:spPr>
        <p:txBody>
          <a:bodyPr/>
          <a:lstStyle/>
          <a:p>
            <a:endParaRPr lang="es-ES_tradnl"/>
          </a:p>
        </p:txBody>
      </p:sp>
      <p:sp>
        <p:nvSpPr>
          <p:cNvPr id="85" name="Picture Placeholder 6">
            <a:extLst>
              <a:ext uri="{FF2B5EF4-FFF2-40B4-BE49-F238E27FC236}">
                <a16:creationId xmlns:a16="http://schemas.microsoft.com/office/drawing/2014/main" id="{7E6A0A5C-0DF9-07C5-515A-3D1606B30BF5}"/>
              </a:ext>
            </a:extLst>
          </p:cNvPr>
          <p:cNvSpPr>
            <a:spLocks noGrp="1"/>
          </p:cNvSpPr>
          <p:nvPr>
            <p:ph type="pic" sz="quarter" idx="53"/>
          </p:nvPr>
        </p:nvSpPr>
        <p:spPr>
          <a:xfrm>
            <a:off x="4301977" y="4247781"/>
            <a:ext cx="1654054" cy="2089332"/>
          </a:xfrm>
          <a:prstGeom prst="roundRect">
            <a:avLst>
              <a:gd name="adj" fmla="val 3579"/>
            </a:avLst>
          </a:prstGeom>
        </p:spPr>
        <p:txBody>
          <a:bodyPr/>
          <a:lstStyle/>
          <a:p>
            <a:endParaRPr lang="es-ES_tradnl"/>
          </a:p>
        </p:txBody>
      </p:sp>
      <p:sp>
        <p:nvSpPr>
          <p:cNvPr id="86" name="Picture Placeholder 6">
            <a:extLst>
              <a:ext uri="{FF2B5EF4-FFF2-40B4-BE49-F238E27FC236}">
                <a16:creationId xmlns:a16="http://schemas.microsoft.com/office/drawing/2014/main" id="{000A5063-C493-897E-BE5A-520E9EDE9576}"/>
              </a:ext>
            </a:extLst>
          </p:cNvPr>
          <p:cNvSpPr>
            <a:spLocks noGrp="1"/>
          </p:cNvSpPr>
          <p:nvPr>
            <p:ph type="pic" sz="quarter" idx="54"/>
          </p:nvPr>
        </p:nvSpPr>
        <p:spPr>
          <a:xfrm>
            <a:off x="6233066" y="4247781"/>
            <a:ext cx="1654054" cy="2089332"/>
          </a:xfrm>
          <a:prstGeom prst="roundRect">
            <a:avLst>
              <a:gd name="adj" fmla="val 3579"/>
            </a:avLst>
          </a:prstGeom>
        </p:spPr>
        <p:txBody>
          <a:bodyPr/>
          <a:lstStyle/>
          <a:p>
            <a:endParaRPr lang="es-ES_tradnl"/>
          </a:p>
        </p:txBody>
      </p:sp>
      <p:sp>
        <p:nvSpPr>
          <p:cNvPr id="87" name="Picture Placeholder 6">
            <a:extLst>
              <a:ext uri="{FF2B5EF4-FFF2-40B4-BE49-F238E27FC236}">
                <a16:creationId xmlns:a16="http://schemas.microsoft.com/office/drawing/2014/main" id="{10F62D68-E1F5-E371-01DD-24BB4E4620A2}"/>
              </a:ext>
            </a:extLst>
          </p:cNvPr>
          <p:cNvSpPr>
            <a:spLocks noGrp="1"/>
          </p:cNvSpPr>
          <p:nvPr>
            <p:ph type="pic" sz="quarter" idx="55"/>
          </p:nvPr>
        </p:nvSpPr>
        <p:spPr>
          <a:xfrm>
            <a:off x="8164155" y="4247781"/>
            <a:ext cx="1654054" cy="2089332"/>
          </a:xfrm>
          <a:prstGeom prst="roundRect">
            <a:avLst>
              <a:gd name="adj" fmla="val 3579"/>
            </a:avLst>
          </a:prstGeom>
        </p:spPr>
        <p:txBody>
          <a:bodyPr/>
          <a:lstStyle/>
          <a:p>
            <a:endParaRPr lang="es-ES_tradnl"/>
          </a:p>
        </p:txBody>
      </p:sp>
      <p:sp>
        <p:nvSpPr>
          <p:cNvPr id="88" name="Picture Placeholder 6">
            <a:extLst>
              <a:ext uri="{FF2B5EF4-FFF2-40B4-BE49-F238E27FC236}">
                <a16:creationId xmlns:a16="http://schemas.microsoft.com/office/drawing/2014/main" id="{E581EA2D-D6B5-EAE9-6CAB-98D8AC0029AF}"/>
              </a:ext>
            </a:extLst>
          </p:cNvPr>
          <p:cNvSpPr>
            <a:spLocks noGrp="1"/>
          </p:cNvSpPr>
          <p:nvPr>
            <p:ph type="pic" sz="quarter" idx="56"/>
          </p:nvPr>
        </p:nvSpPr>
        <p:spPr>
          <a:xfrm>
            <a:off x="10095244" y="4247781"/>
            <a:ext cx="1654054" cy="2089332"/>
          </a:xfrm>
          <a:prstGeom prst="roundRect">
            <a:avLst>
              <a:gd name="adj" fmla="val 3579"/>
            </a:avLst>
          </a:prstGeom>
        </p:spPr>
        <p:txBody>
          <a:bodyPr/>
          <a:lstStyle/>
          <a:p>
            <a:endParaRPr lang="es-ES_tradnl"/>
          </a:p>
        </p:txBody>
      </p:sp>
    </p:spTree>
    <p:extLst>
      <p:ext uri="{BB962C8B-B14F-4D97-AF65-F5344CB8AC3E}">
        <p14:creationId xmlns:p14="http://schemas.microsoft.com/office/powerpoint/2010/main" val="311774378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8_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0DAD3606-D61E-6E44-93C9-46EDEE611D4A}"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
        <p:nvSpPr>
          <p:cNvPr id="71" name="Picture Placeholder 6">
            <a:extLst>
              <a:ext uri="{FF2B5EF4-FFF2-40B4-BE49-F238E27FC236}">
                <a16:creationId xmlns:a16="http://schemas.microsoft.com/office/drawing/2014/main" id="{EAC9D434-8342-90B6-7EE0-C094679706A2}"/>
              </a:ext>
            </a:extLst>
          </p:cNvPr>
          <p:cNvSpPr>
            <a:spLocks noGrp="1"/>
          </p:cNvSpPr>
          <p:nvPr>
            <p:ph type="pic" sz="quarter" idx="20"/>
          </p:nvPr>
        </p:nvSpPr>
        <p:spPr>
          <a:xfrm>
            <a:off x="439799" y="1954032"/>
            <a:ext cx="1654054" cy="2089332"/>
          </a:xfrm>
          <a:prstGeom prst="roundRect">
            <a:avLst>
              <a:gd name="adj" fmla="val 3579"/>
            </a:avLst>
          </a:prstGeom>
        </p:spPr>
        <p:txBody>
          <a:bodyPr/>
          <a:lstStyle/>
          <a:p>
            <a:endParaRPr lang="es-ES_tradnl"/>
          </a:p>
        </p:txBody>
      </p:sp>
      <p:sp>
        <p:nvSpPr>
          <p:cNvPr id="73" name="Picture Placeholder 6">
            <a:extLst>
              <a:ext uri="{FF2B5EF4-FFF2-40B4-BE49-F238E27FC236}">
                <a16:creationId xmlns:a16="http://schemas.microsoft.com/office/drawing/2014/main" id="{DFCB6363-BCA8-E579-BAB3-24349256832C}"/>
              </a:ext>
            </a:extLst>
          </p:cNvPr>
          <p:cNvSpPr>
            <a:spLocks noGrp="1"/>
          </p:cNvSpPr>
          <p:nvPr>
            <p:ph type="pic" sz="quarter" idx="47"/>
          </p:nvPr>
        </p:nvSpPr>
        <p:spPr>
          <a:xfrm>
            <a:off x="4301977" y="1954032"/>
            <a:ext cx="1654054" cy="2089332"/>
          </a:xfrm>
          <a:prstGeom prst="roundRect">
            <a:avLst>
              <a:gd name="adj" fmla="val 3579"/>
            </a:avLst>
          </a:prstGeom>
        </p:spPr>
        <p:txBody>
          <a:bodyPr/>
          <a:lstStyle/>
          <a:p>
            <a:endParaRPr lang="es-ES_tradnl"/>
          </a:p>
        </p:txBody>
      </p:sp>
      <p:sp>
        <p:nvSpPr>
          <p:cNvPr id="75" name="Picture Placeholder 6">
            <a:extLst>
              <a:ext uri="{FF2B5EF4-FFF2-40B4-BE49-F238E27FC236}">
                <a16:creationId xmlns:a16="http://schemas.microsoft.com/office/drawing/2014/main" id="{7B3594EE-1814-20BB-6FF1-61DCC7C9ADB4}"/>
              </a:ext>
            </a:extLst>
          </p:cNvPr>
          <p:cNvSpPr>
            <a:spLocks noGrp="1"/>
          </p:cNvSpPr>
          <p:nvPr>
            <p:ph type="pic" sz="quarter" idx="49"/>
          </p:nvPr>
        </p:nvSpPr>
        <p:spPr>
          <a:xfrm>
            <a:off x="8164155" y="1954032"/>
            <a:ext cx="1654054" cy="2089332"/>
          </a:xfrm>
          <a:prstGeom prst="roundRect">
            <a:avLst>
              <a:gd name="adj" fmla="val 3579"/>
            </a:avLst>
          </a:prstGeom>
        </p:spPr>
        <p:txBody>
          <a:bodyPr/>
          <a:lstStyle/>
          <a:p>
            <a:endParaRPr lang="es-ES_tradnl"/>
          </a:p>
        </p:txBody>
      </p:sp>
      <p:sp>
        <p:nvSpPr>
          <p:cNvPr id="83" name="Picture Placeholder 6">
            <a:extLst>
              <a:ext uri="{FF2B5EF4-FFF2-40B4-BE49-F238E27FC236}">
                <a16:creationId xmlns:a16="http://schemas.microsoft.com/office/drawing/2014/main" id="{BF02FB39-8D25-C0D9-35C9-C4071A0F0B89}"/>
              </a:ext>
            </a:extLst>
          </p:cNvPr>
          <p:cNvSpPr>
            <a:spLocks noGrp="1"/>
          </p:cNvSpPr>
          <p:nvPr>
            <p:ph type="pic" sz="quarter" idx="51"/>
          </p:nvPr>
        </p:nvSpPr>
        <p:spPr>
          <a:xfrm>
            <a:off x="439799" y="4247781"/>
            <a:ext cx="1654054" cy="2089332"/>
          </a:xfrm>
          <a:prstGeom prst="roundRect">
            <a:avLst>
              <a:gd name="adj" fmla="val 3579"/>
            </a:avLst>
          </a:prstGeom>
        </p:spPr>
        <p:txBody>
          <a:bodyPr/>
          <a:lstStyle/>
          <a:p>
            <a:endParaRPr lang="es-ES_tradnl"/>
          </a:p>
        </p:txBody>
      </p:sp>
      <p:sp>
        <p:nvSpPr>
          <p:cNvPr id="85" name="Picture Placeholder 6">
            <a:extLst>
              <a:ext uri="{FF2B5EF4-FFF2-40B4-BE49-F238E27FC236}">
                <a16:creationId xmlns:a16="http://schemas.microsoft.com/office/drawing/2014/main" id="{7E6A0A5C-0DF9-07C5-515A-3D1606B30BF5}"/>
              </a:ext>
            </a:extLst>
          </p:cNvPr>
          <p:cNvSpPr>
            <a:spLocks noGrp="1"/>
          </p:cNvSpPr>
          <p:nvPr>
            <p:ph type="pic" sz="quarter" idx="53"/>
          </p:nvPr>
        </p:nvSpPr>
        <p:spPr>
          <a:xfrm>
            <a:off x="4301977" y="4247781"/>
            <a:ext cx="1654054" cy="2089332"/>
          </a:xfrm>
          <a:prstGeom prst="roundRect">
            <a:avLst>
              <a:gd name="adj" fmla="val 3579"/>
            </a:avLst>
          </a:prstGeom>
        </p:spPr>
        <p:txBody>
          <a:bodyPr/>
          <a:lstStyle/>
          <a:p>
            <a:endParaRPr lang="es-ES_tradnl"/>
          </a:p>
        </p:txBody>
      </p:sp>
      <p:sp>
        <p:nvSpPr>
          <p:cNvPr id="87" name="Picture Placeholder 6">
            <a:extLst>
              <a:ext uri="{FF2B5EF4-FFF2-40B4-BE49-F238E27FC236}">
                <a16:creationId xmlns:a16="http://schemas.microsoft.com/office/drawing/2014/main" id="{10F62D68-E1F5-E371-01DD-24BB4E4620A2}"/>
              </a:ext>
            </a:extLst>
          </p:cNvPr>
          <p:cNvSpPr>
            <a:spLocks noGrp="1"/>
          </p:cNvSpPr>
          <p:nvPr>
            <p:ph type="pic" sz="quarter" idx="55"/>
          </p:nvPr>
        </p:nvSpPr>
        <p:spPr>
          <a:xfrm>
            <a:off x="8164155" y="4247781"/>
            <a:ext cx="1654054" cy="2089332"/>
          </a:xfrm>
          <a:prstGeom prst="roundRect">
            <a:avLst>
              <a:gd name="adj" fmla="val 3579"/>
            </a:avLst>
          </a:prstGeom>
        </p:spPr>
        <p:txBody>
          <a:bodyPr/>
          <a:lstStyle/>
          <a:p>
            <a:endParaRPr lang="es-ES_tradnl"/>
          </a:p>
        </p:txBody>
      </p:sp>
      <p:sp>
        <p:nvSpPr>
          <p:cNvPr id="2" name="Text Placeholder 15">
            <a:extLst>
              <a:ext uri="{FF2B5EF4-FFF2-40B4-BE49-F238E27FC236}">
                <a16:creationId xmlns:a16="http://schemas.microsoft.com/office/drawing/2014/main" id="{99CF288E-CBE4-23E4-F5B1-1768C103442C}"/>
              </a:ext>
            </a:extLst>
          </p:cNvPr>
          <p:cNvSpPr>
            <a:spLocks noGrp="1"/>
          </p:cNvSpPr>
          <p:nvPr>
            <p:ph type="body" sz="quarter" idx="15"/>
          </p:nvPr>
        </p:nvSpPr>
        <p:spPr>
          <a:xfrm>
            <a:off x="2231447" y="2485003"/>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6" name="Text Placeholder 15">
            <a:extLst>
              <a:ext uri="{FF2B5EF4-FFF2-40B4-BE49-F238E27FC236}">
                <a16:creationId xmlns:a16="http://schemas.microsoft.com/office/drawing/2014/main" id="{E7CE8BF3-BBBB-0C8D-3215-166E54A58BDC}"/>
              </a:ext>
            </a:extLst>
          </p:cNvPr>
          <p:cNvSpPr>
            <a:spLocks noGrp="1"/>
          </p:cNvSpPr>
          <p:nvPr>
            <p:ph type="body" sz="quarter" idx="16"/>
          </p:nvPr>
        </p:nvSpPr>
        <p:spPr>
          <a:xfrm>
            <a:off x="2231447" y="1954032"/>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7" name="Text Placeholder 15">
            <a:extLst>
              <a:ext uri="{FF2B5EF4-FFF2-40B4-BE49-F238E27FC236}">
                <a16:creationId xmlns:a16="http://schemas.microsoft.com/office/drawing/2014/main" id="{9F131FCE-5CDB-1BA4-5FC4-41AC32FEC874}"/>
              </a:ext>
            </a:extLst>
          </p:cNvPr>
          <p:cNvSpPr>
            <a:spLocks noGrp="1"/>
          </p:cNvSpPr>
          <p:nvPr>
            <p:ph type="body" sz="quarter" idx="56"/>
          </p:nvPr>
        </p:nvSpPr>
        <p:spPr>
          <a:xfrm>
            <a:off x="2231447" y="4776941"/>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8" name="Text Placeholder 15">
            <a:extLst>
              <a:ext uri="{FF2B5EF4-FFF2-40B4-BE49-F238E27FC236}">
                <a16:creationId xmlns:a16="http://schemas.microsoft.com/office/drawing/2014/main" id="{016D07AE-8657-BD09-DDD8-A0C2DD883041}"/>
              </a:ext>
            </a:extLst>
          </p:cNvPr>
          <p:cNvSpPr>
            <a:spLocks noGrp="1"/>
          </p:cNvSpPr>
          <p:nvPr>
            <p:ph type="body" sz="quarter" idx="57"/>
          </p:nvPr>
        </p:nvSpPr>
        <p:spPr>
          <a:xfrm>
            <a:off x="2231447" y="4245970"/>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9" name="Text Placeholder 15">
            <a:extLst>
              <a:ext uri="{FF2B5EF4-FFF2-40B4-BE49-F238E27FC236}">
                <a16:creationId xmlns:a16="http://schemas.microsoft.com/office/drawing/2014/main" id="{08DEC6A8-219C-D948-70FE-6EC53CEC8EC7}"/>
              </a:ext>
            </a:extLst>
          </p:cNvPr>
          <p:cNvSpPr>
            <a:spLocks noGrp="1"/>
          </p:cNvSpPr>
          <p:nvPr>
            <p:ph type="body" sz="quarter" idx="58"/>
          </p:nvPr>
        </p:nvSpPr>
        <p:spPr>
          <a:xfrm>
            <a:off x="6090928" y="2485003"/>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0" name="Text Placeholder 15">
            <a:extLst>
              <a:ext uri="{FF2B5EF4-FFF2-40B4-BE49-F238E27FC236}">
                <a16:creationId xmlns:a16="http://schemas.microsoft.com/office/drawing/2014/main" id="{F957D4F6-C024-E45D-F167-A3FA3C29C546}"/>
              </a:ext>
            </a:extLst>
          </p:cNvPr>
          <p:cNvSpPr>
            <a:spLocks noGrp="1"/>
          </p:cNvSpPr>
          <p:nvPr>
            <p:ph type="body" sz="quarter" idx="59"/>
          </p:nvPr>
        </p:nvSpPr>
        <p:spPr>
          <a:xfrm>
            <a:off x="6090928" y="1954032"/>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1" name="Text Placeholder 15">
            <a:extLst>
              <a:ext uri="{FF2B5EF4-FFF2-40B4-BE49-F238E27FC236}">
                <a16:creationId xmlns:a16="http://schemas.microsoft.com/office/drawing/2014/main" id="{ECFB9C0E-14DF-53EE-8466-269C9C3B543E}"/>
              </a:ext>
            </a:extLst>
          </p:cNvPr>
          <p:cNvSpPr>
            <a:spLocks noGrp="1"/>
          </p:cNvSpPr>
          <p:nvPr>
            <p:ph type="body" sz="quarter" idx="60"/>
          </p:nvPr>
        </p:nvSpPr>
        <p:spPr>
          <a:xfrm>
            <a:off x="6090928" y="4776941"/>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3" name="Text Placeholder 15">
            <a:extLst>
              <a:ext uri="{FF2B5EF4-FFF2-40B4-BE49-F238E27FC236}">
                <a16:creationId xmlns:a16="http://schemas.microsoft.com/office/drawing/2014/main" id="{8279BE57-643E-966D-87CC-8956280E7FE3}"/>
              </a:ext>
            </a:extLst>
          </p:cNvPr>
          <p:cNvSpPr>
            <a:spLocks noGrp="1"/>
          </p:cNvSpPr>
          <p:nvPr>
            <p:ph type="body" sz="quarter" idx="61"/>
          </p:nvPr>
        </p:nvSpPr>
        <p:spPr>
          <a:xfrm>
            <a:off x="6090928" y="4245970"/>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4" name="Text Placeholder 15">
            <a:extLst>
              <a:ext uri="{FF2B5EF4-FFF2-40B4-BE49-F238E27FC236}">
                <a16:creationId xmlns:a16="http://schemas.microsoft.com/office/drawing/2014/main" id="{8722A72B-8290-5D86-557E-5000319A798F}"/>
              </a:ext>
            </a:extLst>
          </p:cNvPr>
          <p:cNvSpPr>
            <a:spLocks noGrp="1"/>
          </p:cNvSpPr>
          <p:nvPr>
            <p:ph type="body" sz="quarter" idx="62"/>
          </p:nvPr>
        </p:nvSpPr>
        <p:spPr>
          <a:xfrm>
            <a:off x="9986034" y="2485003"/>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5" name="Text Placeholder 15">
            <a:extLst>
              <a:ext uri="{FF2B5EF4-FFF2-40B4-BE49-F238E27FC236}">
                <a16:creationId xmlns:a16="http://schemas.microsoft.com/office/drawing/2014/main" id="{2B7FA400-5441-8307-3082-A004C852A204}"/>
              </a:ext>
            </a:extLst>
          </p:cNvPr>
          <p:cNvSpPr>
            <a:spLocks noGrp="1"/>
          </p:cNvSpPr>
          <p:nvPr>
            <p:ph type="body" sz="quarter" idx="63"/>
          </p:nvPr>
        </p:nvSpPr>
        <p:spPr>
          <a:xfrm>
            <a:off x="9986034" y="1954032"/>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6" name="Text Placeholder 15">
            <a:extLst>
              <a:ext uri="{FF2B5EF4-FFF2-40B4-BE49-F238E27FC236}">
                <a16:creationId xmlns:a16="http://schemas.microsoft.com/office/drawing/2014/main" id="{3C08AAF7-9768-DBB3-0D4D-088B1229FB56}"/>
              </a:ext>
            </a:extLst>
          </p:cNvPr>
          <p:cNvSpPr>
            <a:spLocks noGrp="1"/>
          </p:cNvSpPr>
          <p:nvPr>
            <p:ph type="body" sz="quarter" idx="64"/>
          </p:nvPr>
        </p:nvSpPr>
        <p:spPr>
          <a:xfrm>
            <a:off x="9986034" y="4776941"/>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8" name="Text Placeholder 15">
            <a:extLst>
              <a:ext uri="{FF2B5EF4-FFF2-40B4-BE49-F238E27FC236}">
                <a16:creationId xmlns:a16="http://schemas.microsoft.com/office/drawing/2014/main" id="{32D2AEC7-DB35-B802-FB88-ECE8518D2901}"/>
              </a:ext>
            </a:extLst>
          </p:cNvPr>
          <p:cNvSpPr>
            <a:spLocks noGrp="1"/>
          </p:cNvSpPr>
          <p:nvPr>
            <p:ph type="body" sz="quarter" idx="65"/>
          </p:nvPr>
        </p:nvSpPr>
        <p:spPr>
          <a:xfrm>
            <a:off x="9986034" y="4245970"/>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314534340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3_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7879F232-F704-5A45-A9E7-F301BE1F606D}"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
        <p:nvSpPr>
          <p:cNvPr id="71" name="Picture Placeholder 6">
            <a:extLst>
              <a:ext uri="{FF2B5EF4-FFF2-40B4-BE49-F238E27FC236}">
                <a16:creationId xmlns:a16="http://schemas.microsoft.com/office/drawing/2014/main" id="{EAC9D434-8342-90B6-7EE0-C094679706A2}"/>
              </a:ext>
            </a:extLst>
          </p:cNvPr>
          <p:cNvSpPr>
            <a:spLocks noGrp="1"/>
          </p:cNvSpPr>
          <p:nvPr>
            <p:ph type="pic" sz="quarter" idx="20"/>
          </p:nvPr>
        </p:nvSpPr>
        <p:spPr>
          <a:xfrm>
            <a:off x="439799" y="1954032"/>
            <a:ext cx="1654054" cy="2089332"/>
          </a:xfrm>
          <a:prstGeom prst="roundRect">
            <a:avLst>
              <a:gd name="adj" fmla="val 3579"/>
            </a:avLst>
          </a:prstGeom>
        </p:spPr>
        <p:txBody>
          <a:bodyPr/>
          <a:lstStyle/>
          <a:p>
            <a:endParaRPr lang="es-ES_tradnl"/>
          </a:p>
        </p:txBody>
      </p:sp>
      <p:sp>
        <p:nvSpPr>
          <p:cNvPr id="72" name="Picture Placeholder 6">
            <a:extLst>
              <a:ext uri="{FF2B5EF4-FFF2-40B4-BE49-F238E27FC236}">
                <a16:creationId xmlns:a16="http://schemas.microsoft.com/office/drawing/2014/main" id="{26519EA2-1F7F-2698-9583-953A0BB1D716}"/>
              </a:ext>
            </a:extLst>
          </p:cNvPr>
          <p:cNvSpPr>
            <a:spLocks noGrp="1"/>
          </p:cNvSpPr>
          <p:nvPr>
            <p:ph type="pic" sz="quarter" idx="46"/>
          </p:nvPr>
        </p:nvSpPr>
        <p:spPr>
          <a:xfrm>
            <a:off x="2370888" y="1954032"/>
            <a:ext cx="1654054" cy="2089332"/>
          </a:xfrm>
          <a:prstGeom prst="roundRect">
            <a:avLst>
              <a:gd name="adj" fmla="val 3579"/>
            </a:avLst>
          </a:prstGeom>
        </p:spPr>
        <p:txBody>
          <a:bodyPr/>
          <a:lstStyle/>
          <a:p>
            <a:endParaRPr lang="es-ES_tradnl"/>
          </a:p>
        </p:txBody>
      </p:sp>
      <p:sp>
        <p:nvSpPr>
          <p:cNvPr id="73" name="Picture Placeholder 6">
            <a:extLst>
              <a:ext uri="{FF2B5EF4-FFF2-40B4-BE49-F238E27FC236}">
                <a16:creationId xmlns:a16="http://schemas.microsoft.com/office/drawing/2014/main" id="{DFCB6363-BCA8-E579-BAB3-24349256832C}"/>
              </a:ext>
            </a:extLst>
          </p:cNvPr>
          <p:cNvSpPr>
            <a:spLocks noGrp="1"/>
          </p:cNvSpPr>
          <p:nvPr>
            <p:ph type="pic" sz="quarter" idx="47"/>
          </p:nvPr>
        </p:nvSpPr>
        <p:spPr>
          <a:xfrm>
            <a:off x="4301977" y="1954032"/>
            <a:ext cx="1654054" cy="2089332"/>
          </a:xfrm>
          <a:prstGeom prst="roundRect">
            <a:avLst>
              <a:gd name="adj" fmla="val 3579"/>
            </a:avLst>
          </a:prstGeom>
        </p:spPr>
        <p:txBody>
          <a:bodyPr/>
          <a:lstStyle/>
          <a:p>
            <a:endParaRPr lang="es-ES_tradnl"/>
          </a:p>
        </p:txBody>
      </p:sp>
      <p:sp>
        <p:nvSpPr>
          <p:cNvPr id="74" name="Picture Placeholder 6">
            <a:extLst>
              <a:ext uri="{FF2B5EF4-FFF2-40B4-BE49-F238E27FC236}">
                <a16:creationId xmlns:a16="http://schemas.microsoft.com/office/drawing/2014/main" id="{6F5FF699-CCB5-3329-078C-750288715960}"/>
              </a:ext>
            </a:extLst>
          </p:cNvPr>
          <p:cNvSpPr>
            <a:spLocks noGrp="1"/>
          </p:cNvSpPr>
          <p:nvPr>
            <p:ph type="pic" sz="quarter" idx="48"/>
          </p:nvPr>
        </p:nvSpPr>
        <p:spPr>
          <a:xfrm>
            <a:off x="6233066" y="1954032"/>
            <a:ext cx="1654054" cy="2089332"/>
          </a:xfrm>
          <a:prstGeom prst="roundRect">
            <a:avLst>
              <a:gd name="adj" fmla="val 3579"/>
            </a:avLst>
          </a:prstGeom>
        </p:spPr>
        <p:txBody>
          <a:bodyPr/>
          <a:lstStyle/>
          <a:p>
            <a:endParaRPr lang="es-ES_tradnl"/>
          </a:p>
        </p:txBody>
      </p:sp>
      <p:sp>
        <p:nvSpPr>
          <p:cNvPr id="75" name="Picture Placeholder 6">
            <a:extLst>
              <a:ext uri="{FF2B5EF4-FFF2-40B4-BE49-F238E27FC236}">
                <a16:creationId xmlns:a16="http://schemas.microsoft.com/office/drawing/2014/main" id="{7B3594EE-1814-20BB-6FF1-61DCC7C9ADB4}"/>
              </a:ext>
            </a:extLst>
          </p:cNvPr>
          <p:cNvSpPr>
            <a:spLocks noGrp="1"/>
          </p:cNvSpPr>
          <p:nvPr>
            <p:ph type="pic" sz="quarter" idx="49"/>
          </p:nvPr>
        </p:nvSpPr>
        <p:spPr>
          <a:xfrm>
            <a:off x="8164155" y="1954032"/>
            <a:ext cx="1654054" cy="2089332"/>
          </a:xfrm>
          <a:prstGeom prst="roundRect">
            <a:avLst>
              <a:gd name="adj" fmla="val 3579"/>
            </a:avLst>
          </a:prstGeom>
        </p:spPr>
        <p:txBody>
          <a:bodyPr/>
          <a:lstStyle/>
          <a:p>
            <a:endParaRPr lang="es-ES_tradnl"/>
          </a:p>
        </p:txBody>
      </p:sp>
      <p:sp>
        <p:nvSpPr>
          <p:cNvPr id="76" name="Picture Placeholder 6">
            <a:extLst>
              <a:ext uri="{FF2B5EF4-FFF2-40B4-BE49-F238E27FC236}">
                <a16:creationId xmlns:a16="http://schemas.microsoft.com/office/drawing/2014/main" id="{1682A5F6-8DD3-C717-7908-6E401ABC064C}"/>
              </a:ext>
            </a:extLst>
          </p:cNvPr>
          <p:cNvSpPr>
            <a:spLocks noGrp="1"/>
          </p:cNvSpPr>
          <p:nvPr>
            <p:ph type="pic" sz="quarter" idx="50"/>
          </p:nvPr>
        </p:nvSpPr>
        <p:spPr>
          <a:xfrm>
            <a:off x="10095244" y="1954032"/>
            <a:ext cx="1654054" cy="2089332"/>
          </a:xfrm>
          <a:prstGeom prst="roundRect">
            <a:avLst>
              <a:gd name="adj" fmla="val 3579"/>
            </a:avLst>
          </a:prstGeom>
        </p:spPr>
        <p:txBody>
          <a:bodyPr/>
          <a:lstStyle/>
          <a:p>
            <a:endParaRPr lang="es-ES_tradnl"/>
          </a:p>
        </p:txBody>
      </p:sp>
      <p:sp>
        <p:nvSpPr>
          <p:cNvPr id="2" name="Text Placeholder 15">
            <a:extLst>
              <a:ext uri="{FF2B5EF4-FFF2-40B4-BE49-F238E27FC236}">
                <a16:creationId xmlns:a16="http://schemas.microsoft.com/office/drawing/2014/main" id="{14E6B6EE-B608-C559-39D9-1BFF75921E0B}"/>
              </a:ext>
            </a:extLst>
          </p:cNvPr>
          <p:cNvSpPr>
            <a:spLocks noGrp="1"/>
          </p:cNvSpPr>
          <p:nvPr>
            <p:ph type="body" sz="quarter" idx="15"/>
          </p:nvPr>
        </p:nvSpPr>
        <p:spPr>
          <a:xfrm>
            <a:off x="424801" y="4749285"/>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6" name="Text Placeholder 15">
            <a:extLst>
              <a:ext uri="{FF2B5EF4-FFF2-40B4-BE49-F238E27FC236}">
                <a16:creationId xmlns:a16="http://schemas.microsoft.com/office/drawing/2014/main" id="{82A42D7D-E9D5-D0A1-E6B7-FC9D907872B1}"/>
              </a:ext>
            </a:extLst>
          </p:cNvPr>
          <p:cNvSpPr>
            <a:spLocks noGrp="1"/>
          </p:cNvSpPr>
          <p:nvPr>
            <p:ph type="body" sz="quarter" idx="16"/>
          </p:nvPr>
        </p:nvSpPr>
        <p:spPr>
          <a:xfrm>
            <a:off x="424801" y="42183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7" name="Text Placeholder 15">
            <a:extLst>
              <a:ext uri="{FF2B5EF4-FFF2-40B4-BE49-F238E27FC236}">
                <a16:creationId xmlns:a16="http://schemas.microsoft.com/office/drawing/2014/main" id="{6A2F0E3F-F59C-2818-0679-7D522AA1660F}"/>
              </a:ext>
            </a:extLst>
          </p:cNvPr>
          <p:cNvSpPr>
            <a:spLocks noGrp="1"/>
          </p:cNvSpPr>
          <p:nvPr>
            <p:ph type="body" sz="quarter" idx="18"/>
          </p:nvPr>
        </p:nvSpPr>
        <p:spPr>
          <a:xfrm>
            <a:off x="2357559" y="4749285"/>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8" name="Text Placeholder 15">
            <a:extLst>
              <a:ext uri="{FF2B5EF4-FFF2-40B4-BE49-F238E27FC236}">
                <a16:creationId xmlns:a16="http://schemas.microsoft.com/office/drawing/2014/main" id="{AECF20B6-FDD1-9E9B-6E5E-87497DE15419}"/>
              </a:ext>
            </a:extLst>
          </p:cNvPr>
          <p:cNvSpPr>
            <a:spLocks noGrp="1"/>
          </p:cNvSpPr>
          <p:nvPr>
            <p:ph type="body" sz="quarter" idx="19"/>
          </p:nvPr>
        </p:nvSpPr>
        <p:spPr>
          <a:xfrm>
            <a:off x="2357559" y="42183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9" name="Text Placeholder 15">
            <a:extLst>
              <a:ext uri="{FF2B5EF4-FFF2-40B4-BE49-F238E27FC236}">
                <a16:creationId xmlns:a16="http://schemas.microsoft.com/office/drawing/2014/main" id="{573F2B3A-C997-1C4B-F5EA-AC9820F1D843}"/>
              </a:ext>
            </a:extLst>
          </p:cNvPr>
          <p:cNvSpPr>
            <a:spLocks noGrp="1"/>
          </p:cNvSpPr>
          <p:nvPr>
            <p:ph type="body" sz="quarter" idx="21"/>
          </p:nvPr>
        </p:nvSpPr>
        <p:spPr>
          <a:xfrm>
            <a:off x="4290317" y="4749285"/>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0" name="Text Placeholder 15">
            <a:extLst>
              <a:ext uri="{FF2B5EF4-FFF2-40B4-BE49-F238E27FC236}">
                <a16:creationId xmlns:a16="http://schemas.microsoft.com/office/drawing/2014/main" id="{26858CD3-F859-849F-32E8-B211A8F710AB}"/>
              </a:ext>
            </a:extLst>
          </p:cNvPr>
          <p:cNvSpPr>
            <a:spLocks noGrp="1"/>
          </p:cNvSpPr>
          <p:nvPr>
            <p:ph type="body" sz="quarter" idx="22"/>
          </p:nvPr>
        </p:nvSpPr>
        <p:spPr>
          <a:xfrm>
            <a:off x="4290317" y="42183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1" name="Text Placeholder 15">
            <a:extLst>
              <a:ext uri="{FF2B5EF4-FFF2-40B4-BE49-F238E27FC236}">
                <a16:creationId xmlns:a16="http://schemas.microsoft.com/office/drawing/2014/main" id="{C750AD32-4B1F-71E0-DDAD-CC361795FDC5}"/>
              </a:ext>
            </a:extLst>
          </p:cNvPr>
          <p:cNvSpPr>
            <a:spLocks noGrp="1"/>
          </p:cNvSpPr>
          <p:nvPr>
            <p:ph type="body" sz="quarter" idx="24"/>
          </p:nvPr>
        </p:nvSpPr>
        <p:spPr>
          <a:xfrm>
            <a:off x="6223075" y="4749285"/>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3" name="Text Placeholder 15">
            <a:extLst>
              <a:ext uri="{FF2B5EF4-FFF2-40B4-BE49-F238E27FC236}">
                <a16:creationId xmlns:a16="http://schemas.microsoft.com/office/drawing/2014/main" id="{99BA831D-F4D6-4E2B-87B3-FBF0510595A7}"/>
              </a:ext>
            </a:extLst>
          </p:cNvPr>
          <p:cNvSpPr>
            <a:spLocks noGrp="1"/>
          </p:cNvSpPr>
          <p:nvPr>
            <p:ph type="body" sz="quarter" idx="25"/>
          </p:nvPr>
        </p:nvSpPr>
        <p:spPr>
          <a:xfrm>
            <a:off x="6223075" y="42183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4" name="Text Placeholder 15">
            <a:extLst>
              <a:ext uri="{FF2B5EF4-FFF2-40B4-BE49-F238E27FC236}">
                <a16:creationId xmlns:a16="http://schemas.microsoft.com/office/drawing/2014/main" id="{FFE8050C-EDCA-9A17-2EDA-2FFE8B60FF70}"/>
              </a:ext>
            </a:extLst>
          </p:cNvPr>
          <p:cNvSpPr>
            <a:spLocks noGrp="1"/>
          </p:cNvSpPr>
          <p:nvPr>
            <p:ph type="body" sz="quarter" idx="27"/>
          </p:nvPr>
        </p:nvSpPr>
        <p:spPr>
          <a:xfrm>
            <a:off x="8155833" y="4749285"/>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5" name="Text Placeholder 15">
            <a:extLst>
              <a:ext uri="{FF2B5EF4-FFF2-40B4-BE49-F238E27FC236}">
                <a16:creationId xmlns:a16="http://schemas.microsoft.com/office/drawing/2014/main" id="{258A5C3A-5762-464E-6E76-EC76B06BD53D}"/>
              </a:ext>
            </a:extLst>
          </p:cNvPr>
          <p:cNvSpPr>
            <a:spLocks noGrp="1"/>
          </p:cNvSpPr>
          <p:nvPr>
            <p:ph type="body" sz="quarter" idx="28"/>
          </p:nvPr>
        </p:nvSpPr>
        <p:spPr>
          <a:xfrm>
            <a:off x="8155833" y="42183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6" name="Text Placeholder 15">
            <a:extLst>
              <a:ext uri="{FF2B5EF4-FFF2-40B4-BE49-F238E27FC236}">
                <a16:creationId xmlns:a16="http://schemas.microsoft.com/office/drawing/2014/main" id="{CB0282DE-009F-B593-05A8-4459CC2F14A6}"/>
              </a:ext>
            </a:extLst>
          </p:cNvPr>
          <p:cNvSpPr>
            <a:spLocks noGrp="1"/>
          </p:cNvSpPr>
          <p:nvPr>
            <p:ph type="body" sz="quarter" idx="30"/>
          </p:nvPr>
        </p:nvSpPr>
        <p:spPr>
          <a:xfrm>
            <a:off x="10088590" y="4749285"/>
            <a:ext cx="166205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8" name="Text Placeholder 15">
            <a:extLst>
              <a:ext uri="{FF2B5EF4-FFF2-40B4-BE49-F238E27FC236}">
                <a16:creationId xmlns:a16="http://schemas.microsoft.com/office/drawing/2014/main" id="{5C193E5F-6099-FBBA-287F-BB9DA5DAB12F}"/>
              </a:ext>
            </a:extLst>
          </p:cNvPr>
          <p:cNvSpPr>
            <a:spLocks noGrp="1"/>
          </p:cNvSpPr>
          <p:nvPr>
            <p:ph type="body" sz="quarter" idx="31"/>
          </p:nvPr>
        </p:nvSpPr>
        <p:spPr>
          <a:xfrm>
            <a:off x="10088590" y="4218314"/>
            <a:ext cx="166205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1523577137"/>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7E9A1FD3-A33E-1D40-A6E3-784FCED5D941}"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
        <p:nvSpPr>
          <p:cNvPr id="2" name="Picture Placeholder 6">
            <a:extLst>
              <a:ext uri="{FF2B5EF4-FFF2-40B4-BE49-F238E27FC236}">
                <a16:creationId xmlns:a16="http://schemas.microsoft.com/office/drawing/2014/main" id="{D5D22ED9-E4D3-EF48-7F5E-5903F94F58B4}"/>
              </a:ext>
            </a:extLst>
          </p:cNvPr>
          <p:cNvSpPr>
            <a:spLocks noGrp="1"/>
          </p:cNvSpPr>
          <p:nvPr>
            <p:ph type="pic" sz="quarter" idx="20"/>
          </p:nvPr>
        </p:nvSpPr>
        <p:spPr>
          <a:xfrm>
            <a:off x="439799" y="1954031"/>
            <a:ext cx="1654054" cy="4383081"/>
          </a:xfrm>
          <a:prstGeom prst="roundRect">
            <a:avLst>
              <a:gd name="adj" fmla="val 3579"/>
            </a:avLst>
          </a:prstGeom>
        </p:spPr>
        <p:txBody>
          <a:bodyPr/>
          <a:lstStyle/>
          <a:p>
            <a:endParaRPr lang="es-ES_tradnl"/>
          </a:p>
        </p:txBody>
      </p:sp>
      <p:sp>
        <p:nvSpPr>
          <p:cNvPr id="6" name="Picture Placeholder 6">
            <a:extLst>
              <a:ext uri="{FF2B5EF4-FFF2-40B4-BE49-F238E27FC236}">
                <a16:creationId xmlns:a16="http://schemas.microsoft.com/office/drawing/2014/main" id="{C21D84AC-D327-131E-1662-F04B938C8369}"/>
              </a:ext>
            </a:extLst>
          </p:cNvPr>
          <p:cNvSpPr>
            <a:spLocks noGrp="1"/>
          </p:cNvSpPr>
          <p:nvPr>
            <p:ph type="pic" sz="quarter" idx="46"/>
          </p:nvPr>
        </p:nvSpPr>
        <p:spPr>
          <a:xfrm>
            <a:off x="2370888" y="1954031"/>
            <a:ext cx="1654054" cy="4383081"/>
          </a:xfrm>
          <a:prstGeom prst="roundRect">
            <a:avLst>
              <a:gd name="adj" fmla="val 3579"/>
            </a:avLst>
          </a:prstGeom>
        </p:spPr>
        <p:txBody>
          <a:bodyPr/>
          <a:lstStyle/>
          <a:p>
            <a:endParaRPr lang="es-ES_tradnl"/>
          </a:p>
        </p:txBody>
      </p:sp>
      <p:sp>
        <p:nvSpPr>
          <p:cNvPr id="7" name="Picture Placeholder 6">
            <a:extLst>
              <a:ext uri="{FF2B5EF4-FFF2-40B4-BE49-F238E27FC236}">
                <a16:creationId xmlns:a16="http://schemas.microsoft.com/office/drawing/2014/main" id="{3258B122-D6C2-AA07-D3CF-10CE6BC79DD6}"/>
              </a:ext>
            </a:extLst>
          </p:cNvPr>
          <p:cNvSpPr>
            <a:spLocks noGrp="1"/>
          </p:cNvSpPr>
          <p:nvPr>
            <p:ph type="pic" sz="quarter" idx="47"/>
          </p:nvPr>
        </p:nvSpPr>
        <p:spPr>
          <a:xfrm>
            <a:off x="4301977" y="1954031"/>
            <a:ext cx="1654054" cy="4383081"/>
          </a:xfrm>
          <a:prstGeom prst="roundRect">
            <a:avLst>
              <a:gd name="adj" fmla="val 3579"/>
            </a:avLst>
          </a:prstGeom>
        </p:spPr>
        <p:txBody>
          <a:bodyPr/>
          <a:lstStyle/>
          <a:p>
            <a:endParaRPr lang="es-ES_tradnl"/>
          </a:p>
        </p:txBody>
      </p:sp>
      <p:sp>
        <p:nvSpPr>
          <p:cNvPr id="8" name="Picture Placeholder 6">
            <a:extLst>
              <a:ext uri="{FF2B5EF4-FFF2-40B4-BE49-F238E27FC236}">
                <a16:creationId xmlns:a16="http://schemas.microsoft.com/office/drawing/2014/main" id="{90D88D6D-D97E-D8E2-2910-573CDD53BCFA}"/>
              </a:ext>
            </a:extLst>
          </p:cNvPr>
          <p:cNvSpPr>
            <a:spLocks noGrp="1"/>
          </p:cNvSpPr>
          <p:nvPr>
            <p:ph type="pic" sz="quarter" idx="48"/>
          </p:nvPr>
        </p:nvSpPr>
        <p:spPr>
          <a:xfrm>
            <a:off x="6233066" y="1954031"/>
            <a:ext cx="1654054" cy="4383081"/>
          </a:xfrm>
          <a:prstGeom prst="roundRect">
            <a:avLst>
              <a:gd name="adj" fmla="val 3579"/>
            </a:avLst>
          </a:prstGeom>
        </p:spPr>
        <p:txBody>
          <a:bodyPr/>
          <a:lstStyle/>
          <a:p>
            <a:endParaRPr lang="es-ES_tradnl"/>
          </a:p>
        </p:txBody>
      </p:sp>
      <p:sp>
        <p:nvSpPr>
          <p:cNvPr id="9" name="Picture Placeholder 6">
            <a:extLst>
              <a:ext uri="{FF2B5EF4-FFF2-40B4-BE49-F238E27FC236}">
                <a16:creationId xmlns:a16="http://schemas.microsoft.com/office/drawing/2014/main" id="{F6177730-4C49-EE3C-5A25-93E3A43A8D64}"/>
              </a:ext>
            </a:extLst>
          </p:cNvPr>
          <p:cNvSpPr>
            <a:spLocks noGrp="1"/>
          </p:cNvSpPr>
          <p:nvPr>
            <p:ph type="pic" sz="quarter" idx="49"/>
          </p:nvPr>
        </p:nvSpPr>
        <p:spPr>
          <a:xfrm>
            <a:off x="8164155" y="1954031"/>
            <a:ext cx="1654054" cy="4383081"/>
          </a:xfrm>
          <a:prstGeom prst="roundRect">
            <a:avLst>
              <a:gd name="adj" fmla="val 3579"/>
            </a:avLst>
          </a:prstGeom>
        </p:spPr>
        <p:txBody>
          <a:bodyPr/>
          <a:lstStyle/>
          <a:p>
            <a:endParaRPr lang="es-ES_tradnl"/>
          </a:p>
        </p:txBody>
      </p:sp>
      <p:sp>
        <p:nvSpPr>
          <p:cNvPr id="10" name="Picture Placeholder 6">
            <a:extLst>
              <a:ext uri="{FF2B5EF4-FFF2-40B4-BE49-F238E27FC236}">
                <a16:creationId xmlns:a16="http://schemas.microsoft.com/office/drawing/2014/main" id="{9562CC7C-0DD4-1BCF-8B4E-90731C76F8EE}"/>
              </a:ext>
            </a:extLst>
          </p:cNvPr>
          <p:cNvSpPr>
            <a:spLocks noGrp="1"/>
          </p:cNvSpPr>
          <p:nvPr>
            <p:ph type="pic" sz="quarter" idx="50"/>
          </p:nvPr>
        </p:nvSpPr>
        <p:spPr>
          <a:xfrm>
            <a:off x="10095244" y="1954031"/>
            <a:ext cx="1654054" cy="4383081"/>
          </a:xfrm>
          <a:prstGeom prst="roundRect">
            <a:avLst>
              <a:gd name="adj" fmla="val 3579"/>
            </a:avLst>
          </a:prstGeom>
        </p:spPr>
        <p:txBody>
          <a:bodyPr/>
          <a:lstStyle/>
          <a:p>
            <a:endParaRPr lang="es-ES_tradnl"/>
          </a:p>
        </p:txBody>
      </p:sp>
    </p:spTree>
    <p:extLst>
      <p:ext uri="{BB962C8B-B14F-4D97-AF65-F5344CB8AC3E}">
        <p14:creationId xmlns:p14="http://schemas.microsoft.com/office/powerpoint/2010/main" val="310310213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4_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2485EC5D-4B45-9C4A-B995-E40F153DD4A5}"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
        <p:nvSpPr>
          <p:cNvPr id="71" name="Picture Placeholder 6">
            <a:extLst>
              <a:ext uri="{FF2B5EF4-FFF2-40B4-BE49-F238E27FC236}">
                <a16:creationId xmlns:a16="http://schemas.microsoft.com/office/drawing/2014/main" id="{EAC9D434-8342-90B6-7EE0-C094679706A2}"/>
              </a:ext>
            </a:extLst>
          </p:cNvPr>
          <p:cNvSpPr>
            <a:spLocks noGrp="1"/>
          </p:cNvSpPr>
          <p:nvPr>
            <p:ph type="pic" sz="quarter" idx="20"/>
          </p:nvPr>
        </p:nvSpPr>
        <p:spPr>
          <a:xfrm>
            <a:off x="439798" y="1954032"/>
            <a:ext cx="3594159" cy="2089332"/>
          </a:xfrm>
          <a:prstGeom prst="roundRect">
            <a:avLst>
              <a:gd name="adj" fmla="val 3579"/>
            </a:avLst>
          </a:prstGeom>
        </p:spPr>
        <p:txBody>
          <a:bodyPr/>
          <a:lstStyle/>
          <a:p>
            <a:endParaRPr lang="es-ES_tradnl"/>
          </a:p>
        </p:txBody>
      </p:sp>
      <p:sp>
        <p:nvSpPr>
          <p:cNvPr id="73" name="Picture Placeholder 6">
            <a:extLst>
              <a:ext uri="{FF2B5EF4-FFF2-40B4-BE49-F238E27FC236}">
                <a16:creationId xmlns:a16="http://schemas.microsoft.com/office/drawing/2014/main" id="{DFCB6363-BCA8-E579-BAB3-24349256832C}"/>
              </a:ext>
            </a:extLst>
          </p:cNvPr>
          <p:cNvSpPr>
            <a:spLocks noGrp="1"/>
          </p:cNvSpPr>
          <p:nvPr>
            <p:ph type="pic" sz="quarter" idx="47"/>
          </p:nvPr>
        </p:nvSpPr>
        <p:spPr>
          <a:xfrm>
            <a:off x="4301976" y="1954032"/>
            <a:ext cx="3583149" cy="2089332"/>
          </a:xfrm>
          <a:prstGeom prst="roundRect">
            <a:avLst>
              <a:gd name="adj" fmla="val 3579"/>
            </a:avLst>
          </a:prstGeom>
        </p:spPr>
        <p:txBody>
          <a:bodyPr/>
          <a:lstStyle/>
          <a:p>
            <a:endParaRPr lang="es-ES_tradnl"/>
          </a:p>
        </p:txBody>
      </p:sp>
      <p:sp>
        <p:nvSpPr>
          <p:cNvPr id="75" name="Picture Placeholder 6">
            <a:extLst>
              <a:ext uri="{FF2B5EF4-FFF2-40B4-BE49-F238E27FC236}">
                <a16:creationId xmlns:a16="http://schemas.microsoft.com/office/drawing/2014/main" id="{7B3594EE-1814-20BB-6FF1-61DCC7C9ADB4}"/>
              </a:ext>
            </a:extLst>
          </p:cNvPr>
          <p:cNvSpPr>
            <a:spLocks noGrp="1"/>
          </p:cNvSpPr>
          <p:nvPr>
            <p:ph type="pic" sz="quarter" idx="49"/>
          </p:nvPr>
        </p:nvSpPr>
        <p:spPr>
          <a:xfrm>
            <a:off x="8164154" y="1954032"/>
            <a:ext cx="3602395" cy="2089332"/>
          </a:xfrm>
          <a:prstGeom prst="roundRect">
            <a:avLst>
              <a:gd name="adj" fmla="val 3579"/>
            </a:avLst>
          </a:prstGeom>
        </p:spPr>
        <p:txBody>
          <a:bodyPr/>
          <a:lstStyle/>
          <a:p>
            <a:endParaRPr lang="es-ES_tradnl"/>
          </a:p>
        </p:txBody>
      </p:sp>
      <p:sp>
        <p:nvSpPr>
          <p:cNvPr id="2" name="Text Placeholder 15">
            <a:extLst>
              <a:ext uri="{FF2B5EF4-FFF2-40B4-BE49-F238E27FC236}">
                <a16:creationId xmlns:a16="http://schemas.microsoft.com/office/drawing/2014/main" id="{14E6B6EE-B608-C559-39D9-1BFF75921E0B}"/>
              </a:ext>
            </a:extLst>
          </p:cNvPr>
          <p:cNvSpPr>
            <a:spLocks noGrp="1"/>
          </p:cNvSpPr>
          <p:nvPr>
            <p:ph type="body" sz="quarter" idx="15"/>
          </p:nvPr>
        </p:nvSpPr>
        <p:spPr>
          <a:xfrm>
            <a:off x="424801" y="4749285"/>
            <a:ext cx="3173428"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6" name="Text Placeholder 15">
            <a:extLst>
              <a:ext uri="{FF2B5EF4-FFF2-40B4-BE49-F238E27FC236}">
                <a16:creationId xmlns:a16="http://schemas.microsoft.com/office/drawing/2014/main" id="{82A42D7D-E9D5-D0A1-E6B7-FC9D907872B1}"/>
              </a:ext>
            </a:extLst>
          </p:cNvPr>
          <p:cNvSpPr>
            <a:spLocks noGrp="1"/>
          </p:cNvSpPr>
          <p:nvPr>
            <p:ph type="body" sz="quarter" idx="16"/>
          </p:nvPr>
        </p:nvSpPr>
        <p:spPr>
          <a:xfrm>
            <a:off x="424801" y="4218314"/>
            <a:ext cx="3173428"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9" name="Text Placeholder 15">
            <a:extLst>
              <a:ext uri="{FF2B5EF4-FFF2-40B4-BE49-F238E27FC236}">
                <a16:creationId xmlns:a16="http://schemas.microsoft.com/office/drawing/2014/main" id="{573F2B3A-C997-1C4B-F5EA-AC9820F1D843}"/>
              </a:ext>
            </a:extLst>
          </p:cNvPr>
          <p:cNvSpPr>
            <a:spLocks noGrp="1"/>
          </p:cNvSpPr>
          <p:nvPr>
            <p:ph type="body" sz="quarter" idx="21"/>
          </p:nvPr>
        </p:nvSpPr>
        <p:spPr>
          <a:xfrm>
            <a:off x="4290317" y="4749285"/>
            <a:ext cx="3173428"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0" name="Text Placeholder 15">
            <a:extLst>
              <a:ext uri="{FF2B5EF4-FFF2-40B4-BE49-F238E27FC236}">
                <a16:creationId xmlns:a16="http://schemas.microsoft.com/office/drawing/2014/main" id="{26858CD3-F859-849F-32E8-B211A8F710AB}"/>
              </a:ext>
            </a:extLst>
          </p:cNvPr>
          <p:cNvSpPr>
            <a:spLocks noGrp="1"/>
          </p:cNvSpPr>
          <p:nvPr>
            <p:ph type="body" sz="quarter" idx="22"/>
          </p:nvPr>
        </p:nvSpPr>
        <p:spPr>
          <a:xfrm>
            <a:off x="4290317" y="4218314"/>
            <a:ext cx="3173428"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4" name="Text Placeholder 15">
            <a:extLst>
              <a:ext uri="{FF2B5EF4-FFF2-40B4-BE49-F238E27FC236}">
                <a16:creationId xmlns:a16="http://schemas.microsoft.com/office/drawing/2014/main" id="{FFE8050C-EDCA-9A17-2EDA-2FFE8B60FF70}"/>
              </a:ext>
            </a:extLst>
          </p:cNvPr>
          <p:cNvSpPr>
            <a:spLocks noGrp="1"/>
          </p:cNvSpPr>
          <p:nvPr>
            <p:ph type="body" sz="quarter" idx="27"/>
          </p:nvPr>
        </p:nvSpPr>
        <p:spPr>
          <a:xfrm>
            <a:off x="8155833" y="4749285"/>
            <a:ext cx="3173428"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5" name="Text Placeholder 15">
            <a:extLst>
              <a:ext uri="{FF2B5EF4-FFF2-40B4-BE49-F238E27FC236}">
                <a16:creationId xmlns:a16="http://schemas.microsoft.com/office/drawing/2014/main" id="{258A5C3A-5762-464E-6E76-EC76B06BD53D}"/>
              </a:ext>
            </a:extLst>
          </p:cNvPr>
          <p:cNvSpPr>
            <a:spLocks noGrp="1"/>
          </p:cNvSpPr>
          <p:nvPr>
            <p:ph type="body" sz="quarter" idx="28"/>
          </p:nvPr>
        </p:nvSpPr>
        <p:spPr>
          <a:xfrm>
            <a:off x="8155833" y="4218314"/>
            <a:ext cx="3173428"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29920212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5_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F4AD8B71-72D9-6A4A-8DD8-3F9F52904A22}"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
        <p:nvSpPr>
          <p:cNvPr id="8" name="Picture Placeholder 6">
            <a:extLst>
              <a:ext uri="{FF2B5EF4-FFF2-40B4-BE49-F238E27FC236}">
                <a16:creationId xmlns:a16="http://schemas.microsoft.com/office/drawing/2014/main" id="{6C8B1042-1DE1-8947-D8BD-DF34ACEB3DCE}"/>
              </a:ext>
            </a:extLst>
          </p:cNvPr>
          <p:cNvSpPr>
            <a:spLocks noGrp="1"/>
          </p:cNvSpPr>
          <p:nvPr>
            <p:ph type="pic" sz="quarter" idx="20"/>
          </p:nvPr>
        </p:nvSpPr>
        <p:spPr>
          <a:xfrm>
            <a:off x="439798" y="1954031"/>
            <a:ext cx="3594159" cy="4383081"/>
          </a:xfrm>
          <a:prstGeom prst="roundRect">
            <a:avLst>
              <a:gd name="adj" fmla="val 3579"/>
            </a:avLst>
          </a:prstGeom>
        </p:spPr>
        <p:txBody>
          <a:bodyPr/>
          <a:lstStyle/>
          <a:p>
            <a:endParaRPr lang="es-ES_tradnl"/>
          </a:p>
        </p:txBody>
      </p:sp>
      <p:sp>
        <p:nvSpPr>
          <p:cNvPr id="11" name="Picture Placeholder 6">
            <a:extLst>
              <a:ext uri="{FF2B5EF4-FFF2-40B4-BE49-F238E27FC236}">
                <a16:creationId xmlns:a16="http://schemas.microsoft.com/office/drawing/2014/main" id="{2C90FC60-99CA-9DBE-E9CE-F6EA437D9853}"/>
              </a:ext>
            </a:extLst>
          </p:cNvPr>
          <p:cNvSpPr>
            <a:spLocks noGrp="1"/>
          </p:cNvSpPr>
          <p:nvPr>
            <p:ph type="pic" sz="quarter" idx="47"/>
          </p:nvPr>
        </p:nvSpPr>
        <p:spPr>
          <a:xfrm>
            <a:off x="4301976" y="1954031"/>
            <a:ext cx="3583149" cy="4383081"/>
          </a:xfrm>
          <a:prstGeom prst="roundRect">
            <a:avLst>
              <a:gd name="adj" fmla="val 3579"/>
            </a:avLst>
          </a:prstGeom>
        </p:spPr>
        <p:txBody>
          <a:bodyPr/>
          <a:lstStyle/>
          <a:p>
            <a:endParaRPr lang="es-ES_tradnl"/>
          </a:p>
        </p:txBody>
      </p:sp>
      <p:sp>
        <p:nvSpPr>
          <p:cNvPr id="13" name="Picture Placeholder 6">
            <a:extLst>
              <a:ext uri="{FF2B5EF4-FFF2-40B4-BE49-F238E27FC236}">
                <a16:creationId xmlns:a16="http://schemas.microsoft.com/office/drawing/2014/main" id="{9EC2ECE5-E272-915D-8E1E-207138BBFF03}"/>
              </a:ext>
            </a:extLst>
          </p:cNvPr>
          <p:cNvSpPr>
            <a:spLocks noGrp="1"/>
          </p:cNvSpPr>
          <p:nvPr>
            <p:ph type="pic" sz="quarter" idx="49"/>
          </p:nvPr>
        </p:nvSpPr>
        <p:spPr>
          <a:xfrm>
            <a:off x="8164154" y="1954031"/>
            <a:ext cx="3602395" cy="4383081"/>
          </a:xfrm>
          <a:prstGeom prst="roundRect">
            <a:avLst>
              <a:gd name="adj" fmla="val 3579"/>
            </a:avLst>
          </a:prstGeom>
        </p:spPr>
        <p:txBody>
          <a:bodyPr/>
          <a:lstStyle/>
          <a:p>
            <a:endParaRPr lang="es-ES_tradnl"/>
          </a:p>
        </p:txBody>
      </p:sp>
    </p:spTree>
    <p:extLst>
      <p:ext uri="{BB962C8B-B14F-4D97-AF65-F5344CB8AC3E}">
        <p14:creationId xmlns:p14="http://schemas.microsoft.com/office/powerpoint/2010/main" val="16166751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6_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E93FB7B4-C694-694F-A307-5CD3F06E1633}"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
        <p:nvSpPr>
          <p:cNvPr id="74" name="Picture Placeholder 6">
            <a:extLst>
              <a:ext uri="{FF2B5EF4-FFF2-40B4-BE49-F238E27FC236}">
                <a16:creationId xmlns:a16="http://schemas.microsoft.com/office/drawing/2014/main" id="{6F5FF699-CCB5-3329-078C-750288715960}"/>
              </a:ext>
            </a:extLst>
          </p:cNvPr>
          <p:cNvSpPr>
            <a:spLocks noGrp="1"/>
          </p:cNvSpPr>
          <p:nvPr>
            <p:ph type="pic" sz="quarter" idx="48"/>
          </p:nvPr>
        </p:nvSpPr>
        <p:spPr>
          <a:xfrm>
            <a:off x="6233066" y="1932053"/>
            <a:ext cx="5533484" cy="2828625"/>
          </a:xfrm>
          <a:prstGeom prst="roundRect">
            <a:avLst>
              <a:gd name="adj" fmla="val 3579"/>
            </a:avLst>
          </a:prstGeom>
        </p:spPr>
        <p:txBody>
          <a:bodyPr/>
          <a:lstStyle/>
          <a:p>
            <a:endParaRPr lang="es-ES_tradnl"/>
          </a:p>
        </p:txBody>
      </p:sp>
      <p:sp>
        <p:nvSpPr>
          <p:cNvPr id="11" name="Text Placeholder 15">
            <a:extLst>
              <a:ext uri="{FF2B5EF4-FFF2-40B4-BE49-F238E27FC236}">
                <a16:creationId xmlns:a16="http://schemas.microsoft.com/office/drawing/2014/main" id="{C750AD32-4B1F-71E0-DDAD-CC361795FDC5}"/>
              </a:ext>
            </a:extLst>
          </p:cNvPr>
          <p:cNvSpPr>
            <a:spLocks noGrp="1"/>
          </p:cNvSpPr>
          <p:nvPr>
            <p:ph type="body" sz="quarter" idx="24"/>
          </p:nvPr>
        </p:nvSpPr>
        <p:spPr>
          <a:xfrm>
            <a:off x="6223075" y="5466599"/>
            <a:ext cx="5560237"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13" name="Text Placeholder 15">
            <a:extLst>
              <a:ext uri="{FF2B5EF4-FFF2-40B4-BE49-F238E27FC236}">
                <a16:creationId xmlns:a16="http://schemas.microsoft.com/office/drawing/2014/main" id="{99BA831D-F4D6-4E2B-87B3-FBF0510595A7}"/>
              </a:ext>
            </a:extLst>
          </p:cNvPr>
          <p:cNvSpPr>
            <a:spLocks noGrp="1"/>
          </p:cNvSpPr>
          <p:nvPr>
            <p:ph type="body" sz="quarter" idx="25"/>
          </p:nvPr>
        </p:nvSpPr>
        <p:spPr>
          <a:xfrm>
            <a:off x="6223075" y="4935628"/>
            <a:ext cx="5560237"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
        <p:nvSpPr>
          <p:cNvPr id="19" name="Picture Placeholder 6">
            <a:extLst>
              <a:ext uri="{FF2B5EF4-FFF2-40B4-BE49-F238E27FC236}">
                <a16:creationId xmlns:a16="http://schemas.microsoft.com/office/drawing/2014/main" id="{6FD86D22-4B4E-80D5-3447-26C8D00D1FDD}"/>
              </a:ext>
            </a:extLst>
          </p:cNvPr>
          <p:cNvSpPr>
            <a:spLocks noGrp="1"/>
          </p:cNvSpPr>
          <p:nvPr>
            <p:ph type="pic" sz="quarter" idx="20"/>
          </p:nvPr>
        </p:nvSpPr>
        <p:spPr>
          <a:xfrm>
            <a:off x="439798" y="1932053"/>
            <a:ext cx="5512569" cy="2828625"/>
          </a:xfrm>
          <a:prstGeom prst="roundRect">
            <a:avLst>
              <a:gd name="adj" fmla="val 3579"/>
            </a:avLst>
          </a:prstGeom>
        </p:spPr>
        <p:txBody>
          <a:bodyPr/>
          <a:lstStyle/>
          <a:p>
            <a:endParaRPr lang="es-ES_tradnl"/>
          </a:p>
        </p:txBody>
      </p:sp>
      <p:sp>
        <p:nvSpPr>
          <p:cNvPr id="20" name="Text Placeholder 15">
            <a:extLst>
              <a:ext uri="{FF2B5EF4-FFF2-40B4-BE49-F238E27FC236}">
                <a16:creationId xmlns:a16="http://schemas.microsoft.com/office/drawing/2014/main" id="{4E1B932F-623D-52FB-E59C-1C9B090B632C}"/>
              </a:ext>
            </a:extLst>
          </p:cNvPr>
          <p:cNvSpPr>
            <a:spLocks noGrp="1"/>
          </p:cNvSpPr>
          <p:nvPr>
            <p:ph type="body" sz="quarter" idx="15"/>
          </p:nvPr>
        </p:nvSpPr>
        <p:spPr>
          <a:xfrm>
            <a:off x="424801" y="5466599"/>
            <a:ext cx="5539221" cy="958538"/>
          </a:xfrm>
        </p:spPr>
        <p:txBody>
          <a:bodyPr/>
          <a:lstStyle>
            <a:lvl1pPr>
              <a:spcBef>
                <a:spcPts val="0"/>
              </a:spcBef>
              <a:defRPr sz="1400" b="0" i="0">
                <a:latin typeface="Movistar Sans" pitchFamily="2" charset="77"/>
                <a:ea typeface="Movistar Sans" pitchFamily="2" charset="77"/>
              </a:defRPr>
            </a:lvl1pPr>
          </a:lstStyle>
          <a:p>
            <a:pPr lvl="0"/>
            <a:r>
              <a:rPr lang="en-US"/>
              <a:t>Click to edit Master text styles</a:t>
            </a:r>
          </a:p>
        </p:txBody>
      </p:sp>
      <p:sp>
        <p:nvSpPr>
          <p:cNvPr id="21" name="Text Placeholder 15">
            <a:extLst>
              <a:ext uri="{FF2B5EF4-FFF2-40B4-BE49-F238E27FC236}">
                <a16:creationId xmlns:a16="http://schemas.microsoft.com/office/drawing/2014/main" id="{50AB3C47-101A-A70A-72D2-0DC1F4A6CC23}"/>
              </a:ext>
            </a:extLst>
          </p:cNvPr>
          <p:cNvSpPr>
            <a:spLocks noGrp="1"/>
          </p:cNvSpPr>
          <p:nvPr>
            <p:ph type="body" sz="quarter" idx="16"/>
          </p:nvPr>
        </p:nvSpPr>
        <p:spPr>
          <a:xfrm>
            <a:off x="424801" y="4935628"/>
            <a:ext cx="5539221" cy="252000"/>
          </a:xfrm>
        </p:spPr>
        <p:txBody>
          <a:bodyPr/>
          <a:lstStyle>
            <a:lvl1pPr>
              <a:spcBef>
                <a:spcPts val="0"/>
              </a:spcBef>
              <a:defRPr sz="1600" b="1" i="0" spc="-50" baseline="0">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81966979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7_Text and Chart 03">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0B906CB-EFBE-C142-F18A-A10D633FCAF1}"/>
              </a:ext>
            </a:extLst>
          </p:cNvPr>
          <p:cNvSpPr>
            <a:spLocks noGrp="1" noRot="1" noMove="1" noResize="1" noEditPoints="1" noAdjustHandles="1" noChangeArrowheads="1" noChangeShapeType="1"/>
          </p:cNvSpPr>
          <p:nvPr>
            <p:ph type="dt" sz="half" idx="10"/>
          </p:nvPr>
        </p:nvSpPr>
        <p:spPr/>
        <p:txBody>
          <a:bodyPr/>
          <a:lstStyle/>
          <a:p>
            <a:pPr algn="ctr"/>
            <a:fld id="{1F7F5E95-2E9D-FB4C-AF56-5F700ACF08B1}" type="datetime1">
              <a:rPr lang="es-ES" smtClean="0"/>
              <a:t>20/3/26</a:t>
            </a:fld>
            <a:endParaRPr lang="en-GB" dirty="0"/>
          </a:p>
        </p:txBody>
      </p:sp>
      <p:sp>
        <p:nvSpPr>
          <p:cNvPr id="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12" name="Title 1">
            <a:extLst>
              <a:ext uri="{FF2B5EF4-FFF2-40B4-BE49-F238E27FC236}">
                <a16:creationId xmlns:a16="http://schemas.microsoft.com/office/drawing/2014/main" id="{5908D912-5F2F-4A1E-C753-897D78B642DA}"/>
              </a:ext>
            </a:extLst>
          </p:cNvPr>
          <p:cNvSpPr>
            <a:spLocks noGrp="1"/>
          </p:cNvSpPr>
          <p:nvPr>
            <p:ph type="title"/>
          </p:nvPr>
        </p:nvSpPr>
        <p:spPr>
          <a:xfrm>
            <a:off x="425450" y="656657"/>
            <a:ext cx="3594160" cy="1008000"/>
          </a:xfrm>
        </p:spPr>
        <p:txBody>
          <a:bodyPr/>
          <a:lstStyle>
            <a:lvl1pPr>
              <a:lnSpc>
                <a:spcPts val="3200"/>
              </a:lnSpc>
              <a:defRPr sz="3200"/>
            </a:lvl1pPr>
          </a:lstStyle>
          <a:p>
            <a:r>
              <a:rPr lang="en-US" dirty="0"/>
              <a:t>Click to edit Master title style</a:t>
            </a:r>
            <a:endParaRPr lang="en-GB" dirty="0"/>
          </a:p>
        </p:txBody>
      </p:sp>
      <p:sp>
        <p:nvSpPr>
          <p:cNvPr id="17" name="Text Placeholder 7">
            <a:extLst>
              <a:ext uri="{FF2B5EF4-FFF2-40B4-BE49-F238E27FC236}">
                <a16:creationId xmlns:a16="http://schemas.microsoft.com/office/drawing/2014/main" id="{013AED02-6963-AAA3-3A13-7AB9773AD5D5}"/>
              </a:ext>
            </a:extLst>
          </p:cNvPr>
          <p:cNvSpPr>
            <a:spLocks noGrp="1"/>
          </p:cNvSpPr>
          <p:nvPr>
            <p:ph type="body" sz="quarter" idx="33"/>
          </p:nvPr>
        </p:nvSpPr>
        <p:spPr>
          <a:xfrm>
            <a:off x="425450" y="432863"/>
            <a:ext cx="3594942"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30" name="Content Placeholder 2">
            <a:extLst>
              <a:ext uri="{FF2B5EF4-FFF2-40B4-BE49-F238E27FC236}">
                <a16:creationId xmlns:a16="http://schemas.microsoft.com/office/drawing/2014/main" id="{7CF2B0F5-1444-95BF-B827-8840581DFCE2}"/>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
        <p:nvSpPr>
          <p:cNvPr id="2" name="Picture Placeholder 6">
            <a:extLst>
              <a:ext uri="{FF2B5EF4-FFF2-40B4-BE49-F238E27FC236}">
                <a16:creationId xmlns:a16="http://schemas.microsoft.com/office/drawing/2014/main" id="{1BB22006-CD3A-1975-6E58-15C1E845ECE6}"/>
              </a:ext>
            </a:extLst>
          </p:cNvPr>
          <p:cNvSpPr>
            <a:spLocks noGrp="1"/>
          </p:cNvSpPr>
          <p:nvPr>
            <p:ph type="pic" sz="quarter" idx="48"/>
          </p:nvPr>
        </p:nvSpPr>
        <p:spPr>
          <a:xfrm>
            <a:off x="6233066" y="1932053"/>
            <a:ext cx="5533484" cy="4530740"/>
          </a:xfrm>
          <a:prstGeom prst="roundRect">
            <a:avLst>
              <a:gd name="adj" fmla="val 3579"/>
            </a:avLst>
          </a:prstGeom>
        </p:spPr>
        <p:txBody>
          <a:bodyPr/>
          <a:lstStyle/>
          <a:p>
            <a:endParaRPr lang="es-ES_tradnl"/>
          </a:p>
        </p:txBody>
      </p:sp>
      <p:sp>
        <p:nvSpPr>
          <p:cNvPr id="6" name="Picture Placeholder 6">
            <a:extLst>
              <a:ext uri="{FF2B5EF4-FFF2-40B4-BE49-F238E27FC236}">
                <a16:creationId xmlns:a16="http://schemas.microsoft.com/office/drawing/2014/main" id="{2D3B9B1B-CA97-1C3B-F52F-A483A2B1E623}"/>
              </a:ext>
            </a:extLst>
          </p:cNvPr>
          <p:cNvSpPr>
            <a:spLocks noGrp="1"/>
          </p:cNvSpPr>
          <p:nvPr>
            <p:ph type="pic" sz="quarter" idx="20"/>
          </p:nvPr>
        </p:nvSpPr>
        <p:spPr>
          <a:xfrm>
            <a:off x="439798" y="1932053"/>
            <a:ext cx="5512569" cy="4530740"/>
          </a:xfrm>
          <a:prstGeom prst="roundRect">
            <a:avLst>
              <a:gd name="adj" fmla="val 3579"/>
            </a:avLst>
          </a:prstGeom>
        </p:spPr>
        <p:txBody>
          <a:bodyPr/>
          <a:lstStyle/>
          <a:p>
            <a:endParaRPr lang="es-ES_tradnl"/>
          </a:p>
        </p:txBody>
      </p:sp>
    </p:spTree>
    <p:extLst>
      <p:ext uri="{BB962C8B-B14F-4D97-AF65-F5344CB8AC3E}">
        <p14:creationId xmlns:p14="http://schemas.microsoft.com/office/powerpoint/2010/main" val="364200519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4B5B49-D9CE-A924-7B9C-7D105E5B5952}"/>
              </a:ext>
            </a:extLst>
          </p:cNvPr>
          <p:cNvSpPr>
            <a:spLocks noGrp="1" noRot="1" noMove="1" noResize="1" noEditPoints="1" noAdjustHandles="1" noChangeArrowheads="1" noChangeShapeType="1"/>
          </p:cNvSpPr>
          <p:nvPr>
            <p:ph type="dt" sz="half" idx="10"/>
          </p:nvPr>
        </p:nvSpPr>
        <p:spPr/>
        <p:txBody>
          <a:bodyPr/>
          <a:lstStyle/>
          <a:p>
            <a:pPr algn="ctr"/>
            <a:fld id="{3BD6373E-D0FA-8C44-BDFB-60395F64FBBC}" type="datetime1">
              <a:rPr lang="es-ES" smtClean="0"/>
              <a:t>20/3/26</a:t>
            </a:fld>
            <a:endParaRPr lang="en-GB" dirty="0"/>
          </a:p>
        </p:txBody>
      </p:sp>
      <p:sp>
        <p:nvSpPr>
          <p:cNvPr id="4" name="Footer Placeholder 3">
            <a:extLst>
              <a:ext uri="{FF2B5EF4-FFF2-40B4-BE49-F238E27FC236}">
                <a16:creationId xmlns:a16="http://schemas.microsoft.com/office/drawing/2014/main" id="{3FFAF161-874A-2990-7813-FDA3F76CAB30}"/>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4331A3F5-2D45-2F7D-9DC1-7B5B40755DF3}"/>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9" name="Table Placeholder 8">
            <a:extLst>
              <a:ext uri="{FF2B5EF4-FFF2-40B4-BE49-F238E27FC236}">
                <a16:creationId xmlns:a16="http://schemas.microsoft.com/office/drawing/2014/main" id="{18DBE552-A66A-7AAF-C69F-7AEBC5D7677A}"/>
              </a:ext>
            </a:extLst>
          </p:cNvPr>
          <p:cNvSpPr>
            <a:spLocks noGrp="1" noRot="1" noMove="1" noResize="1" noEditPoints="1" noAdjustHandles="1" noChangeArrowheads="1" noChangeShapeType="1"/>
          </p:cNvSpPr>
          <p:nvPr>
            <p:ph type="tbl" sz="quarter" idx="14"/>
          </p:nvPr>
        </p:nvSpPr>
        <p:spPr>
          <a:xfrm>
            <a:off x="425450" y="1908175"/>
            <a:ext cx="11334750" cy="4562475"/>
          </a:xfrm>
        </p:spPr>
        <p:txBody>
          <a:bodyPr/>
          <a:lstStyle/>
          <a:p>
            <a:r>
              <a:rPr lang="en-US"/>
              <a:t>Click icon to add table</a:t>
            </a:r>
            <a:endParaRPr lang="en-GB"/>
          </a:p>
        </p:txBody>
      </p:sp>
      <p:sp>
        <p:nvSpPr>
          <p:cNvPr id="8" name="Title 1">
            <a:extLst>
              <a:ext uri="{FF2B5EF4-FFF2-40B4-BE49-F238E27FC236}">
                <a16:creationId xmlns:a16="http://schemas.microsoft.com/office/drawing/2014/main" id="{AB975245-28CE-3590-D2BF-2F71A04DA1A2}"/>
              </a:ext>
            </a:extLst>
          </p:cNvPr>
          <p:cNvSpPr>
            <a:spLocks noGrp="1"/>
          </p:cNvSpPr>
          <p:nvPr>
            <p:ph type="title"/>
          </p:nvPr>
        </p:nvSpPr>
        <p:spPr>
          <a:xfrm>
            <a:off x="425450" y="656657"/>
            <a:ext cx="3600000" cy="1008000"/>
          </a:xfrm>
        </p:spPr>
        <p:txBody>
          <a:bodyPr/>
          <a:lstStyle>
            <a:lvl1pPr>
              <a:lnSpc>
                <a:spcPts val="3200"/>
              </a:lnSpc>
              <a:defRPr sz="3200"/>
            </a:lvl1pPr>
          </a:lstStyle>
          <a:p>
            <a:r>
              <a:rPr lang="en-US" dirty="0"/>
              <a:t>Click to edit Master title style</a:t>
            </a:r>
            <a:endParaRPr lang="en-GB" dirty="0"/>
          </a:p>
        </p:txBody>
      </p:sp>
      <p:sp>
        <p:nvSpPr>
          <p:cNvPr id="10" name="Text Placeholder 7">
            <a:extLst>
              <a:ext uri="{FF2B5EF4-FFF2-40B4-BE49-F238E27FC236}">
                <a16:creationId xmlns:a16="http://schemas.microsoft.com/office/drawing/2014/main" id="{AF52A6A1-B79D-2812-2805-FC98BCE50DEC}"/>
              </a:ext>
            </a:extLst>
          </p:cNvPr>
          <p:cNvSpPr>
            <a:spLocks noGrp="1"/>
          </p:cNvSpPr>
          <p:nvPr>
            <p:ph type="body" sz="quarter" idx="33"/>
          </p:nvPr>
        </p:nvSpPr>
        <p:spPr>
          <a:xfrm>
            <a:off x="425450" y="432863"/>
            <a:ext cx="3600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12" name="Content Placeholder 2">
            <a:extLst>
              <a:ext uri="{FF2B5EF4-FFF2-40B4-BE49-F238E27FC236}">
                <a16:creationId xmlns:a16="http://schemas.microsoft.com/office/drawing/2014/main" id="{B2BCBC3B-B9EB-AE80-FAAB-A0E5F142EDA0}"/>
              </a:ext>
            </a:extLst>
          </p:cNvPr>
          <p:cNvSpPr>
            <a:spLocks noGrp="1"/>
          </p:cNvSpPr>
          <p:nvPr>
            <p:ph idx="1"/>
          </p:nvPr>
        </p:nvSpPr>
        <p:spPr>
          <a:xfrm>
            <a:off x="6096000" y="645082"/>
            <a:ext cx="5670550" cy="1008000"/>
          </a:xfrm>
        </p:spPr>
        <p:txBody>
          <a:bodyPr/>
          <a:lstStyle>
            <a:lvl1pPr algn="r">
              <a:defRPr sz="1100">
                <a:solidFill>
                  <a:schemeClr val="tx1">
                    <a:lumMod val="75000"/>
                    <a:lumOff val="25000"/>
                  </a:schemeClr>
                </a:solidFill>
              </a:defRPr>
            </a:lvl1pPr>
          </a:lstStyle>
          <a:p>
            <a:pPr lvl="0"/>
            <a:r>
              <a:rPr lang="en-US" dirty="0"/>
              <a:t>Click to edit Master text styles</a:t>
            </a:r>
          </a:p>
        </p:txBody>
      </p:sp>
    </p:spTree>
    <p:extLst>
      <p:ext uri="{BB962C8B-B14F-4D97-AF65-F5344CB8AC3E}">
        <p14:creationId xmlns:p14="http://schemas.microsoft.com/office/powerpoint/2010/main" val="259636568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anagrama 01">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4B5B49-D9CE-A924-7B9C-7D105E5B5952}"/>
              </a:ext>
            </a:extLst>
          </p:cNvPr>
          <p:cNvSpPr>
            <a:spLocks noGrp="1" noRot="1" noMove="1" noResize="1" noEditPoints="1" noAdjustHandles="1" noChangeArrowheads="1" noChangeShapeType="1"/>
          </p:cNvSpPr>
          <p:nvPr>
            <p:ph type="dt" sz="half" idx="10"/>
          </p:nvPr>
        </p:nvSpPr>
        <p:spPr/>
        <p:txBody>
          <a:bodyPr/>
          <a:lstStyle/>
          <a:p>
            <a:pPr algn="ctr"/>
            <a:fld id="{099766C2-AFB3-3346-B1DC-95A2182C887F}" type="datetime1">
              <a:rPr lang="es-ES" smtClean="0"/>
              <a:t>20/3/26</a:t>
            </a:fld>
            <a:endParaRPr lang="en-GB" dirty="0"/>
          </a:p>
        </p:txBody>
      </p:sp>
      <p:sp>
        <p:nvSpPr>
          <p:cNvPr id="4" name="Footer Placeholder 3">
            <a:extLst>
              <a:ext uri="{FF2B5EF4-FFF2-40B4-BE49-F238E27FC236}">
                <a16:creationId xmlns:a16="http://schemas.microsoft.com/office/drawing/2014/main" id="{3FFAF161-874A-2990-7813-FDA3F76CAB30}"/>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4331A3F5-2D45-2F7D-9DC1-7B5B40755DF3}"/>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9" name="Table Placeholder 8">
            <a:extLst>
              <a:ext uri="{FF2B5EF4-FFF2-40B4-BE49-F238E27FC236}">
                <a16:creationId xmlns:a16="http://schemas.microsoft.com/office/drawing/2014/main" id="{18DBE552-A66A-7AAF-C69F-7AEBC5D7677A}"/>
              </a:ext>
            </a:extLst>
          </p:cNvPr>
          <p:cNvSpPr>
            <a:spLocks noGrp="1" noRot="1" noMove="1" noResize="1" noEditPoints="1" noAdjustHandles="1" noChangeArrowheads="1" noChangeShapeType="1"/>
          </p:cNvSpPr>
          <p:nvPr>
            <p:ph type="tbl" sz="quarter" idx="14"/>
          </p:nvPr>
        </p:nvSpPr>
        <p:spPr>
          <a:xfrm>
            <a:off x="425450" y="1267313"/>
            <a:ext cx="11334750" cy="5203337"/>
          </a:xfrm>
        </p:spPr>
        <p:txBody>
          <a:bodyPr/>
          <a:lstStyle/>
          <a:p>
            <a:r>
              <a:rPr lang="en-US"/>
              <a:t>Click icon to add table</a:t>
            </a:r>
            <a:endParaRPr lang="en-GB"/>
          </a:p>
        </p:txBody>
      </p:sp>
      <p:sp>
        <p:nvSpPr>
          <p:cNvPr id="6" name="Title 1">
            <a:extLst>
              <a:ext uri="{FF2B5EF4-FFF2-40B4-BE49-F238E27FC236}">
                <a16:creationId xmlns:a16="http://schemas.microsoft.com/office/drawing/2014/main" id="{D6D72B93-D7EA-2E03-FEDB-D67C30D6A741}"/>
              </a:ext>
            </a:extLst>
          </p:cNvPr>
          <p:cNvSpPr>
            <a:spLocks noGrp="1"/>
          </p:cNvSpPr>
          <p:nvPr>
            <p:ph type="title"/>
          </p:nvPr>
        </p:nvSpPr>
        <p:spPr>
          <a:xfrm>
            <a:off x="425450" y="656657"/>
            <a:ext cx="5670550" cy="1008000"/>
          </a:xfrm>
        </p:spPr>
        <p:txBody>
          <a:bodyPr/>
          <a:lstStyle>
            <a:lvl1pPr>
              <a:lnSpc>
                <a:spcPts val="3200"/>
              </a:lnSpc>
              <a:defRPr sz="3200"/>
            </a:lvl1pPr>
          </a:lstStyle>
          <a:p>
            <a:r>
              <a:rPr lang="en-US" dirty="0"/>
              <a:t>Click to edit Master title style</a:t>
            </a:r>
            <a:endParaRPr lang="en-GB" dirty="0"/>
          </a:p>
        </p:txBody>
      </p:sp>
      <p:sp>
        <p:nvSpPr>
          <p:cNvPr id="7" name="Text Placeholder 7">
            <a:extLst>
              <a:ext uri="{FF2B5EF4-FFF2-40B4-BE49-F238E27FC236}">
                <a16:creationId xmlns:a16="http://schemas.microsoft.com/office/drawing/2014/main" id="{8731325F-B018-5008-0AAF-59C8F499D697}"/>
              </a:ext>
            </a:extLst>
          </p:cNvPr>
          <p:cNvSpPr>
            <a:spLocks noGrp="1"/>
          </p:cNvSpPr>
          <p:nvPr>
            <p:ph type="body" sz="quarter" idx="33"/>
          </p:nvPr>
        </p:nvSpPr>
        <p:spPr>
          <a:xfrm>
            <a:off x="425449" y="432863"/>
            <a:ext cx="5671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2102766538"/>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Panagrama 02">
    <p:spTree>
      <p:nvGrpSpPr>
        <p:cNvPr id="1" name=""/>
        <p:cNvGrpSpPr/>
        <p:nvPr/>
      </p:nvGrpSpPr>
      <p:grpSpPr>
        <a:xfrm>
          <a:off x="0" y="0"/>
          <a:ext cx="0" cy="0"/>
          <a:chOff x="0" y="0"/>
          <a:chExt cx="0" cy="0"/>
        </a:xfrm>
      </p:grpSpPr>
      <p:pic>
        <p:nvPicPr>
          <p:cNvPr id="36" name="Picture 35" descr="A white lines on a black background&#10;&#10;AI-generated content may be incorrect.">
            <a:extLst>
              <a:ext uri="{FF2B5EF4-FFF2-40B4-BE49-F238E27FC236}">
                <a16:creationId xmlns:a16="http://schemas.microsoft.com/office/drawing/2014/main" id="{4B48AEB7-6493-E265-BAAE-398398DF29D3}"/>
              </a:ext>
            </a:extLst>
          </p:cNvPr>
          <p:cNvPicPr>
            <a:picLocks noGrp="1" noRot="1" noChangeAspect="1" noMove="1" noResize="1" noEditPoints="1" noAdjustHandles="1" noChangeArrowheads="1" noChangeShapeType="1" noCrop="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3" name="Date Placeholder 2">
            <a:extLst>
              <a:ext uri="{FF2B5EF4-FFF2-40B4-BE49-F238E27FC236}">
                <a16:creationId xmlns:a16="http://schemas.microsoft.com/office/drawing/2014/main" id="{F94B5B49-D9CE-A924-7B9C-7D105E5B5952}"/>
              </a:ext>
            </a:extLst>
          </p:cNvPr>
          <p:cNvSpPr>
            <a:spLocks noGrp="1" noRot="1" noMove="1" noResize="1" noEditPoints="1" noAdjustHandles="1" noChangeArrowheads="1" noChangeShapeType="1"/>
          </p:cNvSpPr>
          <p:nvPr>
            <p:ph type="dt" sz="half" idx="10"/>
          </p:nvPr>
        </p:nvSpPr>
        <p:spPr/>
        <p:txBody>
          <a:bodyPr/>
          <a:lstStyle/>
          <a:p>
            <a:pPr algn="ctr"/>
            <a:fld id="{33FD58F7-1BA6-C94C-85C4-35ECCB794B7E}" type="datetime1">
              <a:rPr lang="es-ES" smtClean="0"/>
              <a:t>20/3/26</a:t>
            </a:fld>
            <a:endParaRPr lang="en-GB" dirty="0"/>
          </a:p>
        </p:txBody>
      </p:sp>
      <p:sp>
        <p:nvSpPr>
          <p:cNvPr id="4" name="Footer Placeholder 3">
            <a:extLst>
              <a:ext uri="{FF2B5EF4-FFF2-40B4-BE49-F238E27FC236}">
                <a16:creationId xmlns:a16="http://schemas.microsoft.com/office/drawing/2014/main" id="{3FFAF161-874A-2990-7813-FDA3F76CAB30}"/>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4331A3F5-2D45-2F7D-9DC1-7B5B40755DF3}"/>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7" name="Text Placeholder 6">
            <a:extLst>
              <a:ext uri="{FF2B5EF4-FFF2-40B4-BE49-F238E27FC236}">
                <a16:creationId xmlns:a16="http://schemas.microsoft.com/office/drawing/2014/main" id="{EB22986C-176A-5BAF-30B5-361A29E72E68}"/>
              </a:ext>
            </a:extLst>
          </p:cNvPr>
          <p:cNvSpPr>
            <a:spLocks noGrp="1" noRot="1" noMove="1" noResize="1" noEditPoints="1" noAdjustHandles="1" noChangeArrowheads="1" noChangeShapeType="1"/>
          </p:cNvSpPr>
          <p:nvPr>
            <p:ph type="body" sz="quarter" idx="14"/>
          </p:nvPr>
        </p:nvSpPr>
        <p:spPr>
          <a:xfrm>
            <a:off x="3203575" y="1412875"/>
            <a:ext cx="1870075" cy="252000"/>
          </a:xfrm>
          <a:prstGeom prst="roundRect">
            <a:avLst/>
          </a:prstGeom>
          <a:solidFill>
            <a:schemeClr val="tx1">
              <a:lumMod val="25000"/>
              <a:lumOff val="75000"/>
            </a:schemeClr>
          </a:solidFill>
        </p:spPr>
        <p:txBody>
          <a:bodyPr anchor="ctr" anchorCtr="1"/>
          <a:lstStyle>
            <a:lvl1pPr algn="ctr">
              <a:defRPr sz="1500" b="1" i="0" spc="-50" baseline="0">
                <a:solidFill>
                  <a:schemeClr val="tx1">
                    <a:lumMod val="75000"/>
                    <a:lumOff val="25000"/>
                  </a:schemeClr>
                </a:solidFill>
                <a:latin typeface="Movistar Sans" pitchFamily="2" charset="77"/>
                <a:ea typeface="Movistar Sans" pitchFamily="2" charset="77"/>
              </a:defRPr>
            </a:lvl1pPr>
          </a:lstStyle>
          <a:p>
            <a:pPr lvl="0"/>
            <a:r>
              <a:rPr lang="en-US"/>
              <a:t>Click to edit Master text styles</a:t>
            </a:r>
          </a:p>
        </p:txBody>
      </p:sp>
      <p:sp>
        <p:nvSpPr>
          <p:cNvPr id="10" name="Text Placeholder 6">
            <a:extLst>
              <a:ext uri="{FF2B5EF4-FFF2-40B4-BE49-F238E27FC236}">
                <a16:creationId xmlns:a16="http://schemas.microsoft.com/office/drawing/2014/main" id="{32B34C17-5BB9-3923-C907-D31B2E8ED85D}"/>
              </a:ext>
            </a:extLst>
          </p:cNvPr>
          <p:cNvSpPr>
            <a:spLocks noGrp="1" noRot="1" noMove="1" noResize="1" noEditPoints="1" noAdjustHandles="1" noChangeArrowheads="1" noChangeShapeType="1"/>
          </p:cNvSpPr>
          <p:nvPr>
            <p:ph type="body" sz="quarter" idx="15"/>
          </p:nvPr>
        </p:nvSpPr>
        <p:spPr>
          <a:xfrm>
            <a:off x="5130800" y="1412875"/>
            <a:ext cx="1870075" cy="252000"/>
          </a:xfrm>
          <a:prstGeom prst="roundRect">
            <a:avLst/>
          </a:prstGeom>
          <a:solidFill>
            <a:schemeClr val="tx1">
              <a:lumMod val="25000"/>
              <a:lumOff val="75000"/>
            </a:schemeClr>
          </a:solidFill>
        </p:spPr>
        <p:txBody>
          <a:bodyPr anchor="ctr" anchorCtr="1"/>
          <a:lstStyle>
            <a:lvl1pPr algn="ctr">
              <a:defRPr sz="1500" b="1" i="0" spc="-50" baseline="0">
                <a:solidFill>
                  <a:schemeClr val="tx1">
                    <a:lumMod val="75000"/>
                    <a:lumOff val="25000"/>
                  </a:schemeClr>
                </a:solidFill>
                <a:latin typeface="Movistar Sans" pitchFamily="2" charset="77"/>
                <a:ea typeface="Movistar Sans" pitchFamily="2" charset="77"/>
              </a:defRPr>
            </a:lvl1pPr>
          </a:lstStyle>
          <a:p>
            <a:pPr lvl="0"/>
            <a:r>
              <a:rPr lang="en-US"/>
              <a:t>Click to edit Master text styles</a:t>
            </a:r>
          </a:p>
        </p:txBody>
      </p:sp>
      <p:sp>
        <p:nvSpPr>
          <p:cNvPr id="11" name="Text Placeholder 6">
            <a:extLst>
              <a:ext uri="{FF2B5EF4-FFF2-40B4-BE49-F238E27FC236}">
                <a16:creationId xmlns:a16="http://schemas.microsoft.com/office/drawing/2014/main" id="{3C3A5D86-0CF0-9E43-1A60-F8F2E28306F6}"/>
              </a:ext>
            </a:extLst>
          </p:cNvPr>
          <p:cNvSpPr>
            <a:spLocks noGrp="1" noRot="1" noMove="1" noResize="1" noEditPoints="1" noAdjustHandles="1" noChangeArrowheads="1" noChangeShapeType="1"/>
          </p:cNvSpPr>
          <p:nvPr>
            <p:ph type="body" sz="quarter" idx="16"/>
          </p:nvPr>
        </p:nvSpPr>
        <p:spPr>
          <a:xfrm>
            <a:off x="7058025" y="1412875"/>
            <a:ext cx="1870075" cy="252000"/>
          </a:xfrm>
          <a:prstGeom prst="roundRect">
            <a:avLst/>
          </a:prstGeom>
          <a:solidFill>
            <a:schemeClr val="tx1">
              <a:lumMod val="25000"/>
              <a:lumOff val="75000"/>
            </a:schemeClr>
          </a:solidFill>
        </p:spPr>
        <p:txBody>
          <a:bodyPr anchor="ctr" anchorCtr="1"/>
          <a:lstStyle>
            <a:lvl1pPr algn="ctr">
              <a:defRPr sz="1500" b="1" i="0" spc="-50" baseline="0">
                <a:solidFill>
                  <a:schemeClr val="tx1">
                    <a:lumMod val="75000"/>
                    <a:lumOff val="25000"/>
                  </a:schemeClr>
                </a:solidFill>
                <a:latin typeface="Movistar Sans" pitchFamily="2" charset="77"/>
                <a:ea typeface="Movistar Sans" pitchFamily="2" charset="77"/>
              </a:defRPr>
            </a:lvl1pPr>
          </a:lstStyle>
          <a:p>
            <a:pPr lvl="0"/>
            <a:r>
              <a:rPr lang="en-US"/>
              <a:t>Click to edit Master text styles</a:t>
            </a:r>
          </a:p>
        </p:txBody>
      </p:sp>
      <p:sp>
        <p:nvSpPr>
          <p:cNvPr id="12" name="Text Placeholder 6">
            <a:extLst>
              <a:ext uri="{FF2B5EF4-FFF2-40B4-BE49-F238E27FC236}">
                <a16:creationId xmlns:a16="http://schemas.microsoft.com/office/drawing/2014/main" id="{C0022DFD-1A86-AD4D-2F07-7911131D781E}"/>
              </a:ext>
            </a:extLst>
          </p:cNvPr>
          <p:cNvSpPr>
            <a:spLocks noGrp="1" noRot="1" noMove="1" noResize="1" noEditPoints="1" noAdjustHandles="1" noChangeArrowheads="1" noChangeShapeType="1"/>
          </p:cNvSpPr>
          <p:nvPr>
            <p:ph type="body" sz="quarter" idx="17"/>
          </p:nvPr>
        </p:nvSpPr>
        <p:spPr>
          <a:xfrm>
            <a:off x="8985250" y="1412875"/>
            <a:ext cx="1870075" cy="252000"/>
          </a:xfrm>
          <a:prstGeom prst="roundRect">
            <a:avLst/>
          </a:prstGeom>
          <a:solidFill>
            <a:schemeClr val="tx1">
              <a:lumMod val="25000"/>
              <a:lumOff val="75000"/>
            </a:schemeClr>
          </a:solidFill>
        </p:spPr>
        <p:txBody>
          <a:bodyPr anchor="ctr" anchorCtr="1"/>
          <a:lstStyle>
            <a:lvl1pPr algn="ctr">
              <a:defRPr sz="1500" b="1" i="0" spc="-50" baseline="0">
                <a:solidFill>
                  <a:schemeClr val="tx1">
                    <a:lumMod val="75000"/>
                    <a:lumOff val="25000"/>
                  </a:schemeClr>
                </a:solidFill>
                <a:latin typeface="Movistar Sans" pitchFamily="2" charset="77"/>
                <a:ea typeface="Movistar Sans" pitchFamily="2" charset="77"/>
              </a:defRPr>
            </a:lvl1pPr>
          </a:lstStyle>
          <a:p>
            <a:pPr lvl="0"/>
            <a:r>
              <a:rPr lang="en-US"/>
              <a:t>Click to edit Master text styles</a:t>
            </a:r>
          </a:p>
        </p:txBody>
      </p:sp>
      <p:sp>
        <p:nvSpPr>
          <p:cNvPr id="13" name="Text Placeholder 6">
            <a:extLst>
              <a:ext uri="{FF2B5EF4-FFF2-40B4-BE49-F238E27FC236}">
                <a16:creationId xmlns:a16="http://schemas.microsoft.com/office/drawing/2014/main" id="{0C1DDB26-B818-B377-0140-20CAA756CA9B}"/>
              </a:ext>
            </a:extLst>
          </p:cNvPr>
          <p:cNvSpPr>
            <a:spLocks noGrp="1" noRot="1" noMove="1" noResize="1" noEditPoints="1" noAdjustHandles="1" noChangeArrowheads="1" noChangeShapeType="1"/>
          </p:cNvSpPr>
          <p:nvPr>
            <p:ph type="body" sz="quarter" idx="18"/>
          </p:nvPr>
        </p:nvSpPr>
        <p:spPr>
          <a:xfrm>
            <a:off x="3203575" y="1758772"/>
            <a:ext cx="1471167" cy="252000"/>
          </a:xfrm>
          <a:prstGeom prst="roundRect">
            <a:avLst/>
          </a:prstGeom>
          <a:solidFill>
            <a:schemeClr val="tx1"/>
          </a:solidFill>
        </p:spPr>
        <p:txBody>
          <a:bodyPr anchor="ctr" anchorCtr="1"/>
          <a:lstStyle>
            <a:lvl1pPr algn="ctr">
              <a:defRPr sz="950" b="1" i="0" cap="all" spc="-50" baseline="0">
                <a:solidFill>
                  <a:schemeClr val="bg1"/>
                </a:solidFill>
                <a:latin typeface="Movistar Sans" pitchFamily="2" charset="77"/>
                <a:ea typeface="Movistar Sans" pitchFamily="2" charset="77"/>
              </a:defRPr>
            </a:lvl1pPr>
          </a:lstStyle>
          <a:p>
            <a:pPr lvl="0"/>
            <a:r>
              <a:rPr lang="en-US"/>
              <a:t>Click to edit Master text styles</a:t>
            </a:r>
          </a:p>
        </p:txBody>
      </p:sp>
      <p:sp>
        <p:nvSpPr>
          <p:cNvPr id="14" name="Text Placeholder 6">
            <a:extLst>
              <a:ext uri="{FF2B5EF4-FFF2-40B4-BE49-F238E27FC236}">
                <a16:creationId xmlns:a16="http://schemas.microsoft.com/office/drawing/2014/main" id="{2F07ED0F-B153-5C1A-9DE5-E9B3505F9039}"/>
              </a:ext>
            </a:extLst>
          </p:cNvPr>
          <p:cNvSpPr>
            <a:spLocks noGrp="1" noRot="1" noMove="1" noResize="1" noEditPoints="1" noAdjustHandles="1" noChangeArrowheads="1" noChangeShapeType="1"/>
          </p:cNvSpPr>
          <p:nvPr>
            <p:ph type="body" sz="quarter" idx="19"/>
          </p:nvPr>
        </p:nvSpPr>
        <p:spPr>
          <a:xfrm>
            <a:off x="4748721" y="1758772"/>
            <a:ext cx="1471167" cy="252000"/>
          </a:xfrm>
          <a:prstGeom prst="roundRect">
            <a:avLst/>
          </a:prstGeom>
          <a:solidFill>
            <a:schemeClr val="tx1"/>
          </a:solidFill>
        </p:spPr>
        <p:txBody>
          <a:bodyPr anchor="ctr" anchorCtr="1"/>
          <a:lstStyle>
            <a:lvl1pPr algn="ctr">
              <a:defRPr sz="950" b="1" i="0" cap="all" spc="-50" baseline="0">
                <a:solidFill>
                  <a:schemeClr val="bg1"/>
                </a:solidFill>
                <a:latin typeface="Movistar Sans" pitchFamily="2" charset="77"/>
                <a:ea typeface="Movistar Sans" pitchFamily="2" charset="77"/>
              </a:defRPr>
            </a:lvl1pPr>
          </a:lstStyle>
          <a:p>
            <a:pPr lvl="0"/>
            <a:r>
              <a:rPr lang="en-US"/>
              <a:t>Click to edit Master text styles</a:t>
            </a:r>
          </a:p>
        </p:txBody>
      </p:sp>
      <p:sp>
        <p:nvSpPr>
          <p:cNvPr id="15" name="Text Placeholder 6">
            <a:extLst>
              <a:ext uri="{FF2B5EF4-FFF2-40B4-BE49-F238E27FC236}">
                <a16:creationId xmlns:a16="http://schemas.microsoft.com/office/drawing/2014/main" id="{A374C9F6-EACE-24D1-C1C4-F25F4C814D07}"/>
              </a:ext>
            </a:extLst>
          </p:cNvPr>
          <p:cNvSpPr>
            <a:spLocks noGrp="1" noRot="1" noMove="1" noResize="1" noEditPoints="1" noAdjustHandles="1" noChangeArrowheads="1" noChangeShapeType="1"/>
          </p:cNvSpPr>
          <p:nvPr>
            <p:ph type="body" sz="quarter" idx="20"/>
          </p:nvPr>
        </p:nvSpPr>
        <p:spPr>
          <a:xfrm>
            <a:off x="6293867" y="1758772"/>
            <a:ext cx="1471167" cy="252000"/>
          </a:xfrm>
          <a:prstGeom prst="roundRect">
            <a:avLst/>
          </a:prstGeom>
          <a:solidFill>
            <a:schemeClr val="tx1"/>
          </a:solidFill>
        </p:spPr>
        <p:txBody>
          <a:bodyPr anchor="ctr" anchorCtr="1"/>
          <a:lstStyle>
            <a:lvl1pPr algn="ctr">
              <a:defRPr sz="950" b="1" i="0" cap="all" spc="-50" baseline="0">
                <a:solidFill>
                  <a:schemeClr val="bg1"/>
                </a:solidFill>
                <a:latin typeface="Movistar Sans" pitchFamily="2" charset="77"/>
                <a:ea typeface="Movistar Sans" pitchFamily="2" charset="77"/>
              </a:defRPr>
            </a:lvl1pPr>
          </a:lstStyle>
          <a:p>
            <a:pPr lvl="0"/>
            <a:r>
              <a:rPr lang="en-US"/>
              <a:t>Click to edit Master text styles</a:t>
            </a:r>
          </a:p>
        </p:txBody>
      </p:sp>
      <p:sp>
        <p:nvSpPr>
          <p:cNvPr id="16" name="Text Placeholder 6">
            <a:extLst>
              <a:ext uri="{FF2B5EF4-FFF2-40B4-BE49-F238E27FC236}">
                <a16:creationId xmlns:a16="http://schemas.microsoft.com/office/drawing/2014/main" id="{F350FB8E-CB15-8A39-62C2-3D23BC9994B5}"/>
              </a:ext>
            </a:extLst>
          </p:cNvPr>
          <p:cNvSpPr>
            <a:spLocks noGrp="1" noRot="1" noMove="1" noResize="1" noEditPoints="1" noAdjustHandles="1" noChangeArrowheads="1" noChangeShapeType="1"/>
          </p:cNvSpPr>
          <p:nvPr>
            <p:ph type="body" sz="quarter" idx="21"/>
          </p:nvPr>
        </p:nvSpPr>
        <p:spPr>
          <a:xfrm>
            <a:off x="7839013" y="1758772"/>
            <a:ext cx="1471167" cy="252000"/>
          </a:xfrm>
          <a:prstGeom prst="roundRect">
            <a:avLst/>
          </a:prstGeom>
          <a:solidFill>
            <a:schemeClr val="tx1"/>
          </a:solidFill>
        </p:spPr>
        <p:txBody>
          <a:bodyPr anchor="ctr" anchorCtr="1"/>
          <a:lstStyle>
            <a:lvl1pPr algn="ctr">
              <a:defRPr sz="950" b="1" i="0" cap="all" spc="-50" baseline="0">
                <a:solidFill>
                  <a:schemeClr val="bg1"/>
                </a:solidFill>
                <a:latin typeface="Movistar Sans" pitchFamily="2" charset="77"/>
                <a:ea typeface="Movistar Sans" pitchFamily="2" charset="77"/>
              </a:defRPr>
            </a:lvl1pPr>
          </a:lstStyle>
          <a:p>
            <a:pPr lvl="0"/>
            <a:r>
              <a:rPr lang="en-US"/>
              <a:t>Click to edit Master text styles</a:t>
            </a:r>
          </a:p>
        </p:txBody>
      </p:sp>
      <p:sp>
        <p:nvSpPr>
          <p:cNvPr id="17" name="Text Placeholder 6">
            <a:extLst>
              <a:ext uri="{FF2B5EF4-FFF2-40B4-BE49-F238E27FC236}">
                <a16:creationId xmlns:a16="http://schemas.microsoft.com/office/drawing/2014/main" id="{2E36123E-8E9D-4009-CB15-2617881C700A}"/>
              </a:ext>
            </a:extLst>
          </p:cNvPr>
          <p:cNvSpPr>
            <a:spLocks noGrp="1" noRot="1" noMove="1" noResize="1" noEditPoints="1" noAdjustHandles="1" noChangeArrowheads="1" noChangeShapeType="1"/>
          </p:cNvSpPr>
          <p:nvPr>
            <p:ph type="body" sz="quarter" idx="22"/>
          </p:nvPr>
        </p:nvSpPr>
        <p:spPr>
          <a:xfrm>
            <a:off x="9384158" y="1758772"/>
            <a:ext cx="1471167" cy="252000"/>
          </a:xfrm>
          <a:prstGeom prst="roundRect">
            <a:avLst/>
          </a:prstGeom>
          <a:solidFill>
            <a:schemeClr val="tx1"/>
          </a:solidFill>
        </p:spPr>
        <p:txBody>
          <a:bodyPr anchor="ctr" anchorCtr="1"/>
          <a:lstStyle>
            <a:lvl1pPr algn="ctr">
              <a:defRPr sz="950" b="1" i="0" cap="all" spc="-50" baseline="0">
                <a:solidFill>
                  <a:schemeClr val="bg1"/>
                </a:solidFill>
                <a:latin typeface="Movistar Sans" pitchFamily="2" charset="77"/>
                <a:ea typeface="Movistar Sans" pitchFamily="2" charset="77"/>
              </a:defRPr>
            </a:lvl1pPr>
          </a:lstStyle>
          <a:p>
            <a:pPr lvl="0"/>
            <a:r>
              <a:rPr lang="en-US"/>
              <a:t>Click to edit Master text styles</a:t>
            </a:r>
          </a:p>
        </p:txBody>
      </p:sp>
      <p:sp>
        <p:nvSpPr>
          <p:cNvPr id="18" name="Text Placeholder 6">
            <a:extLst>
              <a:ext uri="{FF2B5EF4-FFF2-40B4-BE49-F238E27FC236}">
                <a16:creationId xmlns:a16="http://schemas.microsoft.com/office/drawing/2014/main" id="{93024654-E0E3-E980-916F-7A92E5EABF0E}"/>
              </a:ext>
            </a:extLst>
          </p:cNvPr>
          <p:cNvSpPr>
            <a:spLocks noGrp="1" noRot="1" noMove="1" noResize="1" noEditPoints="1" noAdjustHandles="1" noChangeArrowheads="1" noChangeShapeType="1"/>
          </p:cNvSpPr>
          <p:nvPr>
            <p:ph type="body" sz="quarter" idx="23"/>
          </p:nvPr>
        </p:nvSpPr>
        <p:spPr>
          <a:xfrm>
            <a:off x="426716" y="2082800"/>
            <a:ext cx="1362815" cy="806449"/>
          </a:xfrm>
          <a:prstGeom prst="roundRect">
            <a:avLst>
              <a:gd name="adj" fmla="val 5250"/>
            </a:avLst>
          </a:prstGeom>
          <a:solidFill>
            <a:schemeClr val="accent1"/>
          </a:solidFill>
        </p:spPr>
        <p:txBody>
          <a:bodyPr anchor="ctr" anchorCtr="1"/>
          <a:lstStyle>
            <a:lvl1pPr algn="ctr">
              <a:lnSpc>
                <a:spcPct val="85000"/>
              </a:lnSpc>
              <a:spcBef>
                <a:spcPts val="0"/>
              </a:spcBef>
              <a:defRPr sz="1500" b="1" i="0" spc="-50" baseline="0">
                <a:solidFill>
                  <a:schemeClr val="accent5"/>
                </a:solidFill>
                <a:latin typeface="Movistar Sans" pitchFamily="2" charset="77"/>
                <a:ea typeface="Movistar Sans" pitchFamily="2" charset="77"/>
              </a:defRPr>
            </a:lvl1pPr>
          </a:lstStyle>
          <a:p>
            <a:pPr lvl="0"/>
            <a:r>
              <a:rPr lang="en-US"/>
              <a:t>Click to edit Master text styles</a:t>
            </a:r>
          </a:p>
        </p:txBody>
      </p:sp>
      <p:sp>
        <p:nvSpPr>
          <p:cNvPr id="19" name="Text Placeholder 6">
            <a:extLst>
              <a:ext uri="{FF2B5EF4-FFF2-40B4-BE49-F238E27FC236}">
                <a16:creationId xmlns:a16="http://schemas.microsoft.com/office/drawing/2014/main" id="{49EFC69E-EE79-2D40-C25C-7A22EB381286}"/>
              </a:ext>
            </a:extLst>
          </p:cNvPr>
          <p:cNvSpPr>
            <a:spLocks noGrp="1" noRot="1" noMove="1" noResize="1" noEditPoints="1" noAdjustHandles="1" noChangeArrowheads="1" noChangeShapeType="1"/>
          </p:cNvSpPr>
          <p:nvPr>
            <p:ph type="body" sz="quarter" idx="24"/>
          </p:nvPr>
        </p:nvSpPr>
        <p:spPr>
          <a:xfrm>
            <a:off x="426716" y="2982383"/>
            <a:ext cx="1362815" cy="806449"/>
          </a:xfrm>
          <a:prstGeom prst="roundRect">
            <a:avLst>
              <a:gd name="adj" fmla="val 5250"/>
            </a:avLst>
          </a:prstGeom>
          <a:solidFill>
            <a:schemeClr val="accent2"/>
          </a:solidFill>
        </p:spPr>
        <p:txBody>
          <a:bodyPr anchor="ctr" anchorCtr="1"/>
          <a:lstStyle>
            <a:lvl1pPr algn="ctr">
              <a:lnSpc>
                <a:spcPct val="85000"/>
              </a:lnSpc>
              <a:spcBef>
                <a:spcPts val="0"/>
              </a:spcBef>
              <a:defRPr sz="1500" b="1" i="0" spc="-50" baseline="0">
                <a:solidFill>
                  <a:schemeClr val="accent6"/>
                </a:solidFill>
                <a:latin typeface="Movistar Sans" pitchFamily="2" charset="77"/>
                <a:ea typeface="Movistar Sans" pitchFamily="2" charset="77"/>
              </a:defRPr>
            </a:lvl1pPr>
          </a:lstStyle>
          <a:p>
            <a:pPr lvl="0"/>
            <a:r>
              <a:rPr lang="en-US"/>
              <a:t>Click to edit Master text styles</a:t>
            </a:r>
          </a:p>
        </p:txBody>
      </p:sp>
      <p:sp>
        <p:nvSpPr>
          <p:cNvPr id="20" name="Text Placeholder 6">
            <a:extLst>
              <a:ext uri="{FF2B5EF4-FFF2-40B4-BE49-F238E27FC236}">
                <a16:creationId xmlns:a16="http://schemas.microsoft.com/office/drawing/2014/main" id="{FE4E77A1-95C2-B32C-2C03-5CE30DF103E0}"/>
              </a:ext>
            </a:extLst>
          </p:cNvPr>
          <p:cNvSpPr>
            <a:spLocks noGrp="1" noRot="1" noMove="1" noResize="1" noEditPoints="1" noAdjustHandles="1" noChangeArrowheads="1" noChangeShapeType="1"/>
          </p:cNvSpPr>
          <p:nvPr>
            <p:ph type="body" sz="quarter" idx="25"/>
          </p:nvPr>
        </p:nvSpPr>
        <p:spPr>
          <a:xfrm>
            <a:off x="426716" y="3881966"/>
            <a:ext cx="1362815" cy="806449"/>
          </a:xfrm>
          <a:prstGeom prst="roundRect">
            <a:avLst>
              <a:gd name="adj" fmla="val 5250"/>
            </a:avLst>
          </a:prstGeom>
          <a:solidFill>
            <a:schemeClr val="accent3"/>
          </a:solidFill>
        </p:spPr>
        <p:txBody>
          <a:bodyPr anchor="ctr" anchorCtr="1"/>
          <a:lstStyle>
            <a:lvl1pPr algn="ctr">
              <a:lnSpc>
                <a:spcPct val="85000"/>
              </a:lnSpc>
              <a:spcBef>
                <a:spcPts val="0"/>
              </a:spcBef>
              <a:defRPr sz="1500" b="1" i="0" spc="-50" baseline="0">
                <a:solidFill>
                  <a:srgbClr val="624900"/>
                </a:solidFill>
                <a:latin typeface="Movistar Sans" pitchFamily="2" charset="77"/>
                <a:ea typeface="Movistar Sans" pitchFamily="2" charset="77"/>
              </a:defRPr>
            </a:lvl1pPr>
          </a:lstStyle>
          <a:p>
            <a:pPr lvl="0"/>
            <a:r>
              <a:rPr lang="en-US"/>
              <a:t>Click to edit Master text styles</a:t>
            </a:r>
          </a:p>
        </p:txBody>
      </p:sp>
      <p:sp>
        <p:nvSpPr>
          <p:cNvPr id="21" name="Text Placeholder 6">
            <a:extLst>
              <a:ext uri="{FF2B5EF4-FFF2-40B4-BE49-F238E27FC236}">
                <a16:creationId xmlns:a16="http://schemas.microsoft.com/office/drawing/2014/main" id="{25E3CACD-0022-C4B7-6201-483E783AEE63}"/>
              </a:ext>
            </a:extLst>
          </p:cNvPr>
          <p:cNvSpPr>
            <a:spLocks noGrp="1" noRot="1" noMove="1" noResize="1" noEditPoints="1" noAdjustHandles="1" noChangeArrowheads="1" noChangeShapeType="1"/>
          </p:cNvSpPr>
          <p:nvPr>
            <p:ph type="body" sz="quarter" idx="26"/>
          </p:nvPr>
        </p:nvSpPr>
        <p:spPr>
          <a:xfrm>
            <a:off x="426716" y="4781550"/>
            <a:ext cx="1362815" cy="806449"/>
          </a:xfrm>
          <a:prstGeom prst="roundRect">
            <a:avLst>
              <a:gd name="adj" fmla="val 5250"/>
            </a:avLst>
          </a:prstGeom>
          <a:solidFill>
            <a:schemeClr val="accent4"/>
          </a:solidFill>
        </p:spPr>
        <p:txBody>
          <a:bodyPr anchor="ctr" anchorCtr="1"/>
          <a:lstStyle>
            <a:lvl1pPr algn="ctr">
              <a:lnSpc>
                <a:spcPct val="85000"/>
              </a:lnSpc>
              <a:spcBef>
                <a:spcPts val="0"/>
              </a:spcBef>
              <a:defRPr sz="1500" b="1" i="0" spc="-50" baseline="0">
                <a:solidFill>
                  <a:srgbClr val="6A2C13"/>
                </a:solidFill>
                <a:latin typeface="Movistar Sans" pitchFamily="2" charset="77"/>
                <a:ea typeface="Movistar Sans" pitchFamily="2" charset="77"/>
              </a:defRPr>
            </a:lvl1pPr>
          </a:lstStyle>
          <a:p>
            <a:pPr lvl="0"/>
            <a:r>
              <a:rPr lang="en-US"/>
              <a:t>Click to edit Master text styles</a:t>
            </a:r>
          </a:p>
        </p:txBody>
      </p:sp>
      <p:sp>
        <p:nvSpPr>
          <p:cNvPr id="22" name="Text Placeholder 6">
            <a:extLst>
              <a:ext uri="{FF2B5EF4-FFF2-40B4-BE49-F238E27FC236}">
                <a16:creationId xmlns:a16="http://schemas.microsoft.com/office/drawing/2014/main" id="{A5D551D8-94A1-FA30-2028-C949CCB7EE9F}"/>
              </a:ext>
            </a:extLst>
          </p:cNvPr>
          <p:cNvSpPr>
            <a:spLocks noGrp="1" noRot="1" noMove="1" noResize="1" noEditPoints="1" noAdjustHandles="1" noChangeArrowheads="1" noChangeShapeType="1"/>
          </p:cNvSpPr>
          <p:nvPr>
            <p:ph type="body" sz="quarter" idx="27"/>
          </p:nvPr>
        </p:nvSpPr>
        <p:spPr>
          <a:xfrm>
            <a:off x="426716" y="5681135"/>
            <a:ext cx="1362815" cy="322790"/>
          </a:xfrm>
          <a:prstGeom prst="roundRect">
            <a:avLst>
              <a:gd name="adj" fmla="val 10168"/>
            </a:avLst>
          </a:prstGeom>
          <a:solidFill>
            <a:schemeClr val="accent1"/>
          </a:solidFill>
        </p:spPr>
        <p:txBody>
          <a:bodyPr anchor="ctr" anchorCtr="1"/>
          <a:lstStyle>
            <a:lvl1pPr algn="ctr">
              <a:lnSpc>
                <a:spcPct val="85000"/>
              </a:lnSpc>
              <a:spcBef>
                <a:spcPts val="0"/>
              </a:spcBef>
              <a:defRPr sz="1500" b="1" i="0" spc="-50" baseline="0">
                <a:solidFill>
                  <a:schemeClr val="accent5"/>
                </a:solidFill>
                <a:latin typeface="Movistar Sans" pitchFamily="2" charset="77"/>
                <a:ea typeface="Movistar Sans" pitchFamily="2" charset="77"/>
              </a:defRPr>
            </a:lvl1pPr>
          </a:lstStyle>
          <a:p>
            <a:pPr lvl="0"/>
            <a:r>
              <a:rPr lang="en-US"/>
              <a:t>Click to edit Master text styles</a:t>
            </a:r>
          </a:p>
        </p:txBody>
      </p:sp>
      <p:sp>
        <p:nvSpPr>
          <p:cNvPr id="23" name="Text Placeholder 6">
            <a:extLst>
              <a:ext uri="{FF2B5EF4-FFF2-40B4-BE49-F238E27FC236}">
                <a16:creationId xmlns:a16="http://schemas.microsoft.com/office/drawing/2014/main" id="{5B07ACA4-F914-D9A1-0930-6B4ED1628CB5}"/>
              </a:ext>
            </a:extLst>
          </p:cNvPr>
          <p:cNvSpPr>
            <a:spLocks noGrp="1" noRot="1" noMove="1" noResize="1" noEditPoints="1" noAdjustHandles="1" noChangeArrowheads="1" noChangeShapeType="1"/>
          </p:cNvSpPr>
          <p:nvPr>
            <p:ph type="body" sz="quarter" idx="28"/>
          </p:nvPr>
        </p:nvSpPr>
        <p:spPr>
          <a:xfrm>
            <a:off x="426716" y="6109760"/>
            <a:ext cx="1362815" cy="322790"/>
          </a:xfrm>
          <a:prstGeom prst="roundRect">
            <a:avLst>
              <a:gd name="adj" fmla="val 10168"/>
            </a:avLst>
          </a:prstGeom>
          <a:solidFill>
            <a:schemeClr val="accent2"/>
          </a:solidFill>
        </p:spPr>
        <p:txBody>
          <a:bodyPr anchor="ctr" anchorCtr="1"/>
          <a:lstStyle>
            <a:lvl1pPr algn="ctr">
              <a:lnSpc>
                <a:spcPct val="85000"/>
              </a:lnSpc>
              <a:spcBef>
                <a:spcPts val="0"/>
              </a:spcBef>
              <a:defRPr sz="1500" b="1" i="0" spc="-50" baseline="0">
                <a:solidFill>
                  <a:schemeClr val="accent6"/>
                </a:solidFill>
                <a:latin typeface="Movistar Sans" pitchFamily="2" charset="77"/>
                <a:ea typeface="Movistar Sans" pitchFamily="2" charset="77"/>
              </a:defRPr>
            </a:lvl1pPr>
          </a:lstStyle>
          <a:p>
            <a:pPr lvl="0"/>
            <a:r>
              <a:rPr lang="en-US"/>
              <a:t>Click to edit Master text styles</a:t>
            </a:r>
          </a:p>
        </p:txBody>
      </p:sp>
      <p:sp>
        <p:nvSpPr>
          <p:cNvPr id="25" name="Text Placeholder 24">
            <a:extLst>
              <a:ext uri="{FF2B5EF4-FFF2-40B4-BE49-F238E27FC236}">
                <a16:creationId xmlns:a16="http://schemas.microsoft.com/office/drawing/2014/main" id="{0A1C4462-8E4A-9A8D-BD0D-6180B12F385C}"/>
              </a:ext>
            </a:extLst>
          </p:cNvPr>
          <p:cNvSpPr>
            <a:spLocks noGrp="1" noRot="1" noMove="1" noResize="1" noEditPoints="1" noAdjustHandles="1" noChangeArrowheads="1" noChangeShapeType="1"/>
          </p:cNvSpPr>
          <p:nvPr>
            <p:ph type="body" sz="quarter" idx="29"/>
          </p:nvPr>
        </p:nvSpPr>
        <p:spPr>
          <a:xfrm>
            <a:off x="1895475" y="2060575"/>
            <a:ext cx="1266825" cy="869950"/>
          </a:xfrm>
        </p:spPr>
        <p:txBody>
          <a:bodyPr/>
          <a:lstStyle>
            <a:lvl1pPr>
              <a:lnSpc>
                <a:spcPct val="97000"/>
              </a:lnSpc>
              <a:spcBef>
                <a:spcPts val="0"/>
              </a:spcBef>
              <a:defRPr sz="950" kern="900" spc="-50" baseline="0"/>
            </a:lvl1pPr>
          </a:lstStyle>
          <a:p>
            <a:pPr lvl="0"/>
            <a:r>
              <a:rPr lang="en-US"/>
              <a:t>Click to edit Master text styles</a:t>
            </a:r>
          </a:p>
        </p:txBody>
      </p:sp>
      <p:sp>
        <p:nvSpPr>
          <p:cNvPr id="26" name="Text Placeholder 24">
            <a:extLst>
              <a:ext uri="{FF2B5EF4-FFF2-40B4-BE49-F238E27FC236}">
                <a16:creationId xmlns:a16="http://schemas.microsoft.com/office/drawing/2014/main" id="{777DDC3D-20CA-61F5-689F-9D7020F1559C}"/>
              </a:ext>
            </a:extLst>
          </p:cNvPr>
          <p:cNvSpPr>
            <a:spLocks noGrp="1" noRot="1" noMove="1" noResize="1" noEditPoints="1" noAdjustHandles="1" noChangeArrowheads="1" noChangeShapeType="1"/>
          </p:cNvSpPr>
          <p:nvPr>
            <p:ph type="body" sz="quarter" idx="30"/>
          </p:nvPr>
        </p:nvSpPr>
        <p:spPr>
          <a:xfrm>
            <a:off x="1895475" y="2965450"/>
            <a:ext cx="1266825" cy="869950"/>
          </a:xfrm>
        </p:spPr>
        <p:txBody>
          <a:bodyPr/>
          <a:lstStyle>
            <a:lvl1pPr>
              <a:lnSpc>
                <a:spcPct val="97000"/>
              </a:lnSpc>
              <a:spcBef>
                <a:spcPts val="0"/>
              </a:spcBef>
              <a:defRPr sz="950" kern="900" spc="-50" baseline="0"/>
            </a:lvl1pPr>
          </a:lstStyle>
          <a:p>
            <a:pPr lvl="0"/>
            <a:r>
              <a:rPr lang="en-US"/>
              <a:t>Click to edit Master text styles</a:t>
            </a:r>
          </a:p>
        </p:txBody>
      </p:sp>
      <p:sp>
        <p:nvSpPr>
          <p:cNvPr id="27" name="Text Placeholder 24">
            <a:extLst>
              <a:ext uri="{FF2B5EF4-FFF2-40B4-BE49-F238E27FC236}">
                <a16:creationId xmlns:a16="http://schemas.microsoft.com/office/drawing/2014/main" id="{C37387DA-D44C-3FF6-1168-A81913687BED}"/>
              </a:ext>
            </a:extLst>
          </p:cNvPr>
          <p:cNvSpPr>
            <a:spLocks noGrp="1" noRot="1" noMove="1" noResize="1" noEditPoints="1" noAdjustHandles="1" noChangeArrowheads="1" noChangeShapeType="1"/>
          </p:cNvSpPr>
          <p:nvPr>
            <p:ph type="body" sz="quarter" idx="31"/>
          </p:nvPr>
        </p:nvSpPr>
        <p:spPr>
          <a:xfrm>
            <a:off x="1895475" y="3860800"/>
            <a:ext cx="1266825" cy="869950"/>
          </a:xfrm>
        </p:spPr>
        <p:txBody>
          <a:bodyPr/>
          <a:lstStyle>
            <a:lvl1pPr>
              <a:lnSpc>
                <a:spcPct val="97000"/>
              </a:lnSpc>
              <a:spcBef>
                <a:spcPts val="0"/>
              </a:spcBef>
              <a:defRPr sz="950" kern="900" spc="-50" baseline="0"/>
            </a:lvl1pPr>
          </a:lstStyle>
          <a:p>
            <a:pPr lvl="0"/>
            <a:r>
              <a:rPr lang="en-US"/>
              <a:t>Click to edit Master text styles</a:t>
            </a:r>
          </a:p>
        </p:txBody>
      </p:sp>
      <p:sp>
        <p:nvSpPr>
          <p:cNvPr id="28" name="Text Placeholder 24">
            <a:extLst>
              <a:ext uri="{FF2B5EF4-FFF2-40B4-BE49-F238E27FC236}">
                <a16:creationId xmlns:a16="http://schemas.microsoft.com/office/drawing/2014/main" id="{09230DB4-9977-CC23-F2ED-A2D0AD9F3DAA}"/>
              </a:ext>
            </a:extLst>
          </p:cNvPr>
          <p:cNvSpPr>
            <a:spLocks noGrp="1" noRot="1" noMove="1" noResize="1" noEditPoints="1" noAdjustHandles="1" noChangeArrowheads="1" noChangeShapeType="1"/>
          </p:cNvSpPr>
          <p:nvPr>
            <p:ph type="body" sz="quarter" idx="32"/>
          </p:nvPr>
        </p:nvSpPr>
        <p:spPr>
          <a:xfrm>
            <a:off x="1895475" y="4762500"/>
            <a:ext cx="1266825" cy="869950"/>
          </a:xfrm>
        </p:spPr>
        <p:txBody>
          <a:bodyPr/>
          <a:lstStyle>
            <a:lvl1pPr>
              <a:lnSpc>
                <a:spcPct val="97000"/>
              </a:lnSpc>
              <a:spcBef>
                <a:spcPts val="0"/>
              </a:spcBef>
              <a:defRPr sz="950" kern="900" spc="-50" baseline="0"/>
            </a:lvl1pPr>
          </a:lstStyle>
          <a:p>
            <a:pPr lvl="0"/>
            <a:r>
              <a:rPr lang="en-US"/>
              <a:t>Click to edit Master text styles</a:t>
            </a:r>
          </a:p>
        </p:txBody>
      </p:sp>
      <p:sp>
        <p:nvSpPr>
          <p:cNvPr id="29" name="Text Placeholder 6">
            <a:extLst>
              <a:ext uri="{FF2B5EF4-FFF2-40B4-BE49-F238E27FC236}">
                <a16:creationId xmlns:a16="http://schemas.microsoft.com/office/drawing/2014/main" id="{CF749371-25E9-C07C-88C0-F454C9BFB7B7}"/>
              </a:ext>
            </a:extLst>
          </p:cNvPr>
          <p:cNvSpPr>
            <a:spLocks noGrp="1" noRot="1" noMove="1" noResize="1" noEditPoints="1" noAdjustHandles="1" noChangeArrowheads="1" noChangeShapeType="1"/>
          </p:cNvSpPr>
          <p:nvPr>
            <p:ph type="body" sz="quarter" idx="33"/>
          </p:nvPr>
        </p:nvSpPr>
        <p:spPr>
          <a:xfrm>
            <a:off x="10944225" y="2082800"/>
            <a:ext cx="813197" cy="806449"/>
          </a:xfrm>
          <a:prstGeom prst="roundRect">
            <a:avLst>
              <a:gd name="adj" fmla="val 5250"/>
            </a:avLst>
          </a:prstGeom>
          <a:solidFill>
            <a:schemeClr val="accent1"/>
          </a:solidFill>
        </p:spPr>
        <p:txBody>
          <a:bodyPr anchor="ctr" anchorCtr="1"/>
          <a:lstStyle>
            <a:lvl1pPr algn="ctr">
              <a:lnSpc>
                <a:spcPct val="85000"/>
              </a:lnSpc>
              <a:spcBef>
                <a:spcPts val="0"/>
              </a:spcBef>
              <a:defRPr sz="1500" b="1" i="0" spc="-50" baseline="0">
                <a:solidFill>
                  <a:schemeClr val="accent5"/>
                </a:solidFill>
                <a:latin typeface="Movistar Sans" pitchFamily="2" charset="77"/>
                <a:ea typeface="Movistar Sans" pitchFamily="2" charset="77"/>
              </a:defRPr>
            </a:lvl1pPr>
          </a:lstStyle>
          <a:p>
            <a:pPr lvl="0"/>
            <a:r>
              <a:rPr lang="en-US"/>
              <a:t>Click to edit Master text styles</a:t>
            </a:r>
          </a:p>
        </p:txBody>
      </p:sp>
      <p:sp>
        <p:nvSpPr>
          <p:cNvPr id="30" name="Text Placeholder 6">
            <a:extLst>
              <a:ext uri="{FF2B5EF4-FFF2-40B4-BE49-F238E27FC236}">
                <a16:creationId xmlns:a16="http://schemas.microsoft.com/office/drawing/2014/main" id="{0FA574DF-E7A8-C67C-F1F6-B7E608EC0253}"/>
              </a:ext>
            </a:extLst>
          </p:cNvPr>
          <p:cNvSpPr>
            <a:spLocks noGrp="1" noRot="1" noMove="1" noResize="1" noEditPoints="1" noAdjustHandles="1" noChangeArrowheads="1" noChangeShapeType="1"/>
          </p:cNvSpPr>
          <p:nvPr>
            <p:ph type="body" sz="quarter" idx="34"/>
          </p:nvPr>
        </p:nvSpPr>
        <p:spPr>
          <a:xfrm>
            <a:off x="10944225" y="2982383"/>
            <a:ext cx="813197" cy="806449"/>
          </a:xfrm>
          <a:prstGeom prst="roundRect">
            <a:avLst>
              <a:gd name="adj" fmla="val 5250"/>
            </a:avLst>
          </a:prstGeom>
          <a:solidFill>
            <a:schemeClr val="accent2"/>
          </a:solidFill>
        </p:spPr>
        <p:txBody>
          <a:bodyPr anchor="ctr" anchorCtr="1"/>
          <a:lstStyle>
            <a:lvl1pPr algn="ctr">
              <a:lnSpc>
                <a:spcPct val="85000"/>
              </a:lnSpc>
              <a:spcBef>
                <a:spcPts val="0"/>
              </a:spcBef>
              <a:defRPr sz="1500" b="1" i="0" spc="-50" baseline="0">
                <a:solidFill>
                  <a:schemeClr val="accent6"/>
                </a:solidFill>
                <a:latin typeface="Movistar Sans" pitchFamily="2" charset="77"/>
                <a:ea typeface="Movistar Sans" pitchFamily="2" charset="77"/>
              </a:defRPr>
            </a:lvl1pPr>
          </a:lstStyle>
          <a:p>
            <a:pPr lvl="0"/>
            <a:r>
              <a:rPr lang="en-US"/>
              <a:t>Click to edit Master text styles</a:t>
            </a:r>
          </a:p>
        </p:txBody>
      </p:sp>
      <p:sp>
        <p:nvSpPr>
          <p:cNvPr id="31" name="Text Placeholder 6">
            <a:extLst>
              <a:ext uri="{FF2B5EF4-FFF2-40B4-BE49-F238E27FC236}">
                <a16:creationId xmlns:a16="http://schemas.microsoft.com/office/drawing/2014/main" id="{ED2979E8-9BA0-9469-B26A-AA415D15A37B}"/>
              </a:ext>
            </a:extLst>
          </p:cNvPr>
          <p:cNvSpPr>
            <a:spLocks noGrp="1" noRot="1" noMove="1" noResize="1" noEditPoints="1" noAdjustHandles="1" noChangeArrowheads="1" noChangeShapeType="1"/>
          </p:cNvSpPr>
          <p:nvPr>
            <p:ph type="body" sz="quarter" idx="35"/>
          </p:nvPr>
        </p:nvSpPr>
        <p:spPr>
          <a:xfrm>
            <a:off x="10944225" y="3881966"/>
            <a:ext cx="813197" cy="806449"/>
          </a:xfrm>
          <a:prstGeom prst="roundRect">
            <a:avLst>
              <a:gd name="adj" fmla="val 5250"/>
            </a:avLst>
          </a:prstGeom>
          <a:solidFill>
            <a:schemeClr val="accent3"/>
          </a:solidFill>
        </p:spPr>
        <p:txBody>
          <a:bodyPr anchor="ctr" anchorCtr="1"/>
          <a:lstStyle>
            <a:lvl1pPr algn="ctr">
              <a:lnSpc>
                <a:spcPct val="85000"/>
              </a:lnSpc>
              <a:spcBef>
                <a:spcPts val="0"/>
              </a:spcBef>
              <a:defRPr sz="1500" b="1" i="0" spc="-50" baseline="0">
                <a:solidFill>
                  <a:srgbClr val="624900"/>
                </a:solidFill>
                <a:latin typeface="Movistar Sans" pitchFamily="2" charset="77"/>
                <a:ea typeface="Movistar Sans" pitchFamily="2" charset="77"/>
              </a:defRPr>
            </a:lvl1pPr>
          </a:lstStyle>
          <a:p>
            <a:pPr lvl="0"/>
            <a:r>
              <a:rPr lang="en-US"/>
              <a:t>Click to edit Master text styles</a:t>
            </a:r>
          </a:p>
        </p:txBody>
      </p:sp>
      <p:sp>
        <p:nvSpPr>
          <p:cNvPr id="32" name="Text Placeholder 6">
            <a:extLst>
              <a:ext uri="{FF2B5EF4-FFF2-40B4-BE49-F238E27FC236}">
                <a16:creationId xmlns:a16="http://schemas.microsoft.com/office/drawing/2014/main" id="{E0405C36-1105-8712-460A-839071342726}"/>
              </a:ext>
            </a:extLst>
          </p:cNvPr>
          <p:cNvSpPr>
            <a:spLocks noGrp="1" noRot="1" noMove="1" noResize="1" noEditPoints="1" noAdjustHandles="1" noChangeArrowheads="1" noChangeShapeType="1"/>
          </p:cNvSpPr>
          <p:nvPr>
            <p:ph type="body" sz="quarter" idx="36"/>
          </p:nvPr>
        </p:nvSpPr>
        <p:spPr>
          <a:xfrm>
            <a:off x="10944225" y="4781550"/>
            <a:ext cx="813197" cy="806449"/>
          </a:xfrm>
          <a:prstGeom prst="roundRect">
            <a:avLst>
              <a:gd name="adj" fmla="val 5250"/>
            </a:avLst>
          </a:prstGeom>
          <a:solidFill>
            <a:schemeClr val="accent4"/>
          </a:solidFill>
        </p:spPr>
        <p:txBody>
          <a:bodyPr anchor="ctr" anchorCtr="1"/>
          <a:lstStyle>
            <a:lvl1pPr algn="ctr">
              <a:lnSpc>
                <a:spcPct val="85000"/>
              </a:lnSpc>
              <a:spcBef>
                <a:spcPts val="0"/>
              </a:spcBef>
              <a:defRPr sz="1500" b="1" i="0" spc="-50" baseline="0">
                <a:solidFill>
                  <a:srgbClr val="6A2C13"/>
                </a:solidFill>
                <a:latin typeface="Movistar Sans" pitchFamily="2" charset="77"/>
                <a:ea typeface="Movistar Sans" pitchFamily="2" charset="77"/>
              </a:defRPr>
            </a:lvl1pPr>
          </a:lstStyle>
          <a:p>
            <a:pPr lvl="0"/>
            <a:r>
              <a:rPr lang="en-US"/>
              <a:t>Click to edit Master text styles</a:t>
            </a:r>
          </a:p>
        </p:txBody>
      </p:sp>
      <p:sp>
        <p:nvSpPr>
          <p:cNvPr id="33" name="Text Placeholder 6">
            <a:extLst>
              <a:ext uri="{FF2B5EF4-FFF2-40B4-BE49-F238E27FC236}">
                <a16:creationId xmlns:a16="http://schemas.microsoft.com/office/drawing/2014/main" id="{2AF3D4A2-98A1-ED7D-0FDF-D1E9D5D185B9}"/>
              </a:ext>
            </a:extLst>
          </p:cNvPr>
          <p:cNvSpPr>
            <a:spLocks noGrp="1" noRot="1" noMove="1" noResize="1" noEditPoints="1" noAdjustHandles="1" noChangeArrowheads="1" noChangeShapeType="1"/>
          </p:cNvSpPr>
          <p:nvPr>
            <p:ph type="body" sz="quarter" idx="37"/>
          </p:nvPr>
        </p:nvSpPr>
        <p:spPr>
          <a:xfrm>
            <a:off x="10944225" y="5681135"/>
            <a:ext cx="813197" cy="322790"/>
          </a:xfrm>
          <a:prstGeom prst="roundRect">
            <a:avLst>
              <a:gd name="adj" fmla="val 10168"/>
            </a:avLst>
          </a:prstGeom>
          <a:solidFill>
            <a:schemeClr val="accent1"/>
          </a:solidFill>
        </p:spPr>
        <p:txBody>
          <a:bodyPr anchor="ctr" anchorCtr="1"/>
          <a:lstStyle>
            <a:lvl1pPr algn="ctr">
              <a:lnSpc>
                <a:spcPct val="85000"/>
              </a:lnSpc>
              <a:spcBef>
                <a:spcPts val="0"/>
              </a:spcBef>
              <a:defRPr sz="1500" b="1" i="0" spc="-50" baseline="0">
                <a:solidFill>
                  <a:schemeClr val="accent5"/>
                </a:solidFill>
                <a:latin typeface="Movistar Sans" pitchFamily="2" charset="77"/>
                <a:ea typeface="Movistar Sans" pitchFamily="2" charset="77"/>
              </a:defRPr>
            </a:lvl1pPr>
          </a:lstStyle>
          <a:p>
            <a:pPr lvl="0"/>
            <a:r>
              <a:rPr lang="en-US"/>
              <a:t>Click to edit Master text styles</a:t>
            </a:r>
          </a:p>
        </p:txBody>
      </p:sp>
      <p:sp>
        <p:nvSpPr>
          <p:cNvPr id="34" name="Text Placeholder 6">
            <a:extLst>
              <a:ext uri="{FF2B5EF4-FFF2-40B4-BE49-F238E27FC236}">
                <a16:creationId xmlns:a16="http://schemas.microsoft.com/office/drawing/2014/main" id="{8B327BB0-3FA4-B9D8-DF61-747D4235ADA7}"/>
              </a:ext>
            </a:extLst>
          </p:cNvPr>
          <p:cNvSpPr>
            <a:spLocks noGrp="1" noRot="1" noMove="1" noResize="1" noEditPoints="1" noAdjustHandles="1" noChangeArrowheads="1" noChangeShapeType="1"/>
          </p:cNvSpPr>
          <p:nvPr>
            <p:ph type="body" sz="quarter" idx="38"/>
          </p:nvPr>
        </p:nvSpPr>
        <p:spPr>
          <a:xfrm>
            <a:off x="10944225" y="6109760"/>
            <a:ext cx="813197" cy="322790"/>
          </a:xfrm>
          <a:prstGeom prst="roundRect">
            <a:avLst>
              <a:gd name="adj" fmla="val 10168"/>
            </a:avLst>
          </a:prstGeom>
          <a:solidFill>
            <a:schemeClr val="accent2"/>
          </a:solidFill>
        </p:spPr>
        <p:txBody>
          <a:bodyPr anchor="ctr" anchorCtr="1"/>
          <a:lstStyle>
            <a:lvl1pPr algn="ctr">
              <a:lnSpc>
                <a:spcPct val="85000"/>
              </a:lnSpc>
              <a:spcBef>
                <a:spcPts val="0"/>
              </a:spcBef>
              <a:defRPr sz="1500" b="1" i="0" spc="-50" baseline="0">
                <a:solidFill>
                  <a:schemeClr val="accent6"/>
                </a:solidFill>
                <a:latin typeface="Movistar Sans" pitchFamily="2" charset="77"/>
                <a:ea typeface="Movistar Sans" pitchFamily="2" charset="77"/>
              </a:defRPr>
            </a:lvl1pPr>
          </a:lstStyle>
          <a:p>
            <a:pPr lvl="0"/>
            <a:r>
              <a:rPr lang="en-US"/>
              <a:t>Click to edit Master text styles</a:t>
            </a:r>
          </a:p>
        </p:txBody>
      </p:sp>
      <p:sp>
        <p:nvSpPr>
          <p:cNvPr id="6" name="Title 1">
            <a:extLst>
              <a:ext uri="{FF2B5EF4-FFF2-40B4-BE49-F238E27FC236}">
                <a16:creationId xmlns:a16="http://schemas.microsoft.com/office/drawing/2014/main" id="{78F01724-3597-0BA6-2BEE-0C69791A6F5A}"/>
              </a:ext>
            </a:extLst>
          </p:cNvPr>
          <p:cNvSpPr>
            <a:spLocks noGrp="1"/>
          </p:cNvSpPr>
          <p:nvPr>
            <p:ph type="title"/>
          </p:nvPr>
        </p:nvSpPr>
        <p:spPr>
          <a:xfrm>
            <a:off x="425450" y="656657"/>
            <a:ext cx="5670550" cy="568893"/>
          </a:xfrm>
        </p:spPr>
        <p:txBody>
          <a:bodyPr/>
          <a:lstStyle>
            <a:lvl1pPr>
              <a:lnSpc>
                <a:spcPts val="3200"/>
              </a:lnSpc>
              <a:defRPr sz="3200"/>
            </a:lvl1pPr>
          </a:lstStyle>
          <a:p>
            <a:r>
              <a:rPr lang="en-US" dirty="0"/>
              <a:t>Click to edit Master title style</a:t>
            </a:r>
            <a:endParaRPr lang="en-GB" dirty="0"/>
          </a:p>
        </p:txBody>
      </p:sp>
      <p:sp>
        <p:nvSpPr>
          <p:cNvPr id="9" name="Text Placeholder 7">
            <a:extLst>
              <a:ext uri="{FF2B5EF4-FFF2-40B4-BE49-F238E27FC236}">
                <a16:creationId xmlns:a16="http://schemas.microsoft.com/office/drawing/2014/main" id="{51A3EB5C-DBD5-E96F-F9AC-9CA91B3959AE}"/>
              </a:ext>
            </a:extLst>
          </p:cNvPr>
          <p:cNvSpPr>
            <a:spLocks noGrp="1"/>
          </p:cNvSpPr>
          <p:nvPr>
            <p:ph type="body" sz="quarter" idx="39"/>
          </p:nvPr>
        </p:nvSpPr>
        <p:spPr>
          <a:xfrm>
            <a:off x="425449" y="432863"/>
            <a:ext cx="5671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302118275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Panagrama 0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94B5B49-D9CE-A924-7B9C-7D105E5B5952}"/>
              </a:ext>
            </a:extLst>
          </p:cNvPr>
          <p:cNvSpPr>
            <a:spLocks noGrp="1" noRot="1" noMove="1" noResize="1" noEditPoints="1" noAdjustHandles="1" noChangeArrowheads="1" noChangeShapeType="1"/>
          </p:cNvSpPr>
          <p:nvPr>
            <p:ph type="dt" sz="half" idx="10"/>
          </p:nvPr>
        </p:nvSpPr>
        <p:spPr/>
        <p:txBody>
          <a:bodyPr/>
          <a:lstStyle/>
          <a:p>
            <a:pPr algn="ctr"/>
            <a:fld id="{B2179940-10E3-D443-A4E3-6C45625F9A80}" type="datetime1">
              <a:rPr lang="es-ES" smtClean="0"/>
              <a:t>20/3/26</a:t>
            </a:fld>
            <a:endParaRPr lang="en-GB" dirty="0"/>
          </a:p>
        </p:txBody>
      </p:sp>
      <p:sp>
        <p:nvSpPr>
          <p:cNvPr id="4" name="Footer Placeholder 3">
            <a:extLst>
              <a:ext uri="{FF2B5EF4-FFF2-40B4-BE49-F238E27FC236}">
                <a16:creationId xmlns:a16="http://schemas.microsoft.com/office/drawing/2014/main" id="{3FFAF161-874A-2990-7813-FDA3F76CAB30}"/>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4331A3F5-2D45-2F7D-9DC1-7B5B40755DF3}"/>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7" name="Text Placeholder 6">
            <a:extLst>
              <a:ext uri="{FF2B5EF4-FFF2-40B4-BE49-F238E27FC236}">
                <a16:creationId xmlns:a16="http://schemas.microsoft.com/office/drawing/2014/main" id="{BB11F52B-4DD1-686F-B779-F5737A00A298}"/>
              </a:ext>
            </a:extLst>
          </p:cNvPr>
          <p:cNvSpPr>
            <a:spLocks noGrp="1" noRot="1" noMove="1" noResize="1" noEditPoints="1" noAdjustHandles="1" noChangeArrowheads="1" noChangeShapeType="1"/>
          </p:cNvSpPr>
          <p:nvPr>
            <p:ph type="body" sz="quarter" idx="15"/>
          </p:nvPr>
        </p:nvSpPr>
        <p:spPr>
          <a:xfrm>
            <a:off x="1840287" y="1412875"/>
            <a:ext cx="3330229" cy="252000"/>
          </a:xfrm>
          <a:prstGeom prst="homePlate">
            <a:avLst/>
          </a:prstGeom>
          <a:solidFill>
            <a:schemeClr val="accent1"/>
          </a:solidFill>
        </p:spPr>
        <p:txBody>
          <a:bodyPr anchor="ctr" anchorCtr="1"/>
          <a:lstStyle>
            <a:lvl1pPr algn="ctr">
              <a:defRPr sz="1500" b="1" i="0" spc="-50" baseline="0">
                <a:solidFill>
                  <a:schemeClr val="tx2"/>
                </a:solidFill>
                <a:latin typeface="Movistar Sans" pitchFamily="2" charset="77"/>
                <a:ea typeface="Movistar Sans" pitchFamily="2" charset="77"/>
              </a:defRPr>
            </a:lvl1pPr>
          </a:lstStyle>
          <a:p>
            <a:pPr lvl="0"/>
            <a:r>
              <a:rPr lang="en-US"/>
              <a:t>Click to edit Master text styles</a:t>
            </a:r>
          </a:p>
        </p:txBody>
      </p:sp>
      <p:sp>
        <p:nvSpPr>
          <p:cNvPr id="10" name="Text Placeholder 6">
            <a:extLst>
              <a:ext uri="{FF2B5EF4-FFF2-40B4-BE49-F238E27FC236}">
                <a16:creationId xmlns:a16="http://schemas.microsoft.com/office/drawing/2014/main" id="{B9EEC829-77A0-9BB6-468E-2644F8374560}"/>
              </a:ext>
            </a:extLst>
          </p:cNvPr>
          <p:cNvSpPr>
            <a:spLocks noGrp="1" noRot="1" noMove="1" noResize="1" noEditPoints="1" noAdjustHandles="1" noChangeArrowheads="1" noChangeShapeType="1"/>
          </p:cNvSpPr>
          <p:nvPr>
            <p:ph type="body" sz="quarter" idx="16"/>
          </p:nvPr>
        </p:nvSpPr>
        <p:spPr>
          <a:xfrm>
            <a:off x="5123814" y="1412875"/>
            <a:ext cx="3330229" cy="252000"/>
          </a:xfrm>
          <a:prstGeom prst="chevron">
            <a:avLst/>
          </a:prstGeom>
          <a:solidFill>
            <a:schemeClr val="accent1"/>
          </a:solidFill>
        </p:spPr>
        <p:txBody>
          <a:bodyPr anchor="ctr" anchorCtr="1"/>
          <a:lstStyle>
            <a:lvl1pPr algn="ctr">
              <a:defRPr sz="1500" b="1" i="0" spc="-50" baseline="0">
                <a:solidFill>
                  <a:schemeClr val="tx2"/>
                </a:solidFill>
                <a:latin typeface="Movistar Sans" pitchFamily="2" charset="77"/>
                <a:ea typeface="Movistar Sans" pitchFamily="2" charset="77"/>
              </a:defRPr>
            </a:lvl1pPr>
          </a:lstStyle>
          <a:p>
            <a:pPr lvl="0"/>
            <a:r>
              <a:rPr lang="en-US"/>
              <a:t>Click to edit Master text styles</a:t>
            </a:r>
          </a:p>
        </p:txBody>
      </p:sp>
      <p:sp>
        <p:nvSpPr>
          <p:cNvPr id="11" name="Text Placeholder 6">
            <a:extLst>
              <a:ext uri="{FF2B5EF4-FFF2-40B4-BE49-F238E27FC236}">
                <a16:creationId xmlns:a16="http://schemas.microsoft.com/office/drawing/2014/main" id="{BA8B9277-E9DC-E78C-9969-3978C7A383A8}"/>
              </a:ext>
            </a:extLst>
          </p:cNvPr>
          <p:cNvSpPr>
            <a:spLocks noGrp="1" noRot="1" noMove="1" noResize="1" noEditPoints="1" noAdjustHandles="1" noChangeArrowheads="1" noChangeShapeType="1"/>
          </p:cNvSpPr>
          <p:nvPr>
            <p:ph type="body" sz="quarter" idx="17"/>
          </p:nvPr>
        </p:nvSpPr>
        <p:spPr>
          <a:xfrm>
            <a:off x="8407342" y="1412875"/>
            <a:ext cx="3330229" cy="252000"/>
          </a:xfrm>
          <a:prstGeom prst="chevron">
            <a:avLst/>
          </a:prstGeom>
          <a:solidFill>
            <a:schemeClr val="tx2"/>
          </a:solidFill>
        </p:spPr>
        <p:txBody>
          <a:bodyPr anchor="ctr" anchorCtr="1"/>
          <a:lstStyle>
            <a:lvl1pPr algn="ctr">
              <a:defRPr sz="1500" b="1" i="0" spc="-50" baseline="0">
                <a:solidFill>
                  <a:schemeClr val="bg1"/>
                </a:solidFill>
                <a:latin typeface="Movistar Sans" pitchFamily="2" charset="77"/>
                <a:ea typeface="Movistar Sans" pitchFamily="2" charset="77"/>
              </a:defRPr>
            </a:lvl1pPr>
          </a:lstStyle>
          <a:p>
            <a:pPr lvl="0"/>
            <a:r>
              <a:rPr lang="en-US"/>
              <a:t>Click to edit Master text styles</a:t>
            </a:r>
          </a:p>
        </p:txBody>
      </p:sp>
      <p:sp>
        <p:nvSpPr>
          <p:cNvPr id="12" name="Text Placeholder 6">
            <a:extLst>
              <a:ext uri="{FF2B5EF4-FFF2-40B4-BE49-F238E27FC236}">
                <a16:creationId xmlns:a16="http://schemas.microsoft.com/office/drawing/2014/main" id="{E3908696-E421-7320-7BEA-D64D86CC6977}"/>
              </a:ext>
            </a:extLst>
          </p:cNvPr>
          <p:cNvSpPr>
            <a:spLocks noGrp="1" noRot="1" noMove="1" noResize="1" noEditPoints="1" noAdjustHandles="1" noChangeArrowheads="1" noChangeShapeType="1"/>
          </p:cNvSpPr>
          <p:nvPr>
            <p:ph type="body" sz="quarter" idx="23"/>
          </p:nvPr>
        </p:nvSpPr>
        <p:spPr>
          <a:xfrm>
            <a:off x="426716" y="2082800"/>
            <a:ext cx="1362815" cy="1396076"/>
          </a:xfrm>
          <a:prstGeom prst="roundRect">
            <a:avLst>
              <a:gd name="adj" fmla="val 3420"/>
            </a:avLst>
          </a:prstGeom>
          <a:solidFill>
            <a:schemeClr val="accent4"/>
          </a:solidFill>
        </p:spPr>
        <p:txBody>
          <a:bodyPr anchor="ctr" anchorCtr="1"/>
          <a:lstStyle>
            <a:lvl1pPr algn="ctr">
              <a:lnSpc>
                <a:spcPct val="85000"/>
              </a:lnSpc>
              <a:spcBef>
                <a:spcPts val="0"/>
              </a:spcBef>
              <a:defRPr sz="1500" b="1" i="0" spc="-50" baseline="0">
                <a:solidFill>
                  <a:srgbClr val="6A2C13"/>
                </a:solidFill>
                <a:latin typeface="Movistar Sans" pitchFamily="2" charset="77"/>
                <a:ea typeface="Movistar Sans" pitchFamily="2" charset="77"/>
              </a:defRPr>
            </a:lvl1pPr>
          </a:lstStyle>
          <a:p>
            <a:pPr lvl="0"/>
            <a:r>
              <a:rPr lang="en-US"/>
              <a:t>Click to edit Master text styles</a:t>
            </a:r>
          </a:p>
        </p:txBody>
      </p:sp>
      <p:sp>
        <p:nvSpPr>
          <p:cNvPr id="13" name="Text Placeholder 6">
            <a:extLst>
              <a:ext uri="{FF2B5EF4-FFF2-40B4-BE49-F238E27FC236}">
                <a16:creationId xmlns:a16="http://schemas.microsoft.com/office/drawing/2014/main" id="{20B67E90-7296-9AF8-4539-EDD8AD3915A1}"/>
              </a:ext>
            </a:extLst>
          </p:cNvPr>
          <p:cNvSpPr>
            <a:spLocks noGrp="1" noRot="1" noMove="1" noResize="1" noEditPoints="1" noAdjustHandles="1" noChangeArrowheads="1" noChangeShapeType="1"/>
          </p:cNvSpPr>
          <p:nvPr>
            <p:ph type="body" sz="quarter" idx="24"/>
          </p:nvPr>
        </p:nvSpPr>
        <p:spPr>
          <a:xfrm>
            <a:off x="426716" y="3559637"/>
            <a:ext cx="1362815" cy="1396076"/>
          </a:xfrm>
          <a:prstGeom prst="roundRect">
            <a:avLst>
              <a:gd name="adj" fmla="val 3420"/>
            </a:avLst>
          </a:prstGeom>
          <a:solidFill>
            <a:schemeClr val="accent2"/>
          </a:solidFill>
        </p:spPr>
        <p:txBody>
          <a:bodyPr anchor="ctr" anchorCtr="1"/>
          <a:lstStyle>
            <a:lvl1pPr algn="ctr">
              <a:lnSpc>
                <a:spcPct val="85000"/>
              </a:lnSpc>
              <a:spcBef>
                <a:spcPts val="0"/>
              </a:spcBef>
              <a:defRPr sz="1500" b="1" i="0" spc="-50" baseline="0">
                <a:solidFill>
                  <a:schemeClr val="accent6"/>
                </a:solidFill>
                <a:latin typeface="Movistar Sans" pitchFamily="2" charset="77"/>
                <a:ea typeface="Movistar Sans" pitchFamily="2" charset="77"/>
              </a:defRPr>
            </a:lvl1pPr>
          </a:lstStyle>
          <a:p>
            <a:pPr lvl="0"/>
            <a:r>
              <a:rPr lang="en-US"/>
              <a:t>Click to edit Master text styles</a:t>
            </a:r>
          </a:p>
        </p:txBody>
      </p:sp>
      <p:sp>
        <p:nvSpPr>
          <p:cNvPr id="14" name="Text Placeholder 6">
            <a:extLst>
              <a:ext uri="{FF2B5EF4-FFF2-40B4-BE49-F238E27FC236}">
                <a16:creationId xmlns:a16="http://schemas.microsoft.com/office/drawing/2014/main" id="{E3038B55-EC53-3DB9-2695-F431D0D73963}"/>
              </a:ext>
            </a:extLst>
          </p:cNvPr>
          <p:cNvSpPr>
            <a:spLocks noGrp="1" noRot="1" noMove="1" noResize="1" noEditPoints="1" noAdjustHandles="1" noChangeArrowheads="1" noChangeShapeType="1"/>
          </p:cNvSpPr>
          <p:nvPr>
            <p:ph type="body" sz="quarter" idx="25"/>
          </p:nvPr>
        </p:nvSpPr>
        <p:spPr>
          <a:xfrm>
            <a:off x="426716" y="5036474"/>
            <a:ext cx="1362815" cy="1396076"/>
          </a:xfrm>
          <a:prstGeom prst="roundRect">
            <a:avLst>
              <a:gd name="adj" fmla="val 3420"/>
            </a:avLst>
          </a:prstGeom>
          <a:solidFill>
            <a:schemeClr val="accent3"/>
          </a:solidFill>
        </p:spPr>
        <p:txBody>
          <a:bodyPr anchor="ctr" anchorCtr="1"/>
          <a:lstStyle>
            <a:lvl1pPr algn="ctr">
              <a:lnSpc>
                <a:spcPct val="85000"/>
              </a:lnSpc>
              <a:spcBef>
                <a:spcPts val="0"/>
              </a:spcBef>
              <a:defRPr sz="1500" b="1" i="0" spc="-50" baseline="0">
                <a:solidFill>
                  <a:srgbClr val="624900"/>
                </a:solidFill>
                <a:latin typeface="Movistar Sans" pitchFamily="2" charset="77"/>
                <a:ea typeface="Movistar Sans" pitchFamily="2" charset="77"/>
              </a:defRPr>
            </a:lvl1pPr>
          </a:lstStyle>
          <a:p>
            <a:pPr lvl="0"/>
            <a:r>
              <a:rPr lang="en-US"/>
              <a:t>Click to edit Master text styles</a:t>
            </a:r>
          </a:p>
        </p:txBody>
      </p:sp>
      <p:sp>
        <p:nvSpPr>
          <p:cNvPr id="15" name="Text Placeholder 6">
            <a:extLst>
              <a:ext uri="{FF2B5EF4-FFF2-40B4-BE49-F238E27FC236}">
                <a16:creationId xmlns:a16="http://schemas.microsoft.com/office/drawing/2014/main" id="{FEBADC29-4E80-EA88-E9F3-C3CC4D970EC0}"/>
              </a:ext>
            </a:extLst>
          </p:cNvPr>
          <p:cNvSpPr>
            <a:spLocks noGrp="1" noRot="1" noMove="1" noResize="1" noEditPoints="1" noAdjustHandles="1" noChangeArrowheads="1" noChangeShapeType="1"/>
          </p:cNvSpPr>
          <p:nvPr>
            <p:ph type="body" sz="quarter" idx="18"/>
          </p:nvPr>
        </p:nvSpPr>
        <p:spPr>
          <a:xfrm>
            <a:off x="1874520" y="2082800"/>
            <a:ext cx="9892030" cy="215669"/>
          </a:xfrm>
          <a:prstGeom prst="roundRect">
            <a:avLst>
              <a:gd name="adj" fmla="val 15195"/>
            </a:avLst>
          </a:prstGeom>
          <a:solidFill>
            <a:schemeClr val="bg2"/>
          </a:solidFill>
        </p:spPr>
        <p:txBody>
          <a:bodyPr anchor="ctr" anchorCtr="1"/>
          <a:lstStyle>
            <a:lvl1pPr algn="ctr">
              <a:defRPr sz="950" b="0" i="0" cap="none" spc="0" baseline="0">
                <a:solidFill>
                  <a:schemeClr val="tx1"/>
                </a:solidFill>
                <a:latin typeface="Movistar Sans Medium" pitchFamily="2" charset="77"/>
                <a:ea typeface="Movistar Sans Medium" pitchFamily="2" charset="77"/>
              </a:defRPr>
            </a:lvl1pPr>
          </a:lstStyle>
          <a:p>
            <a:pPr lvl="0"/>
            <a:r>
              <a:rPr lang="en-US"/>
              <a:t>Click to edit Master text styles</a:t>
            </a:r>
          </a:p>
        </p:txBody>
      </p:sp>
      <p:sp>
        <p:nvSpPr>
          <p:cNvPr id="16" name="Text Placeholder 6">
            <a:extLst>
              <a:ext uri="{FF2B5EF4-FFF2-40B4-BE49-F238E27FC236}">
                <a16:creationId xmlns:a16="http://schemas.microsoft.com/office/drawing/2014/main" id="{7F7CD97E-6868-0F71-AECA-141C9D4C92B3}"/>
              </a:ext>
            </a:extLst>
          </p:cNvPr>
          <p:cNvSpPr>
            <a:spLocks noGrp="1" noRot="1" noMove="1" noResize="1" noEditPoints="1" noAdjustHandles="1" noChangeArrowheads="1" noChangeShapeType="1"/>
          </p:cNvSpPr>
          <p:nvPr>
            <p:ph type="body" sz="quarter" idx="26"/>
          </p:nvPr>
        </p:nvSpPr>
        <p:spPr>
          <a:xfrm>
            <a:off x="1874520" y="3559175"/>
            <a:ext cx="9892030" cy="215669"/>
          </a:xfrm>
          <a:prstGeom prst="roundRect">
            <a:avLst>
              <a:gd name="adj" fmla="val 15195"/>
            </a:avLst>
          </a:prstGeom>
          <a:solidFill>
            <a:schemeClr val="bg2"/>
          </a:solidFill>
        </p:spPr>
        <p:txBody>
          <a:bodyPr anchor="ctr" anchorCtr="1"/>
          <a:lstStyle>
            <a:lvl1pPr algn="ctr">
              <a:defRPr sz="950" b="0" i="0" cap="none" spc="0" baseline="0">
                <a:solidFill>
                  <a:schemeClr val="tx1"/>
                </a:solidFill>
                <a:latin typeface="Movistar Sans Medium" pitchFamily="2" charset="77"/>
                <a:ea typeface="Movistar Sans Medium" pitchFamily="2" charset="77"/>
              </a:defRPr>
            </a:lvl1pPr>
          </a:lstStyle>
          <a:p>
            <a:pPr lvl="0"/>
            <a:r>
              <a:rPr lang="en-US"/>
              <a:t>Click to edit Master text styles</a:t>
            </a:r>
          </a:p>
        </p:txBody>
      </p:sp>
      <p:sp>
        <p:nvSpPr>
          <p:cNvPr id="17" name="Text Placeholder 6">
            <a:extLst>
              <a:ext uri="{FF2B5EF4-FFF2-40B4-BE49-F238E27FC236}">
                <a16:creationId xmlns:a16="http://schemas.microsoft.com/office/drawing/2014/main" id="{B8C75325-7FD4-938E-B434-75318702C5CA}"/>
              </a:ext>
            </a:extLst>
          </p:cNvPr>
          <p:cNvSpPr>
            <a:spLocks noGrp="1" noRot="1" noMove="1" noResize="1" noEditPoints="1" noAdjustHandles="1" noChangeArrowheads="1" noChangeShapeType="1"/>
          </p:cNvSpPr>
          <p:nvPr>
            <p:ph type="body" sz="quarter" idx="27"/>
          </p:nvPr>
        </p:nvSpPr>
        <p:spPr>
          <a:xfrm>
            <a:off x="1874520" y="5035550"/>
            <a:ext cx="9892030" cy="215669"/>
          </a:xfrm>
          <a:prstGeom prst="roundRect">
            <a:avLst>
              <a:gd name="adj" fmla="val 15195"/>
            </a:avLst>
          </a:prstGeom>
          <a:solidFill>
            <a:schemeClr val="bg2"/>
          </a:solidFill>
        </p:spPr>
        <p:txBody>
          <a:bodyPr anchor="ctr" anchorCtr="1"/>
          <a:lstStyle>
            <a:lvl1pPr algn="ctr">
              <a:defRPr sz="950" b="0" i="0" cap="none" spc="0" baseline="0">
                <a:solidFill>
                  <a:schemeClr val="tx1"/>
                </a:solidFill>
                <a:latin typeface="Movistar Sans Medium" pitchFamily="2" charset="77"/>
                <a:ea typeface="Movistar Sans Medium" pitchFamily="2" charset="77"/>
              </a:defRPr>
            </a:lvl1pPr>
          </a:lstStyle>
          <a:p>
            <a:pPr lvl="0"/>
            <a:r>
              <a:rPr lang="en-US"/>
              <a:t>Click to edit Master text styles</a:t>
            </a:r>
          </a:p>
        </p:txBody>
      </p:sp>
      <p:sp>
        <p:nvSpPr>
          <p:cNvPr id="18" name="Rounded Rectangle 17">
            <a:extLst>
              <a:ext uri="{FF2B5EF4-FFF2-40B4-BE49-F238E27FC236}">
                <a16:creationId xmlns:a16="http://schemas.microsoft.com/office/drawing/2014/main" id="{DB863FB9-D11F-9489-AF3E-3F9322EC0596}"/>
              </a:ext>
            </a:extLst>
          </p:cNvPr>
          <p:cNvSpPr>
            <a:spLocks noGrp="1" noRot="1" noMove="1" noResize="1" noEditPoints="1" noAdjustHandles="1" noChangeArrowheads="1" noChangeShapeType="1"/>
          </p:cNvSpPr>
          <p:nvPr userDrawn="1"/>
        </p:nvSpPr>
        <p:spPr>
          <a:xfrm>
            <a:off x="425449" y="1765300"/>
            <a:ext cx="11341101" cy="215900"/>
          </a:xfrm>
          <a:prstGeom prst="roundRect">
            <a:avLst>
              <a:gd name="adj" fmla="val 19608"/>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1">
            <a:extLst>
              <a:ext uri="{FF2B5EF4-FFF2-40B4-BE49-F238E27FC236}">
                <a16:creationId xmlns:a16="http://schemas.microsoft.com/office/drawing/2014/main" id="{FB31ECD4-622F-A23F-6ECF-234CBD5C83E1}"/>
              </a:ext>
            </a:extLst>
          </p:cNvPr>
          <p:cNvSpPr>
            <a:spLocks noGrp="1"/>
          </p:cNvSpPr>
          <p:nvPr>
            <p:ph type="title"/>
          </p:nvPr>
        </p:nvSpPr>
        <p:spPr>
          <a:xfrm>
            <a:off x="425450" y="656657"/>
            <a:ext cx="5670550" cy="1008000"/>
          </a:xfrm>
        </p:spPr>
        <p:txBody>
          <a:bodyPr/>
          <a:lstStyle>
            <a:lvl1pPr>
              <a:lnSpc>
                <a:spcPts val="3200"/>
              </a:lnSpc>
              <a:defRPr sz="3200"/>
            </a:lvl1pPr>
          </a:lstStyle>
          <a:p>
            <a:r>
              <a:rPr lang="en-US" dirty="0"/>
              <a:t>Click to edit Master title style</a:t>
            </a:r>
            <a:endParaRPr lang="en-GB" dirty="0"/>
          </a:p>
        </p:txBody>
      </p:sp>
      <p:sp>
        <p:nvSpPr>
          <p:cNvPr id="9" name="Text Placeholder 7">
            <a:extLst>
              <a:ext uri="{FF2B5EF4-FFF2-40B4-BE49-F238E27FC236}">
                <a16:creationId xmlns:a16="http://schemas.microsoft.com/office/drawing/2014/main" id="{A02CB600-3D70-F91A-7CBE-06717B9A3585}"/>
              </a:ext>
            </a:extLst>
          </p:cNvPr>
          <p:cNvSpPr>
            <a:spLocks noGrp="1"/>
          </p:cNvSpPr>
          <p:nvPr>
            <p:ph type="body" sz="quarter" idx="33"/>
          </p:nvPr>
        </p:nvSpPr>
        <p:spPr>
          <a:xfrm>
            <a:off x="425449" y="432863"/>
            <a:ext cx="5671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Tree>
    <p:extLst>
      <p:ext uri="{BB962C8B-B14F-4D97-AF65-F5344CB8AC3E}">
        <p14:creationId xmlns:p14="http://schemas.microsoft.com/office/powerpoint/2010/main" val="142384643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Statement">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4ADB1F-8078-1FF9-AC6B-D32B12BFCDEB}"/>
              </a:ext>
            </a:extLst>
          </p:cNvPr>
          <p:cNvSpPr>
            <a:spLocks noGrp="1" noRot="1" noMove="1" noResize="1" noEditPoints="1" noAdjustHandles="1" noChangeArrowheads="1" noChangeShapeType="1"/>
          </p:cNvSpPr>
          <p:nvPr>
            <p:ph type="dt" sz="half" idx="10"/>
          </p:nvPr>
        </p:nvSpPr>
        <p:spPr/>
        <p:txBody>
          <a:bodyPr/>
          <a:lstStyle/>
          <a:p>
            <a:pPr algn="ctr"/>
            <a:fld id="{9C3A2234-34CE-834A-9558-0CDEFD09A6CC}" type="datetime1">
              <a:rPr lang="es-ES" smtClean="0"/>
              <a:t>20/3/26</a:t>
            </a:fld>
            <a:endParaRPr lang="en-GB" dirty="0"/>
          </a:p>
        </p:txBody>
      </p:sp>
      <p:sp>
        <p:nvSpPr>
          <p:cNvPr id="4"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8" name="Text Placeholder 7">
            <a:extLst>
              <a:ext uri="{FF2B5EF4-FFF2-40B4-BE49-F238E27FC236}">
                <a16:creationId xmlns:a16="http://schemas.microsoft.com/office/drawing/2014/main" id="{F14B3688-E690-D61A-617E-C60014FC587C}"/>
              </a:ext>
            </a:extLst>
          </p:cNvPr>
          <p:cNvSpPr>
            <a:spLocks noGrp="1"/>
          </p:cNvSpPr>
          <p:nvPr>
            <p:ph type="body" sz="quarter" idx="33"/>
          </p:nvPr>
        </p:nvSpPr>
        <p:spPr>
          <a:xfrm>
            <a:off x="425449" y="432863"/>
            <a:ext cx="5671783" cy="153235"/>
          </a:xfrm>
        </p:spPr>
        <p:txBody>
          <a:bodyPr/>
          <a:lstStyle>
            <a:lvl1pPr>
              <a:lnSpc>
                <a:spcPct val="80000"/>
              </a:lnSpc>
              <a:spcBef>
                <a:spcPts val="0"/>
              </a:spcBef>
              <a:defRPr sz="900" b="1" i="0" kern="1000" cap="all" spc="-20" baseline="0">
                <a:latin typeface="Movistar Sans Extrabold" pitchFamily="2" charset="77"/>
                <a:ea typeface="Movistar Sans Extrabold" pitchFamily="2" charset="77"/>
              </a:defRPr>
            </a:lvl1pPr>
          </a:lstStyle>
          <a:p>
            <a:pPr lvl="0"/>
            <a:r>
              <a:rPr lang="en-US" dirty="0"/>
              <a:t>Click to edit Master text styles</a:t>
            </a:r>
          </a:p>
        </p:txBody>
      </p:sp>
      <p:sp>
        <p:nvSpPr>
          <p:cNvPr id="11" name="Text Placeholder 8">
            <a:extLst>
              <a:ext uri="{FF2B5EF4-FFF2-40B4-BE49-F238E27FC236}">
                <a16:creationId xmlns:a16="http://schemas.microsoft.com/office/drawing/2014/main" id="{209ADF4D-F99D-05D1-408F-FCE5E69BB81E}"/>
              </a:ext>
            </a:extLst>
          </p:cNvPr>
          <p:cNvSpPr>
            <a:spLocks noGrp="1"/>
          </p:cNvSpPr>
          <p:nvPr>
            <p:ph type="body" sz="quarter" idx="14"/>
          </p:nvPr>
        </p:nvSpPr>
        <p:spPr>
          <a:xfrm>
            <a:off x="420624" y="1615567"/>
            <a:ext cx="11356848" cy="3439916"/>
          </a:xfrm>
        </p:spPr>
        <p:txBody>
          <a:bodyPr wrap="square" anchor="t" anchorCtr="0">
            <a:noAutofit/>
          </a:bodyPr>
          <a:lstStyle>
            <a:lvl1pPr algn="l">
              <a:lnSpc>
                <a:spcPct val="65000"/>
              </a:lnSpc>
              <a:spcBef>
                <a:spcPts val="0"/>
              </a:spcBef>
              <a:defRPr sz="11200" b="1" i="0" spc="-300">
                <a:solidFill>
                  <a:schemeClr val="tx1"/>
                </a:solidFill>
                <a:latin typeface="Movistar Sans" pitchFamily="2" charset="77"/>
                <a:ea typeface="Movistar Sans" pitchFamily="2" charset="77"/>
              </a:defRPr>
            </a:lvl1pPr>
          </a:lstStyle>
          <a:p>
            <a:pPr lvl="0"/>
            <a:r>
              <a:rPr lang="en-US" dirty="0"/>
              <a:t>Click to edit Master text styles</a:t>
            </a:r>
          </a:p>
        </p:txBody>
      </p:sp>
    </p:spTree>
    <p:extLst>
      <p:ext uri="{BB962C8B-B14F-4D97-AF65-F5344CB8AC3E}">
        <p14:creationId xmlns:p14="http://schemas.microsoft.com/office/powerpoint/2010/main" val="164998566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4ADB1F-8078-1FF9-AC6B-D32B12BFCDEB}"/>
              </a:ext>
            </a:extLst>
          </p:cNvPr>
          <p:cNvSpPr>
            <a:spLocks noGrp="1" noRot="1" noMove="1" noResize="1" noEditPoints="1" noAdjustHandles="1" noChangeArrowheads="1" noChangeShapeType="1"/>
          </p:cNvSpPr>
          <p:nvPr>
            <p:ph type="dt" sz="half" idx="10"/>
          </p:nvPr>
        </p:nvSpPr>
        <p:spPr/>
        <p:txBody>
          <a:bodyPr/>
          <a:lstStyle/>
          <a:p>
            <a:pPr algn="ctr"/>
            <a:fld id="{FA308D5A-63C5-D04E-BC00-249A2374E6E1}" type="datetime1">
              <a:rPr lang="es-ES" smtClean="0"/>
              <a:t>20/3/26</a:t>
            </a:fld>
            <a:endParaRPr lang="en-GB" dirty="0"/>
          </a:p>
        </p:txBody>
      </p:sp>
      <p:sp>
        <p:nvSpPr>
          <p:cNvPr id="4"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9" name="Text Placeholder 8">
            <a:extLst>
              <a:ext uri="{FF2B5EF4-FFF2-40B4-BE49-F238E27FC236}">
                <a16:creationId xmlns:a16="http://schemas.microsoft.com/office/drawing/2014/main" id="{EE99B772-69BE-EE10-B129-EFB896B6032E}"/>
              </a:ext>
            </a:extLst>
          </p:cNvPr>
          <p:cNvSpPr>
            <a:spLocks noGrp="1"/>
          </p:cNvSpPr>
          <p:nvPr>
            <p:ph type="body" sz="quarter" idx="14"/>
          </p:nvPr>
        </p:nvSpPr>
        <p:spPr>
          <a:xfrm>
            <a:off x="0" y="1310400"/>
            <a:ext cx="12192000" cy="4829806"/>
          </a:xfrm>
        </p:spPr>
        <p:txBody>
          <a:bodyPr anchor="ctr" anchorCtr="1">
            <a:normAutofit/>
          </a:bodyPr>
          <a:lstStyle>
            <a:lvl1pPr algn="ctr">
              <a:lnSpc>
                <a:spcPct val="65000"/>
              </a:lnSpc>
              <a:spcBef>
                <a:spcPts val="0"/>
              </a:spcBef>
              <a:defRPr sz="11200" b="1" i="0" spc="-300">
                <a:solidFill>
                  <a:schemeClr val="tx1"/>
                </a:solidFill>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417953528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Quote Verde">
    <p:bg>
      <p:bgPr>
        <a:solidFill>
          <a:schemeClr val="accent2"/>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4ADB1F-8078-1FF9-AC6B-D32B12BFCDEB}"/>
              </a:ext>
            </a:extLst>
          </p:cNvPr>
          <p:cNvSpPr>
            <a:spLocks noGrp="1" noRot="1" noMove="1" noResize="1" noEditPoints="1" noAdjustHandles="1" noChangeArrowheads="1" noChangeShapeType="1"/>
          </p:cNvSpPr>
          <p:nvPr>
            <p:ph type="dt" sz="half" idx="10"/>
          </p:nvPr>
        </p:nvSpPr>
        <p:spPr/>
        <p:txBody>
          <a:bodyPr/>
          <a:lstStyle/>
          <a:p>
            <a:pPr algn="ctr"/>
            <a:fld id="{14F262A0-5113-E544-9853-A4E8FD68174B}" type="datetime1">
              <a:rPr lang="es-ES" smtClean="0"/>
              <a:t>20/3/26</a:t>
            </a:fld>
            <a:endParaRPr lang="en-GB" dirty="0"/>
          </a:p>
        </p:txBody>
      </p:sp>
      <p:sp>
        <p:nvSpPr>
          <p:cNvPr id="4"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9" name="Text Placeholder 8">
            <a:extLst>
              <a:ext uri="{FF2B5EF4-FFF2-40B4-BE49-F238E27FC236}">
                <a16:creationId xmlns:a16="http://schemas.microsoft.com/office/drawing/2014/main" id="{EE99B772-69BE-EE10-B129-EFB896B6032E}"/>
              </a:ext>
            </a:extLst>
          </p:cNvPr>
          <p:cNvSpPr>
            <a:spLocks noGrp="1"/>
          </p:cNvSpPr>
          <p:nvPr>
            <p:ph type="body" sz="quarter" idx="14"/>
          </p:nvPr>
        </p:nvSpPr>
        <p:spPr>
          <a:xfrm>
            <a:off x="0" y="1310400"/>
            <a:ext cx="12192000" cy="4829806"/>
          </a:xfrm>
        </p:spPr>
        <p:txBody>
          <a:bodyPr anchor="ctr" anchorCtr="1">
            <a:normAutofit/>
          </a:bodyPr>
          <a:lstStyle>
            <a:lvl1pPr algn="ctr">
              <a:lnSpc>
                <a:spcPct val="65000"/>
              </a:lnSpc>
              <a:spcBef>
                <a:spcPts val="0"/>
              </a:spcBef>
              <a:defRPr sz="11200" b="1" i="0" spc="-300">
                <a:solidFill>
                  <a:schemeClr val="tx1"/>
                </a:solidFill>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3411102967"/>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Quote Coral">
    <p:bg>
      <p:bgPr>
        <a:solidFill>
          <a:schemeClr val="accent4"/>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4ADB1F-8078-1FF9-AC6B-D32B12BFCDEB}"/>
              </a:ext>
            </a:extLst>
          </p:cNvPr>
          <p:cNvSpPr>
            <a:spLocks noGrp="1" noRot="1" noMove="1" noResize="1" noEditPoints="1" noAdjustHandles="1" noChangeArrowheads="1" noChangeShapeType="1"/>
          </p:cNvSpPr>
          <p:nvPr>
            <p:ph type="dt" sz="half" idx="10"/>
          </p:nvPr>
        </p:nvSpPr>
        <p:spPr/>
        <p:txBody>
          <a:bodyPr/>
          <a:lstStyle/>
          <a:p>
            <a:pPr algn="ctr"/>
            <a:fld id="{44DED4CF-1BF9-8A4A-96E9-416756A2E4CD}" type="datetime1">
              <a:rPr lang="es-ES" smtClean="0"/>
              <a:t>20/3/26</a:t>
            </a:fld>
            <a:endParaRPr lang="en-GB" dirty="0"/>
          </a:p>
        </p:txBody>
      </p:sp>
      <p:sp>
        <p:nvSpPr>
          <p:cNvPr id="4"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9" name="Text Placeholder 8">
            <a:extLst>
              <a:ext uri="{FF2B5EF4-FFF2-40B4-BE49-F238E27FC236}">
                <a16:creationId xmlns:a16="http://schemas.microsoft.com/office/drawing/2014/main" id="{EE99B772-69BE-EE10-B129-EFB896B6032E}"/>
              </a:ext>
            </a:extLst>
          </p:cNvPr>
          <p:cNvSpPr>
            <a:spLocks noGrp="1"/>
          </p:cNvSpPr>
          <p:nvPr>
            <p:ph type="body" sz="quarter" idx="14"/>
          </p:nvPr>
        </p:nvSpPr>
        <p:spPr>
          <a:xfrm>
            <a:off x="0" y="1310400"/>
            <a:ext cx="12192000" cy="4829806"/>
          </a:xfrm>
        </p:spPr>
        <p:txBody>
          <a:bodyPr anchor="ctr" anchorCtr="1">
            <a:normAutofit/>
          </a:bodyPr>
          <a:lstStyle>
            <a:lvl1pPr algn="ctr">
              <a:lnSpc>
                <a:spcPct val="65000"/>
              </a:lnSpc>
              <a:spcBef>
                <a:spcPts val="0"/>
              </a:spcBef>
              <a:defRPr sz="11200" b="1" i="0" spc="-300">
                <a:solidFill>
                  <a:schemeClr val="tx1"/>
                </a:solidFill>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1153663857"/>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Quote Amarillo">
    <p:bg>
      <p:bgPr>
        <a:solidFill>
          <a:schemeClr val="accent3"/>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4ADB1F-8078-1FF9-AC6B-D32B12BFCDEB}"/>
              </a:ext>
            </a:extLst>
          </p:cNvPr>
          <p:cNvSpPr>
            <a:spLocks noGrp="1" noRot="1" noMove="1" noResize="1" noEditPoints="1" noAdjustHandles="1" noChangeArrowheads="1" noChangeShapeType="1"/>
          </p:cNvSpPr>
          <p:nvPr>
            <p:ph type="dt" sz="half" idx="10"/>
          </p:nvPr>
        </p:nvSpPr>
        <p:spPr/>
        <p:txBody>
          <a:bodyPr/>
          <a:lstStyle/>
          <a:p>
            <a:pPr algn="ctr"/>
            <a:fld id="{BDB58383-6CC3-BA4D-9075-8F4B07B9C131}" type="datetime1">
              <a:rPr lang="es-ES" smtClean="0"/>
              <a:t>20/3/26</a:t>
            </a:fld>
            <a:endParaRPr lang="en-GB" dirty="0"/>
          </a:p>
        </p:txBody>
      </p:sp>
      <p:sp>
        <p:nvSpPr>
          <p:cNvPr id="4"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9" name="Text Placeholder 8">
            <a:extLst>
              <a:ext uri="{FF2B5EF4-FFF2-40B4-BE49-F238E27FC236}">
                <a16:creationId xmlns:a16="http://schemas.microsoft.com/office/drawing/2014/main" id="{EE99B772-69BE-EE10-B129-EFB896B6032E}"/>
              </a:ext>
            </a:extLst>
          </p:cNvPr>
          <p:cNvSpPr>
            <a:spLocks noGrp="1"/>
          </p:cNvSpPr>
          <p:nvPr>
            <p:ph type="body" sz="quarter" idx="14"/>
          </p:nvPr>
        </p:nvSpPr>
        <p:spPr>
          <a:xfrm>
            <a:off x="0" y="1310400"/>
            <a:ext cx="12192000" cy="4829806"/>
          </a:xfrm>
        </p:spPr>
        <p:txBody>
          <a:bodyPr anchor="ctr" anchorCtr="1">
            <a:normAutofit/>
          </a:bodyPr>
          <a:lstStyle>
            <a:lvl1pPr algn="ctr">
              <a:lnSpc>
                <a:spcPct val="65000"/>
              </a:lnSpc>
              <a:spcBef>
                <a:spcPts val="0"/>
              </a:spcBef>
              <a:defRPr sz="11200" b="1" i="0" spc="-300">
                <a:solidFill>
                  <a:schemeClr val="tx1"/>
                </a:solidFill>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3227503436"/>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Quote Azul">
    <p:bg>
      <p:bgPr>
        <a:solidFill>
          <a:schemeClr val="accent1"/>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4ADB1F-8078-1FF9-AC6B-D32B12BFCDEB}"/>
              </a:ext>
            </a:extLst>
          </p:cNvPr>
          <p:cNvSpPr>
            <a:spLocks noGrp="1" noRot="1" noMove="1" noResize="1" noEditPoints="1" noAdjustHandles="1" noChangeArrowheads="1" noChangeShapeType="1"/>
          </p:cNvSpPr>
          <p:nvPr>
            <p:ph type="dt" sz="half" idx="10"/>
          </p:nvPr>
        </p:nvSpPr>
        <p:spPr/>
        <p:txBody>
          <a:bodyPr/>
          <a:lstStyle/>
          <a:p>
            <a:pPr algn="ctr"/>
            <a:fld id="{5616619E-D718-C14B-885C-BA5F160CE7F0}" type="datetime1">
              <a:rPr lang="es-ES" smtClean="0"/>
              <a:t>20/3/26</a:t>
            </a:fld>
            <a:endParaRPr lang="en-GB" dirty="0"/>
          </a:p>
        </p:txBody>
      </p:sp>
      <p:sp>
        <p:nvSpPr>
          <p:cNvPr id="4"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r>
              <a:rPr lang="en-GB" sz="800"/>
              <a:t>Título de la presentación</a:t>
            </a:r>
          </a:p>
        </p:txBody>
      </p:sp>
      <p:sp>
        <p:nvSpPr>
          <p:cNvPr id="5"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fld id="{5F7B1633-95EA-F847-945E-534A0819728C}" type="slidenum">
              <a:rPr lang="en-GB" smtClean="0"/>
              <a:pPr/>
              <a:t>‹Nº›</a:t>
            </a:fld>
            <a:endParaRPr lang="en-GB" sz="800"/>
          </a:p>
        </p:txBody>
      </p:sp>
      <p:sp>
        <p:nvSpPr>
          <p:cNvPr id="9" name="Text Placeholder 8">
            <a:extLst>
              <a:ext uri="{FF2B5EF4-FFF2-40B4-BE49-F238E27FC236}">
                <a16:creationId xmlns:a16="http://schemas.microsoft.com/office/drawing/2014/main" id="{EE99B772-69BE-EE10-B129-EFB896B6032E}"/>
              </a:ext>
            </a:extLst>
          </p:cNvPr>
          <p:cNvSpPr>
            <a:spLocks noGrp="1" noRot="1" noMove="1" noResize="1" noEditPoints="1" noAdjustHandles="1" noChangeArrowheads="1" noChangeShapeType="1"/>
          </p:cNvSpPr>
          <p:nvPr>
            <p:ph type="body" sz="quarter" idx="14"/>
          </p:nvPr>
        </p:nvSpPr>
        <p:spPr>
          <a:xfrm>
            <a:off x="0" y="1310400"/>
            <a:ext cx="12192000" cy="4829806"/>
          </a:xfrm>
        </p:spPr>
        <p:txBody>
          <a:bodyPr anchor="ctr" anchorCtr="1">
            <a:normAutofit/>
          </a:bodyPr>
          <a:lstStyle>
            <a:lvl1pPr algn="ctr">
              <a:lnSpc>
                <a:spcPct val="65000"/>
              </a:lnSpc>
              <a:spcBef>
                <a:spcPts val="0"/>
              </a:spcBef>
              <a:defRPr sz="11200" b="1" i="0" spc="-300">
                <a:solidFill>
                  <a:schemeClr val="tx1"/>
                </a:solidFill>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133129010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eparador 01">
    <p:bg>
      <p:bgPr>
        <a:solidFill>
          <a:schemeClr val="tx1"/>
        </a:solidFill>
        <a:effectLst/>
      </p:bgPr>
    </p:bg>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BCF73F96-69FD-1F19-5602-8AB738417F28}"/>
              </a:ext>
            </a:extLst>
          </p:cNvPr>
          <p:cNvSpPr>
            <a:spLocks noGrp="1" noRot="1" noMove="1" noResize="1" noEditPoints="1" noAdjustHandles="1" noChangeArrowheads="1" noChangeShapeType="1"/>
          </p:cNvSpPr>
          <p:nvPr>
            <p:ph type="body" sz="quarter" idx="14" hasCustomPrompt="1"/>
          </p:nvPr>
        </p:nvSpPr>
        <p:spPr>
          <a:xfrm>
            <a:off x="108000" y="321241"/>
            <a:ext cx="5988000" cy="5274341"/>
          </a:xfrm>
        </p:spPr>
        <p:txBody>
          <a:bodyPr/>
          <a:lstStyle>
            <a:lvl1pPr>
              <a:lnSpc>
                <a:spcPct val="80000"/>
              </a:lnSpc>
              <a:spcBef>
                <a:spcPts val="0"/>
              </a:spcBef>
              <a:defRPr sz="51600" b="1" i="0" spc="-300">
                <a:solidFill>
                  <a:schemeClr val="tx2"/>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a:t>
            </a:r>
          </a:p>
        </p:txBody>
      </p:sp>
      <p:sp>
        <p:nvSpPr>
          <p:cNvPr id="3" name="Date Placeholder 2">
            <a:extLst>
              <a:ext uri="{FF2B5EF4-FFF2-40B4-BE49-F238E27FC236}">
                <a16:creationId xmlns:a16="http://schemas.microsoft.com/office/drawing/2014/main" id="{85115361-6DF6-963F-EA31-49AB143A9623}"/>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734A2AFD-F4A4-774C-A85D-3363E16D7A44}" type="datetime1">
              <a:rPr lang="es-ES" smtClean="0"/>
              <a:t>20/3/26</a:t>
            </a:fld>
            <a:endParaRPr lang="en-GB" dirty="0"/>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10" name="Text Placeholder 9">
            <a:extLst>
              <a:ext uri="{FF2B5EF4-FFF2-40B4-BE49-F238E27FC236}">
                <a16:creationId xmlns:a16="http://schemas.microsoft.com/office/drawing/2014/main" id="{7B434A7B-8057-49C3-0E89-3DE93A3041AF}"/>
              </a:ext>
            </a:extLst>
          </p:cNvPr>
          <p:cNvSpPr>
            <a:spLocks noGrp="1" noRot="1" noMove="1" noResize="1" noEditPoints="1" noAdjustHandles="1" noChangeArrowheads="1" noChangeShapeType="1"/>
          </p:cNvSpPr>
          <p:nvPr>
            <p:ph type="body" sz="quarter" idx="13"/>
          </p:nvPr>
        </p:nvSpPr>
        <p:spPr>
          <a:xfrm>
            <a:off x="425450" y="5677987"/>
            <a:ext cx="5670550" cy="754563"/>
          </a:xfrm>
        </p:spPr>
        <p:txBody>
          <a:bodyPr/>
          <a:lstStyle>
            <a:lvl1pPr>
              <a:lnSpc>
                <a:spcPct val="82000"/>
              </a:lnSpc>
              <a:spcBef>
                <a:spcPts val="0"/>
              </a:spcBef>
              <a:defRPr sz="3050" b="1" i="0" spc="-100" baseline="0">
                <a:solidFill>
                  <a:schemeClr val="bg1"/>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2" name="Graphic 7">
            <a:extLst>
              <a:ext uri="{FF2B5EF4-FFF2-40B4-BE49-F238E27FC236}">
                <a16:creationId xmlns:a16="http://schemas.microsoft.com/office/drawing/2014/main" id="{68E15099-181D-7C53-C0FA-A4B28B8453D0}"/>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5871638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Separador 02">
    <p:bg>
      <p:bgPr>
        <a:solidFill>
          <a:schemeClr val="accent2"/>
        </a:solidFill>
        <a:effectLst/>
      </p:bgPr>
    </p:bg>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BCF73F96-69FD-1F19-5602-8AB738417F28}"/>
              </a:ext>
            </a:extLst>
          </p:cNvPr>
          <p:cNvSpPr>
            <a:spLocks noGrp="1" noRot="1" noMove="1" noResize="1" noEditPoints="1" noAdjustHandles="1" noChangeArrowheads="1" noChangeShapeType="1"/>
          </p:cNvSpPr>
          <p:nvPr>
            <p:ph type="body" sz="quarter" idx="14" hasCustomPrompt="1"/>
          </p:nvPr>
        </p:nvSpPr>
        <p:spPr>
          <a:xfrm>
            <a:off x="108000" y="321241"/>
            <a:ext cx="5988000" cy="5274341"/>
          </a:xfrm>
        </p:spPr>
        <p:txBody>
          <a:bodyPr/>
          <a:lstStyle>
            <a:lvl1pPr>
              <a:lnSpc>
                <a:spcPct val="80000"/>
              </a:lnSpc>
              <a:spcBef>
                <a:spcPts val="0"/>
              </a:spcBef>
              <a:defRPr sz="51600" b="1" i="0" spc="-300">
                <a:solidFill>
                  <a:schemeClr val="accent6"/>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a:t>
            </a:r>
          </a:p>
        </p:txBody>
      </p:sp>
      <p:sp>
        <p:nvSpPr>
          <p:cNvPr id="3" name="Date Placeholder 2">
            <a:extLst>
              <a:ext uri="{FF2B5EF4-FFF2-40B4-BE49-F238E27FC236}">
                <a16:creationId xmlns:a16="http://schemas.microsoft.com/office/drawing/2014/main" id="{85115361-6DF6-963F-EA31-49AB143A9623}"/>
              </a:ext>
            </a:extLst>
          </p:cNvPr>
          <p:cNvSpPr>
            <a:spLocks noGrp="1" noRot="1" noMove="1" noResize="1" noEditPoints="1" noAdjustHandles="1" noChangeArrowheads="1" noChangeShapeType="1"/>
          </p:cNvSpPr>
          <p:nvPr>
            <p:ph type="dt" sz="half" idx="10"/>
          </p:nvPr>
        </p:nvSpPr>
        <p:spPr/>
        <p:txBody>
          <a:bodyPr/>
          <a:lstStyle>
            <a:lvl1pPr>
              <a:defRPr>
                <a:solidFill>
                  <a:schemeClr val="tx1"/>
                </a:solidFill>
              </a:defRPr>
            </a:lvl1pPr>
          </a:lstStyle>
          <a:p>
            <a:fld id="{9DFD672F-0C2E-AA40-9AA2-06A74795FFD2}" type="datetime1">
              <a:rPr lang="es-ES" smtClean="0"/>
              <a:t>20/3/26</a:t>
            </a:fld>
            <a:endParaRPr lang="en-GB" dirty="0"/>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r>
              <a:rPr lang="en-GB">
                <a:solidFill>
                  <a:schemeClr val="tx1"/>
                </a:solidFill>
              </a:rPr>
              <a:t>Título de la presentación</a:t>
            </a: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fld id="{5F7B1633-95EA-F847-945E-534A0819728C}" type="slidenum">
              <a:rPr lang="en-GB" smtClean="0"/>
              <a:pPr/>
              <a:t>‹Nº›</a:t>
            </a:fld>
            <a:endParaRPr lang="en-GB"/>
          </a:p>
        </p:txBody>
      </p:sp>
      <p:sp>
        <p:nvSpPr>
          <p:cNvPr id="10" name="Text Placeholder 9">
            <a:extLst>
              <a:ext uri="{FF2B5EF4-FFF2-40B4-BE49-F238E27FC236}">
                <a16:creationId xmlns:a16="http://schemas.microsoft.com/office/drawing/2014/main" id="{7B434A7B-8057-49C3-0E89-3DE93A3041AF}"/>
              </a:ext>
            </a:extLst>
          </p:cNvPr>
          <p:cNvSpPr>
            <a:spLocks noGrp="1" noRot="1" noMove="1" noResize="1" noEditPoints="1" noAdjustHandles="1" noChangeArrowheads="1" noChangeShapeType="1"/>
          </p:cNvSpPr>
          <p:nvPr>
            <p:ph type="body" sz="quarter" idx="13"/>
          </p:nvPr>
        </p:nvSpPr>
        <p:spPr>
          <a:xfrm>
            <a:off x="425450" y="5677987"/>
            <a:ext cx="5670550" cy="754563"/>
          </a:xfrm>
        </p:spPr>
        <p:txBody>
          <a:bodyPr/>
          <a:lstStyle>
            <a:lvl1pPr>
              <a:lnSpc>
                <a:spcPct val="82000"/>
              </a:lnSpc>
              <a:spcBef>
                <a:spcPts val="0"/>
              </a:spcBef>
              <a:defRPr sz="3050" b="1" i="0" spc="-100" baseline="0">
                <a:solidFill>
                  <a:schemeClr val="accent6"/>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2129413006"/>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eparador 03">
    <p:bg>
      <p:bgPr>
        <a:solidFill>
          <a:schemeClr val="accent4"/>
        </a:solidFill>
        <a:effectLst/>
      </p:bgPr>
    </p:bg>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BCF73F96-69FD-1F19-5602-8AB738417F28}"/>
              </a:ext>
            </a:extLst>
          </p:cNvPr>
          <p:cNvSpPr>
            <a:spLocks noGrp="1" noRot="1" noMove="1" noResize="1" noEditPoints="1" noAdjustHandles="1" noChangeArrowheads="1" noChangeShapeType="1"/>
          </p:cNvSpPr>
          <p:nvPr>
            <p:ph type="body" sz="quarter" idx="14" hasCustomPrompt="1"/>
          </p:nvPr>
        </p:nvSpPr>
        <p:spPr>
          <a:xfrm>
            <a:off x="108000" y="321241"/>
            <a:ext cx="5988000" cy="5274341"/>
          </a:xfrm>
        </p:spPr>
        <p:txBody>
          <a:bodyPr/>
          <a:lstStyle>
            <a:lvl1pPr>
              <a:lnSpc>
                <a:spcPct val="80000"/>
              </a:lnSpc>
              <a:spcBef>
                <a:spcPts val="0"/>
              </a:spcBef>
              <a:defRPr sz="51600" b="1" i="0" spc="-300">
                <a:solidFill>
                  <a:srgbClr val="6A2C13"/>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a:t>
            </a:r>
          </a:p>
        </p:txBody>
      </p:sp>
      <p:sp>
        <p:nvSpPr>
          <p:cNvPr id="3" name="Date Placeholder 2">
            <a:extLst>
              <a:ext uri="{FF2B5EF4-FFF2-40B4-BE49-F238E27FC236}">
                <a16:creationId xmlns:a16="http://schemas.microsoft.com/office/drawing/2014/main" id="{85115361-6DF6-963F-EA31-49AB143A9623}"/>
              </a:ext>
            </a:extLst>
          </p:cNvPr>
          <p:cNvSpPr>
            <a:spLocks noGrp="1" noRot="1" noMove="1" noResize="1" noEditPoints="1" noAdjustHandles="1" noChangeArrowheads="1" noChangeShapeType="1"/>
          </p:cNvSpPr>
          <p:nvPr>
            <p:ph type="dt" sz="half" idx="10"/>
          </p:nvPr>
        </p:nvSpPr>
        <p:spPr/>
        <p:txBody>
          <a:bodyPr/>
          <a:lstStyle>
            <a:lvl1pPr>
              <a:defRPr>
                <a:solidFill>
                  <a:schemeClr val="tx1"/>
                </a:solidFill>
              </a:defRPr>
            </a:lvl1pPr>
          </a:lstStyle>
          <a:p>
            <a:fld id="{231EC01B-7862-0A45-A1ED-FB6E3CE05A34}" type="datetime1">
              <a:rPr lang="es-ES" smtClean="0"/>
              <a:t>20/3/26</a:t>
            </a:fld>
            <a:endParaRPr lang="en-GB" dirty="0"/>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r>
              <a:rPr lang="en-GB">
                <a:solidFill>
                  <a:schemeClr val="tx1"/>
                </a:solidFill>
              </a:rPr>
              <a:t>Título de la presentación</a:t>
            </a: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fld id="{5F7B1633-95EA-F847-945E-534A0819728C}" type="slidenum">
              <a:rPr lang="en-GB" smtClean="0"/>
              <a:pPr/>
              <a:t>‹Nº›</a:t>
            </a:fld>
            <a:endParaRPr lang="en-GB"/>
          </a:p>
        </p:txBody>
      </p:sp>
      <p:sp>
        <p:nvSpPr>
          <p:cNvPr id="10" name="Text Placeholder 9">
            <a:extLst>
              <a:ext uri="{FF2B5EF4-FFF2-40B4-BE49-F238E27FC236}">
                <a16:creationId xmlns:a16="http://schemas.microsoft.com/office/drawing/2014/main" id="{7B434A7B-8057-49C3-0E89-3DE93A3041AF}"/>
              </a:ext>
            </a:extLst>
          </p:cNvPr>
          <p:cNvSpPr>
            <a:spLocks noGrp="1" noRot="1" noMove="1" noResize="1" noEditPoints="1" noAdjustHandles="1" noChangeArrowheads="1" noChangeShapeType="1"/>
          </p:cNvSpPr>
          <p:nvPr>
            <p:ph type="body" sz="quarter" idx="13"/>
          </p:nvPr>
        </p:nvSpPr>
        <p:spPr>
          <a:xfrm>
            <a:off x="425450" y="5677987"/>
            <a:ext cx="5670550" cy="754563"/>
          </a:xfrm>
        </p:spPr>
        <p:txBody>
          <a:bodyPr/>
          <a:lstStyle>
            <a:lvl1pPr>
              <a:lnSpc>
                <a:spcPct val="82000"/>
              </a:lnSpc>
              <a:spcBef>
                <a:spcPts val="0"/>
              </a:spcBef>
              <a:defRPr sz="3050" b="1" i="0" spc="-100" baseline="0">
                <a:solidFill>
                  <a:srgbClr val="6A2C13"/>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771600566"/>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Separador 04">
    <p:bg>
      <p:bgPr>
        <a:solidFill>
          <a:schemeClr val="accent3"/>
        </a:solidFill>
        <a:effectLst/>
      </p:bgPr>
    </p:bg>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BCF73F96-69FD-1F19-5602-8AB738417F28}"/>
              </a:ext>
            </a:extLst>
          </p:cNvPr>
          <p:cNvSpPr>
            <a:spLocks noGrp="1" noRot="1" noMove="1" noResize="1" noEditPoints="1" noAdjustHandles="1" noChangeArrowheads="1" noChangeShapeType="1"/>
          </p:cNvSpPr>
          <p:nvPr>
            <p:ph type="body" sz="quarter" idx="14" hasCustomPrompt="1"/>
          </p:nvPr>
        </p:nvSpPr>
        <p:spPr>
          <a:xfrm>
            <a:off x="108000" y="321241"/>
            <a:ext cx="5988000" cy="5274341"/>
          </a:xfrm>
        </p:spPr>
        <p:txBody>
          <a:bodyPr/>
          <a:lstStyle>
            <a:lvl1pPr>
              <a:lnSpc>
                <a:spcPct val="80000"/>
              </a:lnSpc>
              <a:spcBef>
                <a:spcPts val="0"/>
              </a:spcBef>
              <a:defRPr sz="51600" b="1" i="0" spc="-300">
                <a:solidFill>
                  <a:srgbClr val="624900"/>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a:t>
            </a:r>
          </a:p>
        </p:txBody>
      </p:sp>
      <p:sp>
        <p:nvSpPr>
          <p:cNvPr id="3" name="Date Placeholder 2">
            <a:extLst>
              <a:ext uri="{FF2B5EF4-FFF2-40B4-BE49-F238E27FC236}">
                <a16:creationId xmlns:a16="http://schemas.microsoft.com/office/drawing/2014/main" id="{85115361-6DF6-963F-EA31-49AB143A9623}"/>
              </a:ext>
            </a:extLst>
          </p:cNvPr>
          <p:cNvSpPr>
            <a:spLocks noGrp="1" noRot="1" noMove="1" noResize="1" noEditPoints="1" noAdjustHandles="1" noChangeArrowheads="1" noChangeShapeType="1"/>
          </p:cNvSpPr>
          <p:nvPr>
            <p:ph type="dt" sz="half" idx="10"/>
          </p:nvPr>
        </p:nvSpPr>
        <p:spPr/>
        <p:txBody>
          <a:bodyPr/>
          <a:lstStyle>
            <a:lvl1pPr>
              <a:defRPr>
                <a:solidFill>
                  <a:schemeClr val="tx1"/>
                </a:solidFill>
              </a:defRPr>
            </a:lvl1pPr>
          </a:lstStyle>
          <a:p>
            <a:fld id="{503C117E-B6B0-3746-AEA2-B9CD4EBC63BB}" type="datetime1">
              <a:rPr lang="es-ES" smtClean="0"/>
              <a:t>20/3/26</a:t>
            </a:fld>
            <a:endParaRPr lang="en-GB" dirty="0"/>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r>
              <a:rPr lang="en-GB">
                <a:solidFill>
                  <a:schemeClr val="tx1"/>
                </a:solidFill>
              </a:rPr>
              <a:t>Título de la presentación</a:t>
            </a: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fld id="{5F7B1633-95EA-F847-945E-534A0819728C}" type="slidenum">
              <a:rPr lang="en-GB" smtClean="0"/>
              <a:pPr/>
              <a:t>‹Nº›</a:t>
            </a:fld>
            <a:endParaRPr lang="en-GB"/>
          </a:p>
        </p:txBody>
      </p:sp>
      <p:sp>
        <p:nvSpPr>
          <p:cNvPr id="10" name="Text Placeholder 9">
            <a:extLst>
              <a:ext uri="{FF2B5EF4-FFF2-40B4-BE49-F238E27FC236}">
                <a16:creationId xmlns:a16="http://schemas.microsoft.com/office/drawing/2014/main" id="{7B434A7B-8057-49C3-0E89-3DE93A3041AF}"/>
              </a:ext>
            </a:extLst>
          </p:cNvPr>
          <p:cNvSpPr>
            <a:spLocks noGrp="1" noRot="1" noMove="1" noResize="1" noEditPoints="1" noAdjustHandles="1" noChangeArrowheads="1" noChangeShapeType="1"/>
          </p:cNvSpPr>
          <p:nvPr>
            <p:ph type="body" sz="quarter" idx="13"/>
          </p:nvPr>
        </p:nvSpPr>
        <p:spPr>
          <a:xfrm>
            <a:off x="425450" y="5677987"/>
            <a:ext cx="5670550" cy="754563"/>
          </a:xfrm>
        </p:spPr>
        <p:txBody>
          <a:bodyPr/>
          <a:lstStyle>
            <a:lvl1pPr>
              <a:lnSpc>
                <a:spcPct val="82000"/>
              </a:lnSpc>
              <a:spcBef>
                <a:spcPts val="0"/>
              </a:spcBef>
              <a:defRPr sz="3050" b="1" i="0" spc="-100" baseline="0">
                <a:solidFill>
                  <a:srgbClr val="624900"/>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894015225"/>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eparador 05">
    <p:bg>
      <p:bgPr>
        <a:solidFill>
          <a:schemeClr val="accent1"/>
        </a:solidFill>
        <a:effectLst/>
      </p:bgPr>
    </p:bg>
    <p:spTree>
      <p:nvGrpSpPr>
        <p:cNvPr id="1" name=""/>
        <p:cNvGrpSpPr/>
        <p:nvPr/>
      </p:nvGrpSpPr>
      <p:grpSpPr>
        <a:xfrm>
          <a:off x="0" y="0"/>
          <a:ext cx="0" cy="0"/>
          <a:chOff x="0" y="0"/>
          <a:chExt cx="0" cy="0"/>
        </a:xfrm>
      </p:grpSpPr>
      <p:sp>
        <p:nvSpPr>
          <p:cNvPr id="11" name="Text Placeholder 9">
            <a:extLst>
              <a:ext uri="{FF2B5EF4-FFF2-40B4-BE49-F238E27FC236}">
                <a16:creationId xmlns:a16="http://schemas.microsoft.com/office/drawing/2014/main" id="{BCF73F96-69FD-1F19-5602-8AB738417F28}"/>
              </a:ext>
            </a:extLst>
          </p:cNvPr>
          <p:cNvSpPr>
            <a:spLocks noGrp="1" noRot="1" noMove="1" noResize="1" noEditPoints="1" noAdjustHandles="1" noChangeArrowheads="1" noChangeShapeType="1"/>
          </p:cNvSpPr>
          <p:nvPr>
            <p:ph type="body" sz="quarter" idx="14" hasCustomPrompt="1"/>
          </p:nvPr>
        </p:nvSpPr>
        <p:spPr>
          <a:xfrm>
            <a:off x="108000" y="321241"/>
            <a:ext cx="5988000" cy="5274341"/>
          </a:xfrm>
        </p:spPr>
        <p:txBody>
          <a:bodyPr/>
          <a:lstStyle>
            <a:lvl1pPr>
              <a:lnSpc>
                <a:spcPct val="80000"/>
              </a:lnSpc>
              <a:spcBef>
                <a:spcPts val="0"/>
              </a:spcBef>
              <a:defRPr sz="51600" b="1" i="0" spc="-300">
                <a:solidFill>
                  <a:schemeClr val="accent5"/>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dirty="0"/>
              <a:t>#</a:t>
            </a:r>
          </a:p>
        </p:txBody>
      </p:sp>
      <p:sp>
        <p:nvSpPr>
          <p:cNvPr id="3" name="Date Placeholder 2">
            <a:extLst>
              <a:ext uri="{FF2B5EF4-FFF2-40B4-BE49-F238E27FC236}">
                <a16:creationId xmlns:a16="http://schemas.microsoft.com/office/drawing/2014/main" id="{85115361-6DF6-963F-EA31-49AB143A9623}"/>
              </a:ext>
            </a:extLst>
          </p:cNvPr>
          <p:cNvSpPr>
            <a:spLocks noGrp="1" noRot="1" noMove="1" noResize="1" noEditPoints="1" noAdjustHandles="1" noChangeArrowheads="1" noChangeShapeType="1"/>
          </p:cNvSpPr>
          <p:nvPr>
            <p:ph type="dt" sz="half" idx="10"/>
          </p:nvPr>
        </p:nvSpPr>
        <p:spPr/>
        <p:txBody>
          <a:bodyPr/>
          <a:lstStyle>
            <a:lvl1pPr>
              <a:defRPr>
                <a:solidFill>
                  <a:schemeClr val="tx1"/>
                </a:solidFill>
              </a:defRPr>
            </a:lvl1pPr>
          </a:lstStyle>
          <a:p>
            <a:fld id="{1971CFF2-4751-934C-A9C4-CCCB8AE75589}" type="datetime1">
              <a:rPr lang="es-ES" smtClean="0"/>
              <a:t>20/3/26</a:t>
            </a:fld>
            <a:endParaRPr lang="en-GB" dirty="0"/>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r>
              <a:rPr lang="en-GB">
                <a:solidFill>
                  <a:schemeClr val="tx1"/>
                </a:solidFill>
              </a:rPr>
              <a:t>Título de la presentación</a:t>
            </a: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fld id="{5F7B1633-95EA-F847-945E-534A0819728C}" type="slidenum">
              <a:rPr lang="en-GB" smtClean="0"/>
              <a:pPr/>
              <a:t>‹Nº›</a:t>
            </a:fld>
            <a:endParaRPr lang="en-GB"/>
          </a:p>
        </p:txBody>
      </p:sp>
      <p:sp>
        <p:nvSpPr>
          <p:cNvPr id="10" name="Text Placeholder 9">
            <a:extLst>
              <a:ext uri="{FF2B5EF4-FFF2-40B4-BE49-F238E27FC236}">
                <a16:creationId xmlns:a16="http://schemas.microsoft.com/office/drawing/2014/main" id="{7B434A7B-8057-49C3-0E89-3DE93A3041AF}"/>
              </a:ext>
            </a:extLst>
          </p:cNvPr>
          <p:cNvSpPr>
            <a:spLocks noGrp="1" noRot="1" noMove="1" noResize="1" noEditPoints="1" noAdjustHandles="1" noChangeArrowheads="1" noChangeShapeType="1"/>
          </p:cNvSpPr>
          <p:nvPr>
            <p:ph type="body" sz="quarter" idx="13"/>
          </p:nvPr>
        </p:nvSpPr>
        <p:spPr>
          <a:xfrm>
            <a:off x="425450" y="5677987"/>
            <a:ext cx="5670550" cy="754563"/>
          </a:xfrm>
        </p:spPr>
        <p:txBody>
          <a:bodyPr/>
          <a:lstStyle>
            <a:lvl1pPr>
              <a:lnSpc>
                <a:spcPct val="82000"/>
              </a:lnSpc>
              <a:spcBef>
                <a:spcPts val="0"/>
              </a:spcBef>
              <a:defRPr sz="3050" b="1" i="0" spc="-100" baseline="0">
                <a:solidFill>
                  <a:schemeClr val="accent5"/>
                </a:solidFill>
                <a:latin typeface="Movistar Sans" pitchFamily="2" charset="77"/>
                <a:ea typeface="Movistar Sans" pitchFamily="2" charset="77"/>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120933161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eparador 06">
    <p:bg>
      <p:bgPr>
        <a:solidFill>
          <a:schemeClr val="bg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88875475-0923-E0D7-0B3D-C6E689482517}"/>
              </a:ext>
            </a:extLst>
          </p:cNvPr>
          <p:cNvSpPr>
            <a:spLocks noGrp="1" noRot="1" noMove="1" noResize="1" noEditPoints="1" noAdjustHandles="1" noChangeArrowheads="1" noChangeShapeType="1"/>
          </p:cNvSpPr>
          <p:nvPr userDrawn="1"/>
        </p:nvSpPr>
        <p:spPr>
          <a:xfrm flipH="1" flipV="1">
            <a:off x="425450" y="425451"/>
            <a:ext cx="11341100" cy="6007100"/>
          </a:xfrm>
          <a:custGeom>
            <a:avLst/>
            <a:gdLst>
              <a:gd name="csX0" fmla="*/ 74068 w 11341100"/>
              <a:gd name="csY0" fmla="*/ 0 h 6007100"/>
              <a:gd name="csX1" fmla="*/ 9549357 w 11341100"/>
              <a:gd name="csY1" fmla="*/ 0 h 6007100"/>
              <a:gd name="csX2" fmla="*/ 9565083 w 11341100"/>
              <a:gd name="csY2" fmla="*/ 3175 h 6007100"/>
              <a:gd name="csX3" fmla="*/ 11277852 w 11341100"/>
              <a:gd name="csY3" fmla="*/ 3175 h 6007100"/>
              <a:gd name="csX4" fmla="*/ 11341100 w 11341100"/>
              <a:gd name="csY4" fmla="*/ 66423 h 6007100"/>
              <a:gd name="csX5" fmla="*/ 11341100 w 11341100"/>
              <a:gd name="csY5" fmla="*/ 4562727 h 6007100"/>
              <a:gd name="csX6" fmla="*/ 11302471 w 11341100"/>
              <a:gd name="csY6" fmla="*/ 4621005 h 6007100"/>
              <a:gd name="csX7" fmla="*/ 11288491 w 11341100"/>
              <a:gd name="csY7" fmla="*/ 4623827 h 6007100"/>
              <a:gd name="csX8" fmla="*/ 9686097 w 11341100"/>
              <a:gd name="csY8" fmla="*/ 4623827 h 6007100"/>
              <a:gd name="csX9" fmla="*/ 9622849 w 11341100"/>
              <a:gd name="csY9" fmla="*/ 4687075 h 6007100"/>
              <a:gd name="csX10" fmla="*/ 9622849 w 11341100"/>
              <a:gd name="csY10" fmla="*/ 5935886 h 6007100"/>
              <a:gd name="csX11" fmla="*/ 9617604 w 11341100"/>
              <a:gd name="csY11" fmla="*/ 5961863 h 6007100"/>
              <a:gd name="csX12" fmla="*/ 9549357 w 11341100"/>
              <a:gd name="csY12" fmla="*/ 6007100 h 6007100"/>
              <a:gd name="csX13" fmla="*/ 74068 w 11341100"/>
              <a:gd name="csY13" fmla="*/ 6007100 h 6007100"/>
              <a:gd name="csX14" fmla="*/ 0 w 11341100"/>
              <a:gd name="csY14" fmla="*/ 5933032 h 6007100"/>
              <a:gd name="csX15" fmla="*/ 0 w 11341100"/>
              <a:gd name="csY15" fmla="*/ 74068 h 6007100"/>
              <a:gd name="csX16" fmla="*/ 74068 w 11341100"/>
              <a:gd name="csY16" fmla="*/ 0 h 6007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341100" h="6007100">
                <a:moveTo>
                  <a:pt x="74068" y="0"/>
                </a:moveTo>
                <a:lnTo>
                  <a:pt x="9549357" y="0"/>
                </a:lnTo>
                <a:lnTo>
                  <a:pt x="9565083" y="3175"/>
                </a:lnTo>
                <a:lnTo>
                  <a:pt x="11277852" y="3175"/>
                </a:lnTo>
                <a:cubicBezTo>
                  <a:pt x="11312783" y="3175"/>
                  <a:pt x="11341100" y="31492"/>
                  <a:pt x="11341100" y="66423"/>
                </a:cubicBezTo>
                <a:lnTo>
                  <a:pt x="11341100" y="4562727"/>
                </a:lnTo>
                <a:cubicBezTo>
                  <a:pt x="11341100" y="4588926"/>
                  <a:pt x="11325172" y="4611403"/>
                  <a:pt x="11302471" y="4621005"/>
                </a:cubicBezTo>
                <a:lnTo>
                  <a:pt x="11288491" y="4623827"/>
                </a:lnTo>
                <a:lnTo>
                  <a:pt x="9686097" y="4623827"/>
                </a:lnTo>
                <a:cubicBezTo>
                  <a:pt x="9651166" y="4623827"/>
                  <a:pt x="9622849" y="4652144"/>
                  <a:pt x="9622849" y="4687075"/>
                </a:cubicBezTo>
                <a:lnTo>
                  <a:pt x="9622849" y="5935886"/>
                </a:lnTo>
                <a:lnTo>
                  <a:pt x="9617604" y="5961863"/>
                </a:lnTo>
                <a:cubicBezTo>
                  <a:pt x="9606360" y="5988447"/>
                  <a:pt x="9580037" y="6007100"/>
                  <a:pt x="9549357" y="6007100"/>
                </a:cubicBezTo>
                <a:lnTo>
                  <a:pt x="74068" y="6007100"/>
                </a:lnTo>
                <a:cubicBezTo>
                  <a:pt x="33161" y="6007100"/>
                  <a:pt x="0" y="5973939"/>
                  <a:pt x="0" y="5933032"/>
                </a:cubicBezTo>
                <a:lnTo>
                  <a:pt x="0" y="74068"/>
                </a:lnTo>
                <a:cubicBezTo>
                  <a:pt x="0" y="33161"/>
                  <a:pt x="33161" y="0"/>
                  <a:pt x="74068"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bg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bg1"/>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tx1"/>
                </a:solidFill>
              </a:defRPr>
            </a:lvl1pPr>
          </a:lstStyle>
          <a:p>
            <a:fld id="{FCBD13C4-17AD-0E48-87F5-5CC786C895F3}"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r>
              <a:rPr lang="en-GB">
                <a:solidFill>
                  <a:schemeClr val="tx1"/>
                </a:solidFill>
              </a:rPr>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fld id="{5F7B1633-95EA-F847-945E-534A0819728C}" type="slidenum">
              <a:rPr lang="en-GB" smtClean="0"/>
              <a:pPr/>
              <a:t>‹Nº›</a:t>
            </a:fld>
            <a:endParaRPr lang="en-GB"/>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hasCustomPrompt="1"/>
          </p:nvPr>
        </p:nvSpPr>
        <p:spPr>
          <a:xfrm>
            <a:off x="239398" y="619588"/>
            <a:ext cx="1897516" cy="1219324"/>
          </a:xfrm>
        </p:spPr>
        <p:txBody>
          <a:bodyPr anchor="ctr" anchorCtr="1"/>
          <a:lstStyle>
            <a:lvl1pPr algn="ctr">
              <a:lnSpc>
                <a:spcPct val="80000"/>
              </a:lnSpc>
              <a:spcBef>
                <a:spcPts val="0"/>
              </a:spcBef>
              <a:defRPr sz="10200" b="1" i="0" spc="-150">
                <a:solidFill>
                  <a:schemeClr val="tx2"/>
                </a:solidFill>
                <a:latin typeface="Movistar Sans" pitchFamily="2" charset="77"/>
                <a:ea typeface="Movistar Sans" pitchFamily="2" charset="77"/>
              </a:defRPr>
            </a:lvl1pPr>
          </a:lstStyle>
          <a:p>
            <a:pPr lvl="0"/>
            <a:r>
              <a:rPr lang="en-GB" dirty="0"/>
              <a:t>#</a:t>
            </a:r>
          </a:p>
        </p:txBody>
      </p:sp>
    </p:spTree>
    <p:extLst>
      <p:ext uri="{BB962C8B-B14F-4D97-AF65-F5344CB8AC3E}">
        <p14:creationId xmlns:p14="http://schemas.microsoft.com/office/powerpoint/2010/main" val="623912297"/>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Separador 07">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88875475-0923-E0D7-0B3D-C6E689482517}"/>
              </a:ext>
            </a:extLst>
          </p:cNvPr>
          <p:cNvSpPr>
            <a:spLocks noGrp="1" noRot="1" noMove="1" noResize="1" noEditPoints="1" noAdjustHandles="1" noChangeArrowheads="1" noChangeShapeType="1"/>
          </p:cNvSpPr>
          <p:nvPr userDrawn="1"/>
        </p:nvSpPr>
        <p:spPr>
          <a:xfrm flipH="1" flipV="1">
            <a:off x="425450" y="425451"/>
            <a:ext cx="11341100" cy="6007100"/>
          </a:xfrm>
          <a:custGeom>
            <a:avLst/>
            <a:gdLst>
              <a:gd name="csX0" fmla="*/ 74068 w 11341100"/>
              <a:gd name="csY0" fmla="*/ 0 h 6007100"/>
              <a:gd name="csX1" fmla="*/ 9549357 w 11341100"/>
              <a:gd name="csY1" fmla="*/ 0 h 6007100"/>
              <a:gd name="csX2" fmla="*/ 9565083 w 11341100"/>
              <a:gd name="csY2" fmla="*/ 3175 h 6007100"/>
              <a:gd name="csX3" fmla="*/ 11277852 w 11341100"/>
              <a:gd name="csY3" fmla="*/ 3175 h 6007100"/>
              <a:gd name="csX4" fmla="*/ 11341100 w 11341100"/>
              <a:gd name="csY4" fmla="*/ 66423 h 6007100"/>
              <a:gd name="csX5" fmla="*/ 11341100 w 11341100"/>
              <a:gd name="csY5" fmla="*/ 4562727 h 6007100"/>
              <a:gd name="csX6" fmla="*/ 11302471 w 11341100"/>
              <a:gd name="csY6" fmla="*/ 4621005 h 6007100"/>
              <a:gd name="csX7" fmla="*/ 11288491 w 11341100"/>
              <a:gd name="csY7" fmla="*/ 4623827 h 6007100"/>
              <a:gd name="csX8" fmla="*/ 9686097 w 11341100"/>
              <a:gd name="csY8" fmla="*/ 4623827 h 6007100"/>
              <a:gd name="csX9" fmla="*/ 9622849 w 11341100"/>
              <a:gd name="csY9" fmla="*/ 4687075 h 6007100"/>
              <a:gd name="csX10" fmla="*/ 9622849 w 11341100"/>
              <a:gd name="csY10" fmla="*/ 5935886 h 6007100"/>
              <a:gd name="csX11" fmla="*/ 9617604 w 11341100"/>
              <a:gd name="csY11" fmla="*/ 5961863 h 6007100"/>
              <a:gd name="csX12" fmla="*/ 9549357 w 11341100"/>
              <a:gd name="csY12" fmla="*/ 6007100 h 6007100"/>
              <a:gd name="csX13" fmla="*/ 74068 w 11341100"/>
              <a:gd name="csY13" fmla="*/ 6007100 h 6007100"/>
              <a:gd name="csX14" fmla="*/ 0 w 11341100"/>
              <a:gd name="csY14" fmla="*/ 5933032 h 6007100"/>
              <a:gd name="csX15" fmla="*/ 0 w 11341100"/>
              <a:gd name="csY15" fmla="*/ 74068 h 6007100"/>
              <a:gd name="csX16" fmla="*/ 74068 w 11341100"/>
              <a:gd name="csY16" fmla="*/ 0 h 6007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341100" h="6007100">
                <a:moveTo>
                  <a:pt x="74068" y="0"/>
                </a:moveTo>
                <a:lnTo>
                  <a:pt x="9549357" y="0"/>
                </a:lnTo>
                <a:lnTo>
                  <a:pt x="9565083" y="3175"/>
                </a:lnTo>
                <a:lnTo>
                  <a:pt x="11277852" y="3175"/>
                </a:lnTo>
                <a:cubicBezTo>
                  <a:pt x="11312783" y="3175"/>
                  <a:pt x="11341100" y="31492"/>
                  <a:pt x="11341100" y="66423"/>
                </a:cubicBezTo>
                <a:lnTo>
                  <a:pt x="11341100" y="4562727"/>
                </a:lnTo>
                <a:cubicBezTo>
                  <a:pt x="11341100" y="4588926"/>
                  <a:pt x="11325172" y="4611403"/>
                  <a:pt x="11302471" y="4621005"/>
                </a:cubicBezTo>
                <a:lnTo>
                  <a:pt x="11288491" y="4623827"/>
                </a:lnTo>
                <a:lnTo>
                  <a:pt x="9686097" y="4623827"/>
                </a:lnTo>
                <a:cubicBezTo>
                  <a:pt x="9651166" y="4623827"/>
                  <a:pt x="9622849" y="4652144"/>
                  <a:pt x="9622849" y="4687075"/>
                </a:cubicBezTo>
                <a:lnTo>
                  <a:pt x="9622849" y="5935886"/>
                </a:lnTo>
                <a:lnTo>
                  <a:pt x="9617604" y="5961863"/>
                </a:lnTo>
                <a:cubicBezTo>
                  <a:pt x="9606360" y="5988447"/>
                  <a:pt x="9580037" y="6007100"/>
                  <a:pt x="9549357" y="6007100"/>
                </a:cubicBezTo>
                <a:lnTo>
                  <a:pt x="74068" y="6007100"/>
                </a:lnTo>
                <a:cubicBezTo>
                  <a:pt x="33161" y="6007100"/>
                  <a:pt x="0" y="5973939"/>
                  <a:pt x="0" y="5933032"/>
                </a:cubicBezTo>
                <a:lnTo>
                  <a:pt x="0" y="74068"/>
                </a:lnTo>
                <a:cubicBezTo>
                  <a:pt x="0" y="33161"/>
                  <a:pt x="33161" y="0"/>
                  <a:pt x="74068" y="0"/>
                </a:cubicBezTo>
                <a:close/>
              </a:path>
            </a:pathLst>
          </a:cu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bg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bg1"/>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3EDF9243-1EC3-5E49-81CA-750800591365}"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hasCustomPrompt="1"/>
          </p:nvPr>
        </p:nvSpPr>
        <p:spPr>
          <a:xfrm>
            <a:off x="239398" y="619588"/>
            <a:ext cx="1897516" cy="1219324"/>
          </a:xfrm>
        </p:spPr>
        <p:txBody>
          <a:bodyPr anchor="ctr" anchorCtr="1"/>
          <a:lstStyle>
            <a:lvl1pPr algn="ctr">
              <a:lnSpc>
                <a:spcPct val="80000"/>
              </a:lnSpc>
              <a:spcBef>
                <a:spcPts val="0"/>
              </a:spcBef>
              <a:defRPr sz="10200" b="1" i="0" spc="-150">
                <a:solidFill>
                  <a:schemeClr val="tx2"/>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185EE0DC-5AC7-AF07-D77D-0F9AED493B4D}"/>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727568542"/>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Separador 08">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88875475-0923-E0D7-0B3D-C6E689482517}"/>
              </a:ext>
            </a:extLst>
          </p:cNvPr>
          <p:cNvSpPr>
            <a:spLocks noGrp="1" noRot="1" noMove="1" noResize="1" noEditPoints="1" noAdjustHandles="1" noChangeArrowheads="1" noChangeShapeType="1"/>
          </p:cNvSpPr>
          <p:nvPr userDrawn="1"/>
        </p:nvSpPr>
        <p:spPr>
          <a:xfrm flipH="1" flipV="1">
            <a:off x="425450" y="425451"/>
            <a:ext cx="11341100" cy="6007100"/>
          </a:xfrm>
          <a:custGeom>
            <a:avLst/>
            <a:gdLst>
              <a:gd name="csX0" fmla="*/ 74068 w 11341100"/>
              <a:gd name="csY0" fmla="*/ 0 h 6007100"/>
              <a:gd name="csX1" fmla="*/ 9549357 w 11341100"/>
              <a:gd name="csY1" fmla="*/ 0 h 6007100"/>
              <a:gd name="csX2" fmla="*/ 9565083 w 11341100"/>
              <a:gd name="csY2" fmla="*/ 3175 h 6007100"/>
              <a:gd name="csX3" fmla="*/ 11277852 w 11341100"/>
              <a:gd name="csY3" fmla="*/ 3175 h 6007100"/>
              <a:gd name="csX4" fmla="*/ 11341100 w 11341100"/>
              <a:gd name="csY4" fmla="*/ 66423 h 6007100"/>
              <a:gd name="csX5" fmla="*/ 11341100 w 11341100"/>
              <a:gd name="csY5" fmla="*/ 4562727 h 6007100"/>
              <a:gd name="csX6" fmla="*/ 11302471 w 11341100"/>
              <a:gd name="csY6" fmla="*/ 4621005 h 6007100"/>
              <a:gd name="csX7" fmla="*/ 11288491 w 11341100"/>
              <a:gd name="csY7" fmla="*/ 4623827 h 6007100"/>
              <a:gd name="csX8" fmla="*/ 9686097 w 11341100"/>
              <a:gd name="csY8" fmla="*/ 4623827 h 6007100"/>
              <a:gd name="csX9" fmla="*/ 9622849 w 11341100"/>
              <a:gd name="csY9" fmla="*/ 4687075 h 6007100"/>
              <a:gd name="csX10" fmla="*/ 9622849 w 11341100"/>
              <a:gd name="csY10" fmla="*/ 5935886 h 6007100"/>
              <a:gd name="csX11" fmla="*/ 9617604 w 11341100"/>
              <a:gd name="csY11" fmla="*/ 5961863 h 6007100"/>
              <a:gd name="csX12" fmla="*/ 9549357 w 11341100"/>
              <a:gd name="csY12" fmla="*/ 6007100 h 6007100"/>
              <a:gd name="csX13" fmla="*/ 74068 w 11341100"/>
              <a:gd name="csY13" fmla="*/ 6007100 h 6007100"/>
              <a:gd name="csX14" fmla="*/ 0 w 11341100"/>
              <a:gd name="csY14" fmla="*/ 5933032 h 6007100"/>
              <a:gd name="csX15" fmla="*/ 0 w 11341100"/>
              <a:gd name="csY15" fmla="*/ 74068 h 6007100"/>
              <a:gd name="csX16" fmla="*/ 74068 w 11341100"/>
              <a:gd name="csY16" fmla="*/ 0 h 6007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341100" h="6007100">
                <a:moveTo>
                  <a:pt x="74068" y="0"/>
                </a:moveTo>
                <a:lnTo>
                  <a:pt x="9549357" y="0"/>
                </a:lnTo>
                <a:lnTo>
                  <a:pt x="9565083" y="3175"/>
                </a:lnTo>
                <a:lnTo>
                  <a:pt x="11277852" y="3175"/>
                </a:lnTo>
                <a:cubicBezTo>
                  <a:pt x="11312783" y="3175"/>
                  <a:pt x="11341100" y="31492"/>
                  <a:pt x="11341100" y="66423"/>
                </a:cubicBezTo>
                <a:lnTo>
                  <a:pt x="11341100" y="4562727"/>
                </a:lnTo>
                <a:cubicBezTo>
                  <a:pt x="11341100" y="4588926"/>
                  <a:pt x="11325172" y="4611403"/>
                  <a:pt x="11302471" y="4621005"/>
                </a:cubicBezTo>
                <a:lnTo>
                  <a:pt x="11288491" y="4623827"/>
                </a:lnTo>
                <a:lnTo>
                  <a:pt x="9686097" y="4623827"/>
                </a:lnTo>
                <a:cubicBezTo>
                  <a:pt x="9651166" y="4623827"/>
                  <a:pt x="9622849" y="4652144"/>
                  <a:pt x="9622849" y="4687075"/>
                </a:cubicBezTo>
                <a:lnTo>
                  <a:pt x="9622849" y="5935886"/>
                </a:lnTo>
                <a:lnTo>
                  <a:pt x="9617604" y="5961863"/>
                </a:lnTo>
                <a:cubicBezTo>
                  <a:pt x="9606360" y="5988447"/>
                  <a:pt x="9580037" y="6007100"/>
                  <a:pt x="9549357" y="6007100"/>
                </a:cubicBezTo>
                <a:lnTo>
                  <a:pt x="74068" y="6007100"/>
                </a:lnTo>
                <a:cubicBezTo>
                  <a:pt x="33161" y="6007100"/>
                  <a:pt x="0" y="5973939"/>
                  <a:pt x="0" y="5933032"/>
                </a:cubicBezTo>
                <a:lnTo>
                  <a:pt x="0" y="74068"/>
                </a:lnTo>
                <a:cubicBezTo>
                  <a:pt x="0" y="33161"/>
                  <a:pt x="33161" y="0"/>
                  <a:pt x="74068"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tx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tx1"/>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DCA6EDFD-61B0-7445-ABDB-464D67CFE840}"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hasCustomPrompt="1"/>
          </p:nvPr>
        </p:nvSpPr>
        <p:spPr>
          <a:xfrm>
            <a:off x="239398" y="619588"/>
            <a:ext cx="1897516" cy="1219324"/>
          </a:xfrm>
        </p:spPr>
        <p:txBody>
          <a:bodyPr anchor="ctr" anchorCtr="1"/>
          <a:lstStyle>
            <a:lvl1pPr algn="ctr">
              <a:lnSpc>
                <a:spcPct val="80000"/>
              </a:lnSpc>
              <a:spcBef>
                <a:spcPts val="0"/>
              </a:spcBef>
              <a:defRPr sz="10200" b="1" i="0" spc="-150">
                <a:solidFill>
                  <a:schemeClr val="accent2"/>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4E7BBC50-A12A-2BF4-FE4D-8CA833F6DA2B}"/>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48762674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Separador 09">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88875475-0923-E0D7-0B3D-C6E689482517}"/>
              </a:ext>
            </a:extLst>
          </p:cNvPr>
          <p:cNvSpPr>
            <a:spLocks noGrp="1" noRot="1" noMove="1" noResize="1" noEditPoints="1" noAdjustHandles="1" noChangeArrowheads="1" noChangeShapeType="1"/>
          </p:cNvSpPr>
          <p:nvPr userDrawn="1"/>
        </p:nvSpPr>
        <p:spPr>
          <a:xfrm flipH="1" flipV="1">
            <a:off x="425450" y="425451"/>
            <a:ext cx="11341100" cy="6007100"/>
          </a:xfrm>
          <a:custGeom>
            <a:avLst/>
            <a:gdLst>
              <a:gd name="csX0" fmla="*/ 74068 w 11341100"/>
              <a:gd name="csY0" fmla="*/ 0 h 6007100"/>
              <a:gd name="csX1" fmla="*/ 9549357 w 11341100"/>
              <a:gd name="csY1" fmla="*/ 0 h 6007100"/>
              <a:gd name="csX2" fmla="*/ 9565083 w 11341100"/>
              <a:gd name="csY2" fmla="*/ 3175 h 6007100"/>
              <a:gd name="csX3" fmla="*/ 11277852 w 11341100"/>
              <a:gd name="csY3" fmla="*/ 3175 h 6007100"/>
              <a:gd name="csX4" fmla="*/ 11341100 w 11341100"/>
              <a:gd name="csY4" fmla="*/ 66423 h 6007100"/>
              <a:gd name="csX5" fmla="*/ 11341100 w 11341100"/>
              <a:gd name="csY5" fmla="*/ 4562727 h 6007100"/>
              <a:gd name="csX6" fmla="*/ 11302471 w 11341100"/>
              <a:gd name="csY6" fmla="*/ 4621005 h 6007100"/>
              <a:gd name="csX7" fmla="*/ 11288491 w 11341100"/>
              <a:gd name="csY7" fmla="*/ 4623827 h 6007100"/>
              <a:gd name="csX8" fmla="*/ 9686097 w 11341100"/>
              <a:gd name="csY8" fmla="*/ 4623827 h 6007100"/>
              <a:gd name="csX9" fmla="*/ 9622849 w 11341100"/>
              <a:gd name="csY9" fmla="*/ 4687075 h 6007100"/>
              <a:gd name="csX10" fmla="*/ 9622849 w 11341100"/>
              <a:gd name="csY10" fmla="*/ 5935886 h 6007100"/>
              <a:gd name="csX11" fmla="*/ 9617604 w 11341100"/>
              <a:gd name="csY11" fmla="*/ 5961863 h 6007100"/>
              <a:gd name="csX12" fmla="*/ 9549357 w 11341100"/>
              <a:gd name="csY12" fmla="*/ 6007100 h 6007100"/>
              <a:gd name="csX13" fmla="*/ 74068 w 11341100"/>
              <a:gd name="csY13" fmla="*/ 6007100 h 6007100"/>
              <a:gd name="csX14" fmla="*/ 0 w 11341100"/>
              <a:gd name="csY14" fmla="*/ 5933032 h 6007100"/>
              <a:gd name="csX15" fmla="*/ 0 w 11341100"/>
              <a:gd name="csY15" fmla="*/ 74068 h 6007100"/>
              <a:gd name="csX16" fmla="*/ 74068 w 11341100"/>
              <a:gd name="csY16" fmla="*/ 0 h 6007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341100" h="6007100">
                <a:moveTo>
                  <a:pt x="74068" y="0"/>
                </a:moveTo>
                <a:lnTo>
                  <a:pt x="9549357" y="0"/>
                </a:lnTo>
                <a:lnTo>
                  <a:pt x="9565083" y="3175"/>
                </a:lnTo>
                <a:lnTo>
                  <a:pt x="11277852" y="3175"/>
                </a:lnTo>
                <a:cubicBezTo>
                  <a:pt x="11312783" y="3175"/>
                  <a:pt x="11341100" y="31492"/>
                  <a:pt x="11341100" y="66423"/>
                </a:cubicBezTo>
                <a:lnTo>
                  <a:pt x="11341100" y="4562727"/>
                </a:lnTo>
                <a:cubicBezTo>
                  <a:pt x="11341100" y="4588926"/>
                  <a:pt x="11325172" y="4611403"/>
                  <a:pt x="11302471" y="4621005"/>
                </a:cubicBezTo>
                <a:lnTo>
                  <a:pt x="11288491" y="4623827"/>
                </a:lnTo>
                <a:lnTo>
                  <a:pt x="9686097" y="4623827"/>
                </a:lnTo>
                <a:cubicBezTo>
                  <a:pt x="9651166" y="4623827"/>
                  <a:pt x="9622849" y="4652144"/>
                  <a:pt x="9622849" y="4687075"/>
                </a:cubicBezTo>
                <a:lnTo>
                  <a:pt x="9622849" y="5935886"/>
                </a:lnTo>
                <a:lnTo>
                  <a:pt x="9617604" y="5961863"/>
                </a:lnTo>
                <a:cubicBezTo>
                  <a:pt x="9606360" y="5988447"/>
                  <a:pt x="9580037" y="6007100"/>
                  <a:pt x="9549357" y="6007100"/>
                </a:cubicBezTo>
                <a:lnTo>
                  <a:pt x="74068" y="6007100"/>
                </a:lnTo>
                <a:cubicBezTo>
                  <a:pt x="33161" y="6007100"/>
                  <a:pt x="0" y="5973939"/>
                  <a:pt x="0" y="5933032"/>
                </a:cubicBezTo>
                <a:lnTo>
                  <a:pt x="0" y="74068"/>
                </a:lnTo>
                <a:cubicBezTo>
                  <a:pt x="0" y="33161"/>
                  <a:pt x="33161" y="0"/>
                  <a:pt x="74068"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tx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tx1"/>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8ADBD7E0-F708-1147-A8C7-EFFA912011EA}"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hasCustomPrompt="1"/>
          </p:nvPr>
        </p:nvSpPr>
        <p:spPr>
          <a:xfrm>
            <a:off x="239398" y="619588"/>
            <a:ext cx="1897516" cy="1219324"/>
          </a:xfrm>
        </p:spPr>
        <p:txBody>
          <a:bodyPr anchor="ctr" anchorCtr="1"/>
          <a:lstStyle>
            <a:lvl1pPr algn="ctr">
              <a:lnSpc>
                <a:spcPct val="80000"/>
              </a:lnSpc>
              <a:spcBef>
                <a:spcPts val="0"/>
              </a:spcBef>
              <a:defRPr sz="10200" b="1" i="0" spc="-150">
                <a:solidFill>
                  <a:schemeClr val="accent4"/>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6E77F994-E359-71AF-1FC5-00679E53885C}"/>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207734805"/>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Separador 10">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88875475-0923-E0D7-0B3D-C6E689482517}"/>
              </a:ext>
            </a:extLst>
          </p:cNvPr>
          <p:cNvSpPr>
            <a:spLocks noGrp="1" noRot="1" noMove="1" noResize="1" noEditPoints="1" noAdjustHandles="1" noChangeArrowheads="1" noChangeShapeType="1"/>
          </p:cNvSpPr>
          <p:nvPr userDrawn="1"/>
        </p:nvSpPr>
        <p:spPr>
          <a:xfrm flipH="1" flipV="1">
            <a:off x="425450" y="425451"/>
            <a:ext cx="11341100" cy="6007100"/>
          </a:xfrm>
          <a:custGeom>
            <a:avLst/>
            <a:gdLst>
              <a:gd name="csX0" fmla="*/ 74068 w 11341100"/>
              <a:gd name="csY0" fmla="*/ 0 h 6007100"/>
              <a:gd name="csX1" fmla="*/ 9549357 w 11341100"/>
              <a:gd name="csY1" fmla="*/ 0 h 6007100"/>
              <a:gd name="csX2" fmla="*/ 9565083 w 11341100"/>
              <a:gd name="csY2" fmla="*/ 3175 h 6007100"/>
              <a:gd name="csX3" fmla="*/ 11277852 w 11341100"/>
              <a:gd name="csY3" fmla="*/ 3175 h 6007100"/>
              <a:gd name="csX4" fmla="*/ 11341100 w 11341100"/>
              <a:gd name="csY4" fmla="*/ 66423 h 6007100"/>
              <a:gd name="csX5" fmla="*/ 11341100 w 11341100"/>
              <a:gd name="csY5" fmla="*/ 4562727 h 6007100"/>
              <a:gd name="csX6" fmla="*/ 11302471 w 11341100"/>
              <a:gd name="csY6" fmla="*/ 4621005 h 6007100"/>
              <a:gd name="csX7" fmla="*/ 11288491 w 11341100"/>
              <a:gd name="csY7" fmla="*/ 4623827 h 6007100"/>
              <a:gd name="csX8" fmla="*/ 9686097 w 11341100"/>
              <a:gd name="csY8" fmla="*/ 4623827 h 6007100"/>
              <a:gd name="csX9" fmla="*/ 9622849 w 11341100"/>
              <a:gd name="csY9" fmla="*/ 4687075 h 6007100"/>
              <a:gd name="csX10" fmla="*/ 9622849 w 11341100"/>
              <a:gd name="csY10" fmla="*/ 5935886 h 6007100"/>
              <a:gd name="csX11" fmla="*/ 9617604 w 11341100"/>
              <a:gd name="csY11" fmla="*/ 5961863 h 6007100"/>
              <a:gd name="csX12" fmla="*/ 9549357 w 11341100"/>
              <a:gd name="csY12" fmla="*/ 6007100 h 6007100"/>
              <a:gd name="csX13" fmla="*/ 74068 w 11341100"/>
              <a:gd name="csY13" fmla="*/ 6007100 h 6007100"/>
              <a:gd name="csX14" fmla="*/ 0 w 11341100"/>
              <a:gd name="csY14" fmla="*/ 5933032 h 6007100"/>
              <a:gd name="csX15" fmla="*/ 0 w 11341100"/>
              <a:gd name="csY15" fmla="*/ 74068 h 6007100"/>
              <a:gd name="csX16" fmla="*/ 74068 w 11341100"/>
              <a:gd name="csY16" fmla="*/ 0 h 6007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341100" h="6007100">
                <a:moveTo>
                  <a:pt x="74068" y="0"/>
                </a:moveTo>
                <a:lnTo>
                  <a:pt x="9549357" y="0"/>
                </a:lnTo>
                <a:lnTo>
                  <a:pt x="9565083" y="3175"/>
                </a:lnTo>
                <a:lnTo>
                  <a:pt x="11277852" y="3175"/>
                </a:lnTo>
                <a:cubicBezTo>
                  <a:pt x="11312783" y="3175"/>
                  <a:pt x="11341100" y="31492"/>
                  <a:pt x="11341100" y="66423"/>
                </a:cubicBezTo>
                <a:lnTo>
                  <a:pt x="11341100" y="4562727"/>
                </a:lnTo>
                <a:cubicBezTo>
                  <a:pt x="11341100" y="4588926"/>
                  <a:pt x="11325172" y="4611403"/>
                  <a:pt x="11302471" y="4621005"/>
                </a:cubicBezTo>
                <a:lnTo>
                  <a:pt x="11288491" y="4623827"/>
                </a:lnTo>
                <a:lnTo>
                  <a:pt x="9686097" y="4623827"/>
                </a:lnTo>
                <a:cubicBezTo>
                  <a:pt x="9651166" y="4623827"/>
                  <a:pt x="9622849" y="4652144"/>
                  <a:pt x="9622849" y="4687075"/>
                </a:cubicBezTo>
                <a:lnTo>
                  <a:pt x="9622849" y="5935886"/>
                </a:lnTo>
                <a:lnTo>
                  <a:pt x="9617604" y="5961863"/>
                </a:lnTo>
                <a:cubicBezTo>
                  <a:pt x="9606360" y="5988447"/>
                  <a:pt x="9580037" y="6007100"/>
                  <a:pt x="9549357" y="6007100"/>
                </a:cubicBezTo>
                <a:lnTo>
                  <a:pt x="74068" y="6007100"/>
                </a:lnTo>
                <a:cubicBezTo>
                  <a:pt x="33161" y="6007100"/>
                  <a:pt x="0" y="5973939"/>
                  <a:pt x="0" y="5933032"/>
                </a:cubicBezTo>
                <a:lnTo>
                  <a:pt x="0" y="74068"/>
                </a:lnTo>
                <a:cubicBezTo>
                  <a:pt x="0" y="33161"/>
                  <a:pt x="33161" y="0"/>
                  <a:pt x="74068" y="0"/>
                </a:cubicBez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tx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tx1"/>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764B90BE-99FA-1E40-8AF6-D6BDAC80C15F}"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hasCustomPrompt="1"/>
          </p:nvPr>
        </p:nvSpPr>
        <p:spPr>
          <a:xfrm>
            <a:off x="239398" y="619588"/>
            <a:ext cx="1897516" cy="1219324"/>
          </a:xfrm>
        </p:spPr>
        <p:txBody>
          <a:bodyPr anchor="ctr" anchorCtr="1"/>
          <a:lstStyle>
            <a:lvl1pPr algn="ctr">
              <a:lnSpc>
                <a:spcPct val="80000"/>
              </a:lnSpc>
              <a:spcBef>
                <a:spcPts val="0"/>
              </a:spcBef>
              <a:defRPr sz="10200" b="1" i="0" spc="-150">
                <a:solidFill>
                  <a:schemeClr val="accent3"/>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4CBBFA7E-9AE4-EA42-53DB-444AB0A4F9BF}"/>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449976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Separador 11">
    <p:bg>
      <p:bgPr>
        <a:solidFill>
          <a:schemeClr val="tx1"/>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88875475-0923-E0D7-0B3D-C6E689482517}"/>
              </a:ext>
            </a:extLst>
          </p:cNvPr>
          <p:cNvSpPr>
            <a:spLocks noGrp="1" noRot="1" noMove="1" noResize="1" noEditPoints="1" noAdjustHandles="1" noChangeArrowheads="1" noChangeShapeType="1"/>
          </p:cNvSpPr>
          <p:nvPr userDrawn="1"/>
        </p:nvSpPr>
        <p:spPr>
          <a:xfrm flipH="1" flipV="1">
            <a:off x="425450" y="425451"/>
            <a:ext cx="11341100" cy="6007100"/>
          </a:xfrm>
          <a:custGeom>
            <a:avLst/>
            <a:gdLst>
              <a:gd name="csX0" fmla="*/ 74068 w 11341100"/>
              <a:gd name="csY0" fmla="*/ 0 h 6007100"/>
              <a:gd name="csX1" fmla="*/ 9549357 w 11341100"/>
              <a:gd name="csY1" fmla="*/ 0 h 6007100"/>
              <a:gd name="csX2" fmla="*/ 9565083 w 11341100"/>
              <a:gd name="csY2" fmla="*/ 3175 h 6007100"/>
              <a:gd name="csX3" fmla="*/ 11277852 w 11341100"/>
              <a:gd name="csY3" fmla="*/ 3175 h 6007100"/>
              <a:gd name="csX4" fmla="*/ 11341100 w 11341100"/>
              <a:gd name="csY4" fmla="*/ 66423 h 6007100"/>
              <a:gd name="csX5" fmla="*/ 11341100 w 11341100"/>
              <a:gd name="csY5" fmla="*/ 4562727 h 6007100"/>
              <a:gd name="csX6" fmla="*/ 11302471 w 11341100"/>
              <a:gd name="csY6" fmla="*/ 4621005 h 6007100"/>
              <a:gd name="csX7" fmla="*/ 11288491 w 11341100"/>
              <a:gd name="csY7" fmla="*/ 4623827 h 6007100"/>
              <a:gd name="csX8" fmla="*/ 9686097 w 11341100"/>
              <a:gd name="csY8" fmla="*/ 4623827 h 6007100"/>
              <a:gd name="csX9" fmla="*/ 9622849 w 11341100"/>
              <a:gd name="csY9" fmla="*/ 4687075 h 6007100"/>
              <a:gd name="csX10" fmla="*/ 9622849 w 11341100"/>
              <a:gd name="csY10" fmla="*/ 5935886 h 6007100"/>
              <a:gd name="csX11" fmla="*/ 9617604 w 11341100"/>
              <a:gd name="csY11" fmla="*/ 5961863 h 6007100"/>
              <a:gd name="csX12" fmla="*/ 9549357 w 11341100"/>
              <a:gd name="csY12" fmla="*/ 6007100 h 6007100"/>
              <a:gd name="csX13" fmla="*/ 74068 w 11341100"/>
              <a:gd name="csY13" fmla="*/ 6007100 h 6007100"/>
              <a:gd name="csX14" fmla="*/ 0 w 11341100"/>
              <a:gd name="csY14" fmla="*/ 5933032 h 6007100"/>
              <a:gd name="csX15" fmla="*/ 0 w 11341100"/>
              <a:gd name="csY15" fmla="*/ 74068 h 6007100"/>
              <a:gd name="csX16" fmla="*/ 74068 w 11341100"/>
              <a:gd name="csY16" fmla="*/ 0 h 60071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1341100" h="6007100">
                <a:moveTo>
                  <a:pt x="74068" y="0"/>
                </a:moveTo>
                <a:lnTo>
                  <a:pt x="9549357" y="0"/>
                </a:lnTo>
                <a:lnTo>
                  <a:pt x="9565083" y="3175"/>
                </a:lnTo>
                <a:lnTo>
                  <a:pt x="11277852" y="3175"/>
                </a:lnTo>
                <a:cubicBezTo>
                  <a:pt x="11312783" y="3175"/>
                  <a:pt x="11341100" y="31492"/>
                  <a:pt x="11341100" y="66423"/>
                </a:cubicBezTo>
                <a:lnTo>
                  <a:pt x="11341100" y="4562727"/>
                </a:lnTo>
                <a:cubicBezTo>
                  <a:pt x="11341100" y="4588926"/>
                  <a:pt x="11325172" y="4611403"/>
                  <a:pt x="11302471" y="4621005"/>
                </a:cubicBezTo>
                <a:lnTo>
                  <a:pt x="11288491" y="4623827"/>
                </a:lnTo>
                <a:lnTo>
                  <a:pt x="9686097" y="4623827"/>
                </a:lnTo>
                <a:cubicBezTo>
                  <a:pt x="9651166" y="4623827"/>
                  <a:pt x="9622849" y="4652144"/>
                  <a:pt x="9622849" y="4687075"/>
                </a:cubicBezTo>
                <a:lnTo>
                  <a:pt x="9622849" y="5935886"/>
                </a:lnTo>
                <a:lnTo>
                  <a:pt x="9617604" y="5961863"/>
                </a:lnTo>
                <a:cubicBezTo>
                  <a:pt x="9606360" y="5988447"/>
                  <a:pt x="9580037" y="6007100"/>
                  <a:pt x="9549357" y="6007100"/>
                </a:cubicBezTo>
                <a:lnTo>
                  <a:pt x="74068" y="6007100"/>
                </a:lnTo>
                <a:cubicBezTo>
                  <a:pt x="33161" y="6007100"/>
                  <a:pt x="0" y="5973939"/>
                  <a:pt x="0" y="5933032"/>
                </a:cubicBezTo>
                <a:lnTo>
                  <a:pt x="0" y="74068"/>
                </a:lnTo>
                <a:cubicBezTo>
                  <a:pt x="0" y="33161"/>
                  <a:pt x="33161" y="0"/>
                  <a:pt x="74068"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Title 1">
            <a:extLst>
              <a:ext uri="{FF2B5EF4-FFF2-40B4-BE49-F238E27FC236}">
                <a16:creationId xmlns:a16="http://schemas.microsoft.com/office/drawing/2014/main" id="{9F346534-D8FA-5E23-FDF0-407B29DA53E1}"/>
              </a:ext>
            </a:extLst>
          </p:cNvPr>
          <p:cNvSpPr>
            <a:spLocks noGrp="1" noRot="1" noMove="1" noResize="1" noEditPoints="1" noAdjustHandles="1" noChangeArrowheads="1" noChangeShapeType="1"/>
          </p:cNvSpPr>
          <p:nvPr>
            <p:ph type="title"/>
          </p:nvPr>
        </p:nvSpPr>
        <p:spPr>
          <a:xfrm>
            <a:off x="838200" y="1908175"/>
            <a:ext cx="8014855" cy="3430555"/>
          </a:xfrm>
        </p:spPr>
        <p:txBody>
          <a:bodyPr anchor="b"/>
          <a:lstStyle>
            <a:lvl1pPr>
              <a:lnSpc>
                <a:spcPct val="80000"/>
              </a:lnSpc>
              <a:defRPr sz="8050" spc="-250" baseline="0">
                <a:solidFill>
                  <a:schemeClr val="tx1"/>
                </a:solidFill>
              </a:defRPr>
            </a:lvl1p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7E73AA97-A599-C58D-E0AF-D8D2A4926C39}"/>
              </a:ext>
            </a:extLst>
          </p:cNvPr>
          <p:cNvSpPr>
            <a:spLocks noGrp="1" noRot="1" noMove="1" noResize="1" noEditPoints="1" noAdjustHandles="1" noChangeArrowheads="1" noChangeShapeType="1"/>
          </p:cNvSpPr>
          <p:nvPr>
            <p:ph type="body" idx="1"/>
          </p:nvPr>
        </p:nvSpPr>
        <p:spPr>
          <a:xfrm>
            <a:off x="838200" y="5392547"/>
            <a:ext cx="8014855" cy="1040003"/>
          </a:xfrm>
        </p:spPr>
        <p:txBody>
          <a:bodyPr/>
          <a:lstStyle>
            <a:lvl1pPr marL="0" indent="0">
              <a:spcBef>
                <a:spcPts val="0"/>
              </a:spcBef>
              <a:buNone/>
              <a:defRPr sz="3900" b="0" i="0">
                <a:solidFill>
                  <a:schemeClr val="tx1"/>
                </a:solidFill>
                <a:latin typeface="Movistar Sans" pitchFamily="2" charset="77"/>
                <a:ea typeface="Movistar Sans" pitchFamily="2" charset="77"/>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100564-4346-3AB9-7742-86E3A5D168D6}"/>
              </a:ext>
            </a:extLst>
          </p:cNvPr>
          <p:cNvSpPr>
            <a:spLocks noGrp="1" noRot="1" noMove="1" noResize="1" noEditPoints="1" noAdjustHandles="1" noChangeArrowheads="1" noChangeShapeType="1"/>
          </p:cNvSpPr>
          <p:nvPr>
            <p:ph type="dt" sz="half" idx="10"/>
          </p:nvPr>
        </p:nvSpPr>
        <p:spPr/>
        <p:txBody>
          <a:bodyPr/>
          <a:lstStyle>
            <a:lvl1pPr>
              <a:defRPr>
                <a:solidFill>
                  <a:schemeClr val="bg1"/>
                </a:solidFill>
              </a:defRPr>
            </a:lvl1pPr>
          </a:lstStyle>
          <a:p>
            <a:fld id="{4DDAE023-1CF1-6347-954B-60A9D292EBBE}" type="datetime1">
              <a:rPr lang="es-ES" smtClean="0"/>
              <a:t>20/3/26</a:t>
            </a:fld>
            <a:endParaRPr lang="en-GB"/>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r>
              <a:rPr lang="en-GB"/>
              <a:t>Título de la presentación</a:t>
            </a: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fld id="{5F7B1633-95EA-F847-945E-534A0819728C}" type="slidenum">
              <a:rPr lang="en-GB" smtClean="0"/>
              <a:pPr/>
              <a:t>‹Nº›</a:t>
            </a:fld>
            <a:endParaRPr lang="en-GB"/>
          </a:p>
        </p:txBody>
      </p:sp>
      <p:sp>
        <p:nvSpPr>
          <p:cNvPr id="20" name="Text Placeholder 19">
            <a:extLst>
              <a:ext uri="{FF2B5EF4-FFF2-40B4-BE49-F238E27FC236}">
                <a16:creationId xmlns:a16="http://schemas.microsoft.com/office/drawing/2014/main" id="{E1036FB2-2AF4-EF27-2956-6ADA0D08C8DA}"/>
              </a:ext>
            </a:extLst>
          </p:cNvPr>
          <p:cNvSpPr>
            <a:spLocks noGrp="1" noRot="1" noMove="1" noResize="1" noEditPoints="1" noAdjustHandles="1" noChangeArrowheads="1" noChangeShapeType="1"/>
          </p:cNvSpPr>
          <p:nvPr>
            <p:ph type="body" sz="quarter" idx="16" hasCustomPrompt="1"/>
          </p:nvPr>
        </p:nvSpPr>
        <p:spPr>
          <a:xfrm>
            <a:off x="239398" y="619588"/>
            <a:ext cx="1897516" cy="1219324"/>
          </a:xfrm>
        </p:spPr>
        <p:txBody>
          <a:bodyPr anchor="ctr" anchorCtr="1"/>
          <a:lstStyle>
            <a:lvl1pPr algn="ctr">
              <a:lnSpc>
                <a:spcPct val="80000"/>
              </a:lnSpc>
              <a:spcBef>
                <a:spcPts val="0"/>
              </a:spcBef>
              <a:defRPr sz="10200" b="1" i="0" spc="-150">
                <a:solidFill>
                  <a:schemeClr val="accent1"/>
                </a:solidFill>
                <a:latin typeface="Movistar Sans" pitchFamily="2" charset="77"/>
                <a:ea typeface="Movistar Sans" pitchFamily="2" charset="77"/>
              </a:defRPr>
            </a:lvl1pPr>
          </a:lstStyle>
          <a:p>
            <a:pPr lvl="0"/>
            <a:r>
              <a:rPr lang="en-GB" dirty="0"/>
              <a:t>#</a:t>
            </a:r>
          </a:p>
        </p:txBody>
      </p:sp>
      <p:pic>
        <p:nvPicPr>
          <p:cNvPr id="7" name="Graphic 7">
            <a:extLst>
              <a:ext uri="{FF2B5EF4-FFF2-40B4-BE49-F238E27FC236}">
                <a16:creationId xmlns:a16="http://schemas.microsoft.com/office/drawing/2014/main" id="{E51B8C02-CAB0-92B7-3EF1-EDFAC3322ED2}"/>
              </a:ext>
            </a:extLst>
          </p:cNvPr>
          <p:cNvPicPr/>
          <p:nvPr userDrawn="1"/>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353738922"/>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M">
    <p:bg>
      <p:bgPr>
        <a:solidFill>
          <a:schemeClr val="tx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3A2D1B7-CF48-E531-4827-950FC9CAE87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5016000" y="2640316"/>
            <a:ext cx="2160000" cy="1577368"/>
          </a:xfrm>
          <a:prstGeom prst="rect">
            <a:avLst/>
          </a:prstGeom>
        </p:spPr>
      </p:pic>
    </p:spTree>
    <p:extLst>
      <p:ext uri="{BB962C8B-B14F-4D97-AF65-F5344CB8AC3E}">
        <p14:creationId xmlns:p14="http://schemas.microsoft.com/office/powerpoint/2010/main" val="1014035093"/>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1_M">
    <p:bg>
      <p:bgPr>
        <a:solidFill>
          <a:schemeClr val="tx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7BBE29A-CAE4-39BE-EA60-B2F584418C3C}"/>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A3A2D1B7-CF48-E531-4827-950FC9CAE878}"/>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5016000" y="2640316"/>
            <a:ext cx="2160000" cy="1577368"/>
          </a:xfrm>
          <a:prstGeom prst="rect">
            <a:avLst/>
          </a:prstGeom>
        </p:spPr>
      </p:pic>
    </p:spTree>
    <p:extLst>
      <p:ext uri="{BB962C8B-B14F-4D97-AF65-F5344CB8AC3E}">
        <p14:creationId xmlns:p14="http://schemas.microsoft.com/office/powerpoint/2010/main" val="1063354032"/>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2_M">
    <p:bg>
      <p:bgPr>
        <a:solidFill>
          <a:schemeClr val="tx2"/>
        </a:solidFill>
        <a:effectLst/>
      </p:bgPr>
    </p:bg>
    <p:spTree>
      <p:nvGrpSpPr>
        <p:cNvPr id="1" name=""/>
        <p:cNvGrpSpPr/>
        <p:nvPr/>
      </p:nvGrpSpPr>
      <p:grpSpPr>
        <a:xfrm>
          <a:off x="0" y="0"/>
          <a:ext cx="0" cy="0"/>
          <a:chOff x="0" y="0"/>
          <a:chExt cx="0" cy="0"/>
        </a:xfrm>
      </p:grpSpPr>
      <p:pic>
        <p:nvPicPr>
          <p:cNvPr id="2" name="Gráfico 5">
            <a:extLst>
              <a:ext uri="{FF2B5EF4-FFF2-40B4-BE49-F238E27FC236}">
                <a16:creationId xmlns:a16="http://schemas.microsoft.com/office/drawing/2014/main" id="{743BBB39-46E9-F730-691C-9F97290CB4E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r="71867"/>
          <a:stretch>
            <a:fillRect/>
          </a:stretch>
        </p:blipFill>
        <p:spPr>
          <a:xfrm>
            <a:off x="5123697" y="2466247"/>
            <a:ext cx="1944605" cy="1925506"/>
          </a:xfrm>
          <a:prstGeom prst="rect">
            <a:avLst/>
          </a:prstGeom>
        </p:spPr>
      </p:pic>
    </p:spTree>
    <p:extLst>
      <p:ext uri="{BB962C8B-B14F-4D97-AF65-F5344CB8AC3E}">
        <p14:creationId xmlns:p14="http://schemas.microsoft.com/office/powerpoint/2010/main" val="9591391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3_M">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2FD4FA75-E82A-638E-2FA1-9DD1329DB438}"/>
              </a:ext>
            </a:extLst>
          </p:cNvPr>
          <p:cNvGrpSpPr/>
          <p:nvPr userDrawn="1"/>
        </p:nvGrpSpPr>
        <p:grpSpPr>
          <a:xfrm>
            <a:off x="4156364" y="2698368"/>
            <a:ext cx="3926091" cy="1479474"/>
            <a:chOff x="3853461" y="2720337"/>
            <a:chExt cx="3926091" cy="1479474"/>
          </a:xfrm>
        </p:grpSpPr>
        <p:pic>
          <p:nvPicPr>
            <p:cNvPr id="2" name="Gráfico 5">
              <a:extLst>
                <a:ext uri="{FF2B5EF4-FFF2-40B4-BE49-F238E27FC236}">
                  <a16:creationId xmlns:a16="http://schemas.microsoft.com/office/drawing/2014/main" id="{743BBB39-46E9-F730-691C-9F97290CB4E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r="71867"/>
            <a:stretch>
              <a:fillRect/>
            </a:stretch>
          </p:blipFill>
          <p:spPr>
            <a:xfrm>
              <a:off x="6444856" y="2768207"/>
              <a:ext cx="1334696" cy="1321587"/>
            </a:xfrm>
            <a:prstGeom prst="rect">
              <a:avLst/>
            </a:prstGeom>
          </p:spPr>
        </p:pic>
        <p:pic>
          <p:nvPicPr>
            <p:cNvPr id="3" name="Graphic 2">
              <a:extLst>
                <a:ext uri="{FF2B5EF4-FFF2-40B4-BE49-F238E27FC236}">
                  <a16:creationId xmlns:a16="http://schemas.microsoft.com/office/drawing/2014/main" id="{DAD3341F-3600-1E92-ACCC-9990055A4ACC}"/>
                </a:ext>
              </a:extLst>
            </p:cNvPr>
            <p:cNvPicPr/>
            <p:nvPr userDrawn="1"/>
          </p:nvPicPr>
          <p:blipFill>
            <a:blip>
              <a:extLst>
                <a:ext uri="{96DAC541-7B7A-43D3-8B79-37D633B846F1}">
                  <asvg:svgBlip xmlns:asvg="http://schemas.microsoft.com/office/drawing/2016/SVG/main" r:embed="rId3"/>
                </a:ext>
              </a:extLst>
            </a:blip>
            <a:stretch>
              <a:fillRect/>
            </a:stretch>
          </p:blipFill>
          <p:spPr>
            <a:xfrm>
              <a:off x="3853461" y="2864622"/>
              <a:ext cx="1630788" cy="1190904"/>
            </a:xfrm>
            <a:prstGeom prst="rect">
              <a:avLst/>
            </a:prstGeom>
          </p:spPr>
        </p:pic>
        <p:cxnSp>
          <p:nvCxnSpPr>
            <p:cNvPr id="5" name="Straight Connector 4">
              <a:extLst>
                <a:ext uri="{FF2B5EF4-FFF2-40B4-BE49-F238E27FC236}">
                  <a16:creationId xmlns:a16="http://schemas.microsoft.com/office/drawing/2014/main" id="{9225B6A2-9DEC-8CEF-AFF3-88D494730671}"/>
                </a:ext>
              </a:extLst>
            </p:cNvPr>
            <p:cNvCxnSpPr>
              <a:cxnSpLocks/>
            </p:cNvCxnSpPr>
            <p:nvPr userDrawn="1"/>
          </p:nvCxnSpPr>
          <p:spPr>
            <a:xfrm>
              <a:off x="5981654" y="2720337"/>
              <a:ext cx="0" cy="1479474"/>
            </a:xfrm>
            <a:prstGeom prst="line">
              <a:avLst/>
            </a:prstGeom>
            <a:ln w="12700">
              <a:solidFill>
                <a:schemeClr val="bg1">
                  <a:alpha val="65000"/>
                </a:schemeClr>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50288360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hank You 01">
    <p:bg>
      <p:bgPr>
        <a:solidFill>
          <a:schemeClr val="tx2"/>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393293A-5BAD-C25A-DDEC-4EC2611C3F5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8" name="Text Placeholder 7">
            <a:extLst>
              <a:ext uri="{FF2B5EF4-FFF2-40B4-BE49-F238E27FC236}">
                <a16:creationId xmlns:a16="http://schemas.microsoft.com/office/drawing/2014/main" id="{3EFAB14F-3781-33C9-67A1-A1014F3799BF}"/>
              </a:ext>
            </a:extLst>
          </p:cNvPr>
          <p:cNvSpPr>
            <a:spLocks noGrp="1" noRot="1" noMove="1" noResize="1" noEditPoints="1" noAdjustHandles="1" noChangeArrowheads="1" noChangeShapeType="1"/>
          </p:cNvSpPr>
          <p:nvPr>
            <p:ph type="body" sz="quarter" idx="10"/>
          </p:nvPr>
        </p:nvSpPr>
        <p:spPr>
          <a:xfrm>
            <a:off x="-657600" y="2248693"/>
            <a:ext cx="13507200" cy="2341563"/>
          </a:xfrm>
        </p:spPr>
        <p:txBody>
          <a:bodyPr anchor="ctr" anchorCtr="1"/>
          <a:lstStyle>
            <a:lvl1pPr algn="ctr">
              <a:lnSpc>
                <a:spcPct val="80000"/>
              </a:lnSpc>
              <a:defRPr sz="16850" b="1" i="0" spc="-400" baseline="0">
                <a:solidFill>
                  <a:schemeClr val="bg1"/>
                </a:solidFill>
                <a:latin typeface="Movistar Sans" pitchFamily="2" charset="77"/>
                <a:ea typeface="Movistar Sans" pitchFamily="2" charset="77"/>
              </a:defRPr>
            </a:lvl1pPr>
          </a:lstStyle>
          <a:p>
            <a:pPr lvl="0"/>
            <a:r>
              <a:rPr lang="en-US"/>
              <a:t>Click to edit Master text styles</a:t>
            </a:r>
          </a:p>
        </p:txBody>
      </p:sp>
    </p:spTree>
    <p:extLst>
      <p:ext uri="{BB962C8B-B14F-4D97-AF65-F5344CB8AC3E}">
        <p14:creationId xmlns:p14="http://schemas.microsoft.com/office/powerpoint/2010/main" val="65948891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hank You 02">
    <p:bg>
      <p:bgPr>
        <a:solidFill>
          <a:schemeClr val="tx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A393293A-5BAD-C25A-DDEC-4EC2611C3F50}"/>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474999" y="5494016"/>
            <a:ext cx="1285200" cy="938534"/>
          </a:xfrm>
          <a:prstGeom prst="rect">
            <a:avLst/>
          </a:prstGeom>
        </p:spPr>
      </p:pic>
      <p:sp>
        <p:nvSpPr>
          <p:cNvPr id="8" name="Text Placeholder 7">
            <a:extLst>
              <a:ext uri="{FF2B5EF4-FFF2-40B4-BE49-F238E27FC236}">
                <a16:creationId xmlns:a16="http://schemas.microsoft.com/office/drawing/2014/main" id="{3EFAB14F-3781-33C9-67A1-A1014F3799BF}"/>
              </a:ext>
            </a:extLst>
          </p:cNvPr>
          <p:cNvSpPr>
            <a:spLocks noGrp="1" noRot="1" noMove="1" noResize="1" noEditPoints="1" noAdjustHandles="1" noChangeArrowheads="1" noChangeShapeType="1"/>
          </p:cNvSpPr>
          <p:nvPr>
            <p:ph type="body" sz="quarter" idx="10"/>
          </p:nvPr>
        </p:nvSpPr>
        <p:spPr>
          <a:xfrm>
            <a:off x="-657600" y="2248693"/>
            <a:ext cx="13507200" cy="2341563"/>
          </a:xfrm>
        </p:spPr>
        <p:txBody>
          <a:bodyPr anchor="ctr" anchorCtr="1"/>
          <a:lstStyle>
            <a:lvl1pPr algn="ctr">
              <a:lnSpc>
                <a:spcPct val="80000"/>
              </a:lnSpc>
              <a:defRPr sz="16850" b="1" i="0" spc="-400" baseline="0">
                <a:solidFill>
                  <a:schemeClr val="tx2"/>
                </a:solidFill>
                <a:latin typeface="Movistar Sans" pitchFamily="2" charset="77"/>
                <a:ea typeface="Movistar Sans" pitchFamily="2" charset="77"/>
              </a:defRPr>
            </a:lvl1pPr>
          </a:lstStyle>
          <a:p>
            <a:pPr lvl="0"/>
            <a:r>
              <a:rPr lang="en-US" dirty="0"/>
              <a:t>Click to edit Master text styles</a:t>
            </a:r>
          </a:p>
        </p:txBody>
      </p:sp>
    </p:spTree>
    <p:extLst>
      <p:ext uri="{BB962C8B-B14F-4D97-AF65-F5344CB8AC3E}">
        <p14:creationId xmlns:p14="http://schemas.microsoft.com/office/powerpoint/2010/main" val="423241225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Portada 0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F57567-5046-DE8D-4178-7435EDCBBF46}"/>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30" y="276777"/>
            <a:ext cx="8944160" cy="1320251"/>
          </a:xfrm>
        </p:spPr>
        <p:txBody>
          <a:bodyPr>
            <a:noAutofit/>
          </a:bodyPr>
          <a:lstStyle>
            <a:lvl1pPr>
              <a:lnSpc>
                <a:spcPts val="7000"/>
              </a:lnSpc>
              <a:defRPr sz="6600" b="1" i="0">
                <a:solidFill>
                  <a:schemeClr val="tx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5" name="Marcador de texto 12">
            <a:extLst>
              <a:ext uri="{FF2B5EF4-FFF2-40B4-BE49-F238E27FC236}">
                <a16:creationId xmlns:a16="http://schemas.microsoft.com/office/drawing/2014/main" id="{38E0CC60-1663-0966-B552-934731773987}"/>
              </a:ext>
            </a:extLst>
          </p:cNvPr>
          <p:cNvSpPr>
            <a:spLocks noGrp="1"/>
          </p:cNvSpPr>
          <p:nvPr>
            <p:ph type="body" sz="quarter" idx="11" hasCustomPrompt="1"/>
          </p:nvPr>
        </p:nvSpPr>
        <p:spPr>
          <a:xfrm>
            <a:off x="288330" y="2346019"/>
            <a:ext cx="4303010" cy="603600"/>
          </a:xfrm>
        </p:spPr>
        <p:txBody>
          <a:bodyPr/>
          <a:lstStyle>
            <a:lvl1pPr marL="0" indent="0">
              <a:buNone/>
              <a:defRPr sz="1400" b="0" i="0">
                <a:solidFill>
                  <a:schemeClr val="tx1"/>
                </a:solidFill>
                <a:latin typeface="Movistar Sans Medium" pitchFamily="2" charset="77"/>
                <a:ea typeface="Movistar Sans Medium"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Tree>
    <p:extLst>
      <p:ext uri="{BB962C8B-B14F-4D97-AF65-F5344CB8AC3E}">
        <p14:creationId xmlns:p14="http://schemas.microsoft.com/office/powerpoint/2010/main" val="199145589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Portada 0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F57567-5046-DE8D-4178-7435EDCBBF46}"/>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30" y="276777"/>
            <a:ext cx="8944160" cy="1320251"/>
          </a:xfrm>
        </p:spPr>
        <p:txBody>
          <a:bodyPr>
            <a:noAutofit/>
          </a:bodyPr>
          <a:lstStyle>
            <a:lvl1pPr>
              <a:lnSpc>
                <a:spcPts val="7000"/>
              </a:lnSpc>
              <a:defRPr sz="6600" b="1" i="0">
                <a:solidFill>
                  <a:schemeClr val="bg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5" name="Marcador de texto 12">
            <a:extLst>
              <a:ext uri="{FF2B5EF4-FFF2-40B4-BE49-F238E27FC236}">
                <a16:creationId xmlns:a16="http://schemas.microsoft.com/office/drawing/2014/main" id="{38E0CC60-1663-0966-B552-934731773987}"/>
              </a:ext>
            </a:extLst>
          </p:cNvPr>
          <p:cNvSpPr>
            <a:spLocks noGrp="1"/>
          </p:cNvSpPr>
          <p:nvPr>
            <p:ph type="body" sz="quarter" idx="11" hasCustomPrompt="1"/>
          </p:nvPr>
        </p:nvSpPr>
        <p:spPr>
          <a:xfrm>
            <a:off x="288330" y="2346019"/>
            <a:ext cx="4303010" cy="603600"/>
          </a:xfrm>
        </p:spPr>
        <p:txBody>
          <a:bodyPr/>
          <a:lstStyle>
            <a:lvl1pPr marL="0" indent="0">
              <a:buNone/>
              <a:defRPr sz="1400" b="0" i="0">
                <a:solidFill>
                  <a:schemeClr val="bg1"/>
                </a:solidFill>
                <a:latin typeface="Movistar Sans Medium" pitchFamily="2" charset="77"/>
                <a:ea typeface="Movistar Sans Medium"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Tree>
    <p:extLst>
      <p:ext uri="{BB962C8B-B14F-4D97-AF65-F5344CB8AC3E}">
        <p14:creationId xmlns:p14="http://schemas.microsoft.com/office/powerpoint/2010/main" val="378664841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2_Portada 0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F57567-5046-DE8D-4178-7435EDCBBF46}"/>
              </a:ext>
            </a:extLst>
          </p:cNvPr>
          <p:cNvSpPr/>
          <p:nvPr userDrawn="1"/>
        </p:nvSpPr>
        <p:spPr>
          <a:xfrm>
            <a:off x="0" y="0"/>
            <a:ext cx="12192000"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30" y="276777"/>
            <a:ext cx="8944160" cy="1320251"/>
          </a:xfrm>
        </p:spPr>
        <p:txBody>
          <a:bodyPr>
            <a:noAutofit/>
          </a:bodyPr>
          <a:lstStyle>
            <a:lvl1pPr>
              <a:lnSpc>
                <a:spcPts val="7000"/>
              </a:lnSpc>
              <a:defRPr sz="6600" b="1" i="0">
                <a:solidFill>
                  <a:schemeClr val="bg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5" name="Marcador de texto 12">
            <a:extLst>
              <a:ext uri="{FF2B5EF4-FFF2-40B4-BE49-F238E27FC236}">
                <a16:creationId xmlns:a16="http://schemas.microsoft.com/office/drawing/2014/main" id="{38E0CC60-1663-0966-B552-934731773987}"/>
              </a:ext>
            </a:extLst>
          </p:cNvPr>
          <p:cNvSpPr>
            <a:spLocks noGrp="1"/>
          </p:cNvSpPr>
          <p:nvPr>
            <p:ph type="body" sz="quarter" idx="11" hasCustomPrompt="1"/>
          </p:nvPr>
        </p:nvSpPr>
        <p:spPr>
          <a:xfrm>
            <a:off x="288330" y="2346019"/>
            <a:ext cx="4303010" cy="603600"/>
          </a:xfrm>
        </p:spPr>
        <p:txBody>
          <a:bodyPr/>
          <a:lstStyle>
            <a:lvl1pPr marL="0" indent="0">
              <a:buNone/>
              <a:defRPr sz="1400" b="0" i="0">
                <a:solidFill>
                  <a:schemeClr val="bg1"/>
                </a:solidFill>
                <a:latin typeface="Movistar Sans Medium" pitchFamily="2" charset="77"/>
                <a:ea typeface="Movistar Sans Medium"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Tree>
    <p:extLst>
      <p:ext uri="{BB962C8B-B14F-4D97-AF65-F5344CB8AC3E}">
        <p14:creationId xmlns:p14="http://schemas.microsoft.com/office/powerpoint/2010/main" val="236506263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3_Portada 0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F57567-5046-DE8D-4178-7435EDCBBF46}"/>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29" y="276777"/>
            <a:ext cx="5621151" cy="1320251"/>
          </a:xfrm>
        </p:spPr>
        <p:txBody>
          <a:bodyPr>
            <a:noAutofit/>
          </a:bodyPr>
          <a:lstStyle>
            <a:lvl1pPr>
              <a:lnSpc>
                <a:spcPts val="6400"/>
              </a:lnSpc>
              <a:defRPr sz="5400" b="1" i="0">
                <a:solidFill>
                  <a:schemeClr val="tx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3 </a:t>
            </a:r>
            <a:r>
              <a:rPr lang="es-ES" dirty="0" err="1"/>
              <a:t>lines</a:t>
            </a:r>
            <a:endParaRPr lang="es-ES" dirty="0"/>
          </a:p>
        </p:txBody>
      </p:sp>
      <p:sp>
        <p:nvSpPr>
          <p:cNvPr id="5" name="Marcador de texto 12">
            <a:extLst>
              <a:ext uri="{FF2B5EF4-FFF2-40B4-BE49-F238E27FC236}">
                <a16:creationId xmlns:a16="http://schemas.microsoft.com/office/drawing/2014/main" id="{38E0CC60-1663-0966-B552-934731773987}"/>
              </a:ext>
            </a:extLst>
          </p:cNvPr>
          <p:cNvSpPr>
            <a:spLocks noGrp="1"/>
          </p:cNvSpPr>
          <p:nvPr>
            <p:ph type="body" sz="quarter" idx="11" hasCustomPrompt="1"/>
          </p:nvPr>
        </p:nvSpPr>
        <p:spPr>
          <a:xfrm>
            <a:off x="288330" y="2151642"/>
            <a:ext cx="4303010" cy="603600"/>
          </a:xfrm>
        </p:spPr>
        <p:txBody>
          <a:bodyPr/>
          <a:lstStyle>
            <a:lvl1pPr marL="0" indent="0">
              <a:buNone/>
              <a:defRPr sz="1400" b="0" i="0">
                <a:solidFill>
                  <a:schemeClr val="tx1"/>
                </a:solidFill>
                <a:latin typeface="Movistar Sans Medium" pitchFamily="2" charset="77"/>
                <a:ea typeface="Movistar Sans Medium"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3" name="Marcador de imagen 2">
            <a:extLst>
              <a:ext uri="{FF2B5EF4-FFF2-40B4-BE49-F238E27FC236}">
                <a16:creationId xmlns:a16="http://schemas.microsoft.com/office/drawing/2014/main" id="{5E8C0343-2263-834C-547D-6098C64CDCDF}"/>
              </a:ext>
            </a:extLst>
          </p:cNvPr>
          <p:cNvSpPr>
            <a:spLocks noGrp="1"/>
          </p:cNvSpPr>
          <p:nvPr>
            <p:ph type="pic" sz="quarter" idx="16"/>
          </p:nvPr>
        </p:nvSpPr>
        <p:spPr>
          <a:xfrm>
            <a:off x="6095999" y="345529"/>
            <a:ext cx="5807671" cy="6235694"/>
          </a:xfrm>
          <a:prstGeom prst="roundRect">
            <a:avLst>
              <a:gd name="adj" fmla="val 1363"/>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a:p>
        </p:txBody>
      </p:sp>
    </p:spTree>
    <p:extLst>
      <p:ext uri="{BB962C8B-B14F-4D97-AF65-F5344CB8AC3E}">
        <p14:creationId xmlns:p14="http://schemas.microsoft.com/office/powerpoint/2010/main" val="379737091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4_Portada 01">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F57567-5046-DE8D-4178-7435EDCBBF46}"/>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29" y="276777"/>
            <a:ext cx="5621151" cy="1320251"/>
          </a:xfrm>
        </p:spPr>
        <p:txBody>
          <a:bodyPr>
            <a:noAutofit/>
          </a:bodyPr>
          <a:lstStyle>
            <a:lvl1pPr>
              <a:lnSpc>
                <a:spcPts val="6400"/>
              </a:lnSpc>
              <a:defRPr sz="5400" b="1" i="0">
                <a:solidFill>
                  <a:schemeClr val="bg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3 </a:t>
            </a:r>
            <a:r>
              <a:rPr lang="es-ES" dirty="0" err="1"/>
              <a:t>lines</a:t>
            </a:r>
            <a:endParaRPr lang="es-ES" dirty="0"/>
          </a:p>
        </p:txBody>
      </p:sp>
      <p:sp>
        <p:nvSpPr>
          <p:cNvPr id="5" name="Marcador de texto 12">
            <a:extLst>
              <a:ext uri="{FF2B5EF4-FFF2-40B4-BE49-F238E27FC236}">
                <a16:creationId xmlns:a16="http://schemas.microsoft.com/office/drawing/2014/main" id="{38E0CC60-1663-0966-B552-934731773987}"/>
              </a:ext>
            </a:extLst>
          </p:cNvPr>
          <p:cNvSpPr>
            <a:spLocks noGrp="1"/>
          </p:cNvSpPr>
          <p:nvPr>
            <p:ph type="body" sz="quarter" idx="11" hasCustomPrompt="1"/>
          </p:nvPr>
        </p:nvSpPr>
        <p:spPr>
          <a:xfrm>
            <a:off x="288330" y="2151642"/>
            <a:ext cx="4303010" cy="603600"/>
          </a:xfrm>
        </p:spPr>
        <p:txBody>
          <a:bodyPr/>
          <a:lstStyle>
            <a:lvl1pPr marL="0" indent="0">
              <a:buNone/>
              <a:defRPr sz="1400" b="0" i="0">
                <a:solidFill>
                  <a:schemeClr val="bg1"/>
                </a:solidFill>
                <a:latin typeface="Movistar Sans Medium" pitchFamily="2" charset="77"/>
                <a:ea typeface="Movistar Sans Medium"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3" name="Marcador de imagen 2">
            <a:extLst>
              <a:ext uri="{FF2B5EF4-FFF2-40B4-BE49-F238E27FC236}">
                <a16:creationId xmlns:a16="http://schemas.microsoft.com/office/drawing/2014/main" id="{5E8C0343-2263-834C-547D-6098C64CDCDF}"/>
              </a:ext>
            </a:extLst>
          </p:cNvPr>
          <p:cNvSpPr>
            <a:spLocks noGrp="1"/>
          </p:cNvSpPr>
          <p:nvPr>
            <p:ph type="pic" sz="quarter" idx="16"/>
          </p:nvPr>
        </p:nvSpPr>
        <p:spPr>
          <a:xfrm>
            <a:off x="6095999" y="345529"/>
            <a:ext cx="5807671" cy="6235694"/>
          </a:xfrm>
          <a:prstGeom prst="roundRect">
            <a:avLst>
              <a:gd name="adj" fmla="val 1363"/>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a:p>
        </p:txBody>
      </p:sp>
    </p:spTree>
    <p:extLst>
      <p:ext uri="{BB962C8B-B14F-4D97-AF65-F5344CB8AC3E}">
        <p14:creationId xmlns:p14="http://schemas.microsoft.com/office/powerpoint/2010/main" val="92293885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2_Portada 0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F57567-5046-DE8D-4178-7435EDCBBF46}"/>
              </a:ext>
            </a:extLst>
          </p:cNvPr>
          <p:cNvSpPr/>
          <p:nvPr userDrawn="1"/>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30" y="2525301"/>
            <a:ext cx="5664629" cy="1320251"/>
          </a:xfrm>
        </p:spPr>
        <p:txBody>
          <a:bodyPr>
            <a:noAutofit/>
          </a:bodyPr>
          <a:lstStyle>
            <a:lvl1pPr>
              <a:lnSpc>
                <a:spcPts val="6000"/>
              </a:lnSpc>
              <a:defRPr sz="5400" b="1" i="0">
                <a:solidFill>
                  <a:schemeClr val="tx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5" name="Marcador de texto 12">
            <a:extLst>
              <a:ext uri="{FF2B5EF4-FFF2-40B4-BE49-F238E27FC236}">
                <a16:creationId xmlns:a16="http://schemas.microsoft.com/office/drawing/2014/main" id="{38E0CC60-1663-0966-B552-934731773987}"/>
              </a:ext>
            </a:extLst>
          </p:cNvPr>
          <p:cNvSpPr>
            <a:spLocks noGrp="1"/>
          </p:cNvSpPr>
          <p:nvPr>
            <p:ph type="body" sz="quarter" idx="11" hasCustomPrompt="1"/>
          </p:nvPr>
        </p:nvSpPr>
        <p:spPr>
          <a:xfrm>
            <a:off x="288330" y="4326412"/>
            <a:ext cx="4303010" cy="603600"/>
          </a:xfrm>
        </p:spPr>
        <p:txBody>
          <a:bodyPr/>
          <a:lstStyle>
            <a:lvl1pPr marL="0" indent="0">
              <a:buNone/>
              <a:defRPr sz="1400" b="0" i="0">
                <a:solidFill>
                  <a:schemeClr val="tx1"/>
                </a:solidFill>
                <a:latin typeface="Movistar Sans Medium" pitchFamily="2" charset="77"/>
                <a:ea typeface="Movistar Sans Medium"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3" name="Marcador de imagen 2">
            <a:extLst>
              <a:ext uri="{FF2B5EF4-FFF2-40B4-BE49-F238E27FC236}">
                <a16:creationId xmlns:a16="http://schemas.microsoft.com/office/drawing/2014/main" id="{66316165-57EA-84B5-EFF9-9011F582CD93}"/>
              </a:ext>
            </a:extLst>
          </p:cNvPr>
          <p:cNvSpPr>
            <a:spLocks noGrp="1"/>
          </p:cNvSpPr>
          <p:nvPr>
            <p:ph type="pic" sz="quarter" idx="16"/>
          </p:nvPr>
        </p:nvSpPr>
        <p:spPr>
          <a:xfrm>
            <a:off x="6095999" y="345529"/>
            <a:ext cx="5807671" cy="6235694"/>
          </a:xfrm>
          <a:prstGeom prst="roundRect">
            <a:avLst>
              <a:gd name="adj" fmla="val 1363"/>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a:p>
        </p:txBody>
      </p:sp>
      <p:pic>
        <p:nvPicPr>
          <p:cNvPr id="4" name="Gráfico 5">
            <a:extLst>
              <a:ext uri="{FF2B5EF4-FFF2-40B4-BE49-F238E27FC236}">
                <a16:creationId xmlns:a16="http://schemas.microsoft.com/office/drawing/2014/main" id="{CED0E96B-249E-E486-316B-22D25568BBF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194828357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3_Portada 02">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F57567-5046-DE8D-4178-7435EDCBBF46}"/>
              </a:ext>
            </a:extLst>
          </p:cNvPr>
          <p:cNvSpPr/>
          <p:nvPr userDrawn="1"/>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30" y="2525301"/>
            <a:ext cx="5664629" cy="1320251"/>
          </a:xfrm>
        </p:spPr>
        <p:txBody>
          <a:bodyPr>
            <a:noAutofit/>
          </a:bodyPr>
          <a:lstStyle>
            <a:lvl1pPr>
              <a:lnSpc>
                <a:spcPts val="6000"/>
              </a:lnSpc>
              <a:defRPr sz="5400" b="1" i="0">
                <a:solidFill>
                  <a:schemeClr val="bg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5" name="Marcador de texto 12">
            <a:extLst>
              <a:ext uri="{FF2B5EF4-FFF2-40B4-BE49-F238E27FC236}">
                <a16:creationId xmlns:a16="http://schemas.microsoft.com/office/drawing/2014/main" id="{38E0CC60-1663-0966-B552-934731773987}"/>
              </a:ext>
            </a:extLst>
          </p:cNvPr>
          <p:cNvSpPr>
            <a:spLocks noGrp="1"/>
          </p:cNvSpPr>
          <p:nvPr>
            <p:ph type="body" sz="quarter" idx="11" hasCustomPrompt="1"/>
          </p:nvPr>
        </p:nvSpPr>
        <p:spPr>
          <a:xfrm>
            <a:off x="288330" y="4326412"/>
            <a:ext cx="4303010" cy="603600"/>
          </a:xfrm>
        </p:spPr>
        <p:txBody>
          <a:bodyPr/>
          <a:lstStyle>
            <a:lvl1pPr marL="0" indent="0">
              <a:buNone/>
              <a:defRPr sz="1400" b="0" i="0">
                <a:solidFill>
                  <a:schemeClr val="bg1"/>
                </a:solidFill>
                <a:latin typeface="Movistar Sans Medium" pitchFamily="2" charset="77"/>
                <a:ea typeface="Movistar Sans Medium"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3" name="Marcador de imagen 2">
            <a:extLst>
              <a:ext uri="{FF2B5EF4-FFF2-40B4-BE49-F238E27FC236}">
                <a16:creationId xmlns:a16="http://schemas.microsoft.com/office/drawing/2014/main" id="{66316165-57EA-84B5-EFF9-9011F582CD93}"/>
              </a:ext>
            </a:extLst>
          </p:cNvPr>
          <p:cNvSpPr>
            <a:spLocks noGrp="1"/>
          </p:cNvSpPr>
          <p:nvPr>
            <p:ph type="pic" sz="quarter" idx="16"/>
          </p:nvPr>
        </p:nvSpPr>
        <p:spPr>
          <a:xfrm>
            <a:off x="6095999" y="345529"/>
            <a:ext cx="5807671" cy="6235694"/>
          </a:xfrm>
          <a:prstGeom prst="roundRect">
            <a:avLst>
              <a:gd name="adj" fmla="val 1363"/>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a:p>
        </p:txBody>
      </p:sp>
      <p:pic>
        <p:nvPicPr>
          <p:cNvPr id="4" name="Gráfico 5">
            <a:extLst>
              <a:ext uri="{FF2B5EF4-FFF2-40B4-BE49-F238E27FC236}">
                <a16:creationId xmlns:a16="http://schemas.microsoft.com/office/drawing/2014/main" id="{CED0E96B-249E-E486-316B-22D25568BBF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230949589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Aviso">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995216B-3EE0-7A45-8B03-B7223D9B910A}"/>
              </a:ext>
            </a:extLst>
          </p:cNvPr>
          <p:cNvSpPr txBox="1"/>
          <p:nvPr userDrawn="1"/>
        </p:nvSpPr>
        <p:spPr bwMode="auto">
          <a:xfrm>
            <a:off x="371848" y="428842"/>
            <a:ext cx="7524375"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spAutoFit/>
          </a:bodyPr>
          <a:lstStyle/>
          <a:p>
            <a:pPr defTabSz="914400" eaLnBrk="1" hangingPunct="1">
              <a:defRPr/>
            </a:pPr>
            <a:r>
              <a:rPr lang="es-ES" sz="3600" b="1" i="0" dirty="0">
                <a:solidFill>
                  <a:schemeClr val="tx1"/>
                </a:solidFill>
                <a:latin typeface="Movistar Sans" pitchFamily="2" charset="77"/>
                <a:ea typeface="Movistar Sans" pitchFamily="2" charset="77"/>
                <a:cs typeface="Movistar Sans" pitchFamily="34" charset="0"/>
              </a:rPr>
              <a:t>AVISO</a:t>
            </a:r>
            <a:endParaRPr lang="en-US" sz="3600" b="1" i="0" dirty="0">
              <a:solidFill>
                <a:schemeClr val="tx1"/>
              </a:solidFill>
              <a:latin typeface="Movistar Sans" pitchFamily="2" charset="77"/>
              <a:ea typeface="Movistar Sans" pitchFamily="2" charset="77"/>
              <a:cs typeface="Movistar Sans" pitchFamily="34" charset="0"/>
            </a:endParaRPr>
          </a:p>
        </p:txBody>
      </p:sp>
      <p:sp>
        <p:nvSpPr>
          <p:cNvPr id="26" name="Rectangle 25">
            <a:extLst>
              <a:ext uri="{FF2B5EF4-FFF2-40B4-BE49-F238E27FC236}">
                <a16:creationId xmlns:a16="http://schemas.microsoft.com/office/drawing/2014/main" id="{1150C4EC-FAD1-0348-9A37-345987AB2065}"/>
              </a:ext>
            </a:extLst>
          </p:cNvPr>
          <p:cNvSpPr/>
          <p:nvPr userDrawn="1"/>
        </p:nvSpPr>
        <p:spPr>
          <a:xfrm>
            <a:off x="9321800" y="101073"/>
            <a:ext cx="2492612" cy="283104"/>
          </a:xfrm>
          <a:prstGeom prst="rect">
            <a:avLst/>
          </a:prstGeom>
          <a:noFill/>
          <a:ln w="12700">
            <a:solidFill>
              <a:schemeClr val="accent4"/>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vistar Sans"/>
            </a:endParaRPr>
          </a:p>
        </p:txBody>
      </p:sp>
      <p:sp>
        <p:nvSpPr>
          <p:cNvPr id="17" name="TextBox 1">
            <a:extLst>
              <a:ext uri="{FF2B5EF4-FFF2-40B4-BE49-F238E27FC236}">
                <a16:creationId xmlns:a16="http://schemas.microsoft.com/office/drawing/2014/main" id="{9C6F0857-EF9D-46C0-9495-C60FC2F2A37D}"/>
              </a:ext>
            </a:extLst>
          </p:cNvPr>
          <p:cNvSpPr txBox="1"/>
          <p:nvPr userDrawn="1"/>
        </p:nvSpPr>
        <p:spPr bwMode="auto">
          <a:xfrm>
            <a:off x="3400705" y="2195384"/>
            <a:ext cx="2517958" cy="295465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44000" numCol="1" spcCol="360000" rtlCol="0">
            <a:spAutoFit/>
          </a:bodyPr>
          <a:lstStyle/>
          <a:p>
            <a:pPr marL="0" lvl="0" indent="0">
              <a:buFont typeface="Movistar Sans" panose="020B0604020202020204" pitchFamily="34" charset="0"/>
              <a:buNone/>
            </a:pPr>
            <a:r>
              <a:rPr lang="es-ES" sz="1600" b="0" i="0" dirty="0">
                <a:solidFill>
                  <a:schemeClr val="tx1">
                    <a:lumMod val="75000"/>
                    <a:lumOff val="25000"/>
                  </a:schemeClr>
                </a:solidFill>
                <a:latin typeface="Movistar Sans Medium" pitchFamily="2" charset="77"/>
                <a:cs typeface="Movistar Sans" panose="020B0604020202020204" pitchFamily="34" charset="0"/>
              </a:rPr>
              <a:t>USO INTERNO:</a:t>
            </a:r>
          </a:p>
          <a:p>
            <a:pPr marL="0" lvl="0" indent="0">
              <a:buFont typeface="Movistar Sans" panose="020B0604020202020204" pitchFamily="34" charset="0"/>
              <a:buNone/>
            </a:pPr>
            <a:br>
              <a:rPr lang="es-ES" sz="1600" b="0" i="0" dirty="0">
                <a:solidFill>
                  <a:schemeClr val="tx1">
                    <a:lumMod val="75000"/>
                    <a:lumOff val="25000"/>
                  </a:schemeClr>
                </a:solidFill>
                <a:latin typeface="Movistar Sans Medium" pitchFamily="2" charset="77"/>
                <a:cs typeface="Movistar Sans" panose="020B0604020202020204" pitchFamily="34" charset="0"/>
              </a:rPr>
            </a:br>
            <a:r>
              <a:rPr lang="es-ES" sz="1400" b="0" i="0" dirty="0">
                <a:solidFill>
                  <a:schemeClr val="tx1">
                    <a:lumMod val="75000"/>
                    <a:lumOff val="25000"/>
                  </a:schemeClr>
                </a:solidFill>
                <a:latin typeface="Movistar Sans Medium" pitchFamily="2" charset="77"/>
                <a:cs typeface="Movistar Sans" panose="020B0604020202020204" pitchFamily="34" charset="0"/>
              </a:rPr>
              <a:t>Por defecto la información que manejamos como empleados es de uso interno, debe mantenerse en el ámbito interno de la empresa salvo que se comparta con proveedores o </a:t>
            </a:r>
            <a:r>
              <a:rPr lang="es-ES" sz="1400" b="0" i="0" dirty="0" err="1">
                <a:solidFill>
                  <a:schemeClr val="tx1">
                    <a:lumMod val="75000"/>
                    <a:lumOff val="25000"/>
                  </a:schemeClr>
                </a:solidFill>
                <a:latin typeface="Movistar Sans Medium" pitchFamily="2" charset="77"/>
                <a:cs typeface="Movistar Sans" panose="020B0604020202020204" pitchFamily="34" charset="0"/>
              </a:rPr>
              <a:t>partners</a:t>
            </a:r>
            <a:r>
              <a:rPr lang="es-ES" sz="1400" b="0" i="0" dirty="0">
                <a:solidFill>
                  <a:schemeClr val="tx1">
                    <a:lumMod val="75000"/>
                    <a:lumOff val="25000"/>
                  </a:schemeClr>
                </a:solidFill>
                <a:latin typeface="Movistar Sans Medium" pitchFamily="2" charset="77"/>
                <a:cs typeface="Movistar Sans" panose="020B0604020202020204" pitchFamily="34" charset="0"/>
              </a:rPr>
              <a:t> previo compromiso de confidencialidad. </a:t>
            </a:r>
            <a:br>
              <a:rPr lang="es-ES" sz="1400" b="0" i="0" dirty="0">
                <a:solidFill>
                  <a:schemeClr val="tx1">
                    <a:lumMod val="75000"/>
                    <a:lumOff val="25000"/>
                  </a:schemeClr>
                </a:solidFill>
                <a:latin typeface="Movistar Sans Medium" pitchFamily="2" charset="77"/>
                <a:cs typeface="Movistar Sans" panose="020B0604020202020204" pitchFamily="34" charset="0"/>
              </a:rPr>
            </a:br>
            <a:endParaRPr lang="es-ES" sz="1400" b="0" i="0" dirty="0">
              <a:solidFill>
                <a:schemeClr val="tx1">
                  <a:lumMod val="75000"/>
                  <a:lumOff val="25000"/>
                </a:schemeClr>
              </a:solidFill>
              <a:latin typeface="Movistar Sans Medium" pitchFamily="2" charset="77"/>
              <a:cs typeface="Movistar Sans" panose="020B0604020202020204" pitchFamily="34" charset="0"/>
            </a:endParaRPr>
          </a:p>
        </p:txBody>
      </p:sp>
      <p:sp>
        <p:nvSpPr>
          <p:cNvPr id="18" name="TextBox 2">
            <a:extLst>
              <a:ext uri="{FF2B5EF4-FFF2-40B4-BE49-F238E27FC236}">
                <a16:creationId xmlns:a16="http://schemas.microsoft.com/office/drawing/2014/main" id="{9BF48C2A-9209-410C-9D8A-F97EA1EE27A5}"/>
              </a:ext>
            </a:extLst>
          </p:cNvPr>
          <p:cNvSpPr txBox="1"/>
          <p:nvPr userDrawn="1"/>
        </p:nvSpPr>
        <p:spPr bwMode="auto">
          <a:xfrm>
            <a:off x="371848" y="1075173"/>
            <a:ext cx="7524375" cy="5847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rtlCol="0">
            <a:spAutoFit/>
          </a:bodyPr>
          <a:lstStyle/>
          <a:p>
            <a:pPr defTabSz="914400" eaLnBrk="1" hangingPunct="1">
              <a:defRPr/>
            </a:pPr>
            <a:r>
              <a:rPr lang="es-ES" altLang="es-ES" sz="1600" b="0" i="0">
                <a:solidFill>
                  <a:schemeClr val="tx2"/>
                </a:solidFill>
                <a:latin typeface="Movistar Sans Medium" pitchFamily="2" charset="77"/>
                <a:cs typeface="Movistar Sans" panose="020B0604020202020204" pitchFamily="34" charset="0"/>
              </a:rPr>
              <a:t>Por razones de seguridad y protección de nuestra información corporativa es OBLIGATORIO clasificar los documentos en:</a:t>
            </a:r>
          </a:p>
        </p:txBody>
      </p:sp>
      <p:sp>
        <p:nvSpPr>
          <p:cNvPr id="19" name="TextBox 11">
            <a:extLst>
              <a:ext uri="{FF2B5EF4-FFF2-40B4-BE49-F238E27FC236}">
                <a16:creationId xmlns:a16="http://schemas.microsoft.com/office/drawing/2014/main" id="{AFB6852C-272A-4EA1-9C7D-975358F95FBA}"/>
              </a:ext>
            </a:extLst>
          </p:cNvPr>
          <p:cNvSpPr txBox="1"/>
          <p:nvPr userDrawn="1"/>
        </p:nvSpPr>
        <p:spPr bwMode="auto">
          <a:xfrm>
            <a:off x="6272106" y="2195385"/>
            <a:ext cx="2489510" cy="212365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44000" numCol="1" spcCol="360000" rtlCol="0">
            <a:spAutoFit/>
          </a:bodyPr>
          <a:lstStyle/>
          <a:p>
            <a:pPr marL="0" lvl="0" indent="0">
              <a:buFont typeface="Movistar Sans" panose="020B0604020202020204" pitchFamily="34" charset="0"/>
              <a:buNone/>
            </a:pPr>
            <a:r>
              <a:rPr lang="es-ES" sz="1600" b="0" i="0" dirty="0">
                <a:solidFill>
                  <a:schemeClr val="tx1">
                    <a:lumMod val="75000"/>
                    <a:lumOff val="25000"/>
                  </a:schemeClr>
                </a:solidFill>
                <a:latin typeface="Movistar Sans Medium" pitchFamily="2" charset="77"/>
                <a:cs typeface="Movistar Sans" panose="020B0604020202020204" pitchFamily="34" charset="0"/>
              </a:rPr>
              <a:t>USO INTERNO RESTRINGIDO:</a:t>
            </a:r>
          </a:p>
          <a:p>
            <a:pPr marL="0" lvl="0" indent="0">
              <a:buFont typeface="Movistar Sans" panose="020B0604020202020204" pitchFamily="34" charset="0"/>
              <a:buNone/>
            </a:pPr>
            <a:br>
              <a:rPr lang="es-ES" sz="1600" b="0" i="0" dirty="0">
                <a:solidFill>
                  <a:schemeClr val="tx1">
                    <a:lumMod val="75000"/>
                    <a:lumOff val="25000"/>
                  </a:schemeClr>
                </a:solidFill>
                <a:latin typeface="Movistar Sans Medium" pitchFamily="2" charset="77"/>
                <a:cs typeface="Movistar Sans" panose="020B0604020202020204" pitchFamily="34" charset="0"/>
              </a:rPr>
            </a:br>
            <a:r>
              <a:rPr lang="es-ES" sz="1400" b="0" i="0" dirty="0">
                <a:solidFill>
                  <a:schemeClr val="tx1">
                    <a:lumMod val="75000"/>
                    <a:lumOff val="25000"/>
                  </a:schemeClr>
                </a:solidFill>
                <a:latin typeface="Movistar Sans Medium" pitchFamily="2" charset="77"/>
                <a:cs typeface="Movistar Sans" panose="020B0604020202020204" pitchFamily="34" charset="0"/>
              </a:rPr>
              <a:t>Información sensible que NO puede ser accesible por toda la empresa, sino sólo por un departamento concreto, un comité o los miembros de un proyecto. </a:t>
            </a:r>
          </a:p>
        </p:txBody>
      </p:sp>
      <p:sp>
        <p:nvSpPr>
          <p:cNvPr id="20" name="TextBox 12">
            <a:extLst>
              <a:ext uri="{FF2B5EF4-FFF2-40B4-BE49-F238E27FC236}">
                <a16:creationId xmlns:a16="http://schemas.microsoft.com/office/drawing/2014/main" id="{8D71997B-5A2B-4F5A-8052-4412879B5676}"/>
              </a:ext>
            </a:extLst>
          </p:cNvPr>
          <p:cNvSpPr txBox="1"/>
          <p:nvPr userDrawn="1"/>
        </p:nvSpPr>
        <p:spPr bwMode="auto">
          <a:xfrm>
            <a:off x="9135194" y="2217292"/>
            <a:ext cx="2472578" cy="233910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44000" numCol="1" spcCol="360000" rtlCol="0">
            <a:spAutoFit/>
          </a:bodyPr>
          <a:lstStyle/>
          <a:p>
            <a:pPr marL="0" lvl="0" indent="0">
              <a:buFontTx/>
              <a:buNone/>
            </a:pPr>
            <a:r>
              <a:rPr lang="es-ES" sz="1600" b="0" i="0" dirty="0">
                <a:solidFill>
                  <a:schemeClr val="tx1">
                    <a:lumMod val="75000"/>
                    <a:lumOff val="25000"/>
                  </a:schemeClr>
                </a:solidFill>
                <a:latin typeface="Movistar Sans Medium" pitchFamily="2" charset="77"/>
                <a:cs typeface="Movistar Sans" panose="020B0604020202020204" pitchFamily="34" charset="0"/>
              </a:rPr>
              <a:t>USO INTERNO RESERVADO:</a:t>
            </a:r>
          </a:p>
          <a:p>
            <a:pPr marL="0" lvl="0" indent="0">
              <a:buFontTx/>
              <a:buNone/>
            </a:pPr>
            <a:br>
              <a:rPr lang="es-ES" sz="1600" b="0" i="0" dirty="0">
                <a:solidFill>
                  <a:schemeClr val="tx1">
                    <a:lumMod val="75000"/>
                    <a:lumOff val="25000"/>
                  </a:schemeClr>
                </a:solidFill>
                <a:latin typeface="Movistar Sans Medium" pitchFamily="2" charset="77"/>
                <a:cs typeface="Movistar Sans" panose="020B0604020202020204" pitchFamily="34" charset="0"/>
              </a:rPr>
            </a:br>
            <a:r>
              <a:rPr lang="es-ES" sz="1400" b="0" i="0" dirty="0">
                <a:solidFill>
                  <a:schemeClr val="tx1">
                    <a:lumMod val="75000"/>
                    <a:lumOff val="25000"/>
                  </a:schemeClr>
                </a:solidFill>
                <a:latin typeface="Movistar Sans Medium" pitchFamily="2" charset="77"/>
                <a:cs typeface="Movistar Sans" panose="020B0604020202020204" pitchFamily="34" charset="0"/>
              </a:rPr>
              <a:t>Información muy sensible (estrategia, datos financieros, oportunidades de negocio…) que únicamente es accesible por personas designadas nominalmente.</a:t>
            </a:r>
            <a:endParaRPr lang="en-US" sz="1400" b="0" i="0" dirty="0">
              <a:solidFill>
                <a:schemeClr val="tx1">
                  <a:lumMod val="75000"/>
                  <a:lumOff val="25000"/>
                </a:schemeClr>
              </a:solidFill>
              <a:latin typeface="Movistar Sans Medium" pitchFamily="2" charset="77"/>
              <a:cs typeface="Movistar Sans" panose="020B0604020202020204" pitchFamily="34" charset="0"/>
            </a:endParaRPr>
          </a:p>
        </p:txBody>
      </p:sp>
      <p:sp>
        <p:nvSpPr>
          <p:cNvPr id="21" name="TextBox 15">
            <a:extLst>
              <a:ext uri="{FF2B5EF4-FFF2-40B4-BE49-F238E27FC236}">
                <a16:creationId xmlns:a16="http://schemas.microsoft.com/office/drawing/2014/main" id="{D41583D3-51C4-4C91-AD3F-C373237B80F3}"/>
              </a:ext>
            </a:extLst>
          </p:cNvPr>
          <p:cNvSpPr txBox="1"/>
          <p:nvPr userDrawn="1"/>
        </p:nvSpPr>
        <p:spPr bwMode="auto">
          <a:xfrm>
            <a:off x="339879" y="5459661"/>
            <a:ext cx="6342705" cy="64633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44000" numCol="1" spcCol="360000" rtlCol="0">
            <a:spAutoFit/>
          </a:bodyPr>
          <a:lstStyle/>
          <a:p>
            <a:pPr marL="0" lvl="0" indent="0">
              <a:buFont typeface="Movistar Sans" panose="020B0604020202020204" pitchFamily="34" charset="0"/>
              <a:buNone/>
            </a:pPr>
            <a:r>
              <a:rPr lang="es-ES" sz="1200" b="0" i="0" dirty="0">
                <a:solidFill>
                  <a:schemeClr val="tx1"/>
                </a:solidFill>
                <a:latin typeface="Movistar Sans Medium" pitchFamily="2" charset="77"/>
                <a:cs typeface="Movistar Sans" panose="020B0604020202020204" pitchFamily="34" charset="0"/>
              </a:rPr>
              <a:t>Por favor, rellene el uso que considere en el espacio reservado dentro de la presentación </a:t>
            </a:r>
            <a:r>
              <a:rPr lang="es-ES" sz="1200" b="0" i="0" dirty="0">
                <a:solidFill>
                  <a:schemeClr val="accent4">
                    <a:lumMod val="50000"/>
                  </a:schemeClr>
                </a:solidFill>
                <a:latin typeface="Movistar Sans Medium" pitchFamily="2" charset="77"/>
                <a:cs typeface="Movistar Sans" panose="020B0604020202020204" pitchFamily="34" charset="0"/>
              </a:rPr>
              <a:t>como “inserte tipo uso seguridad”</a:t>
            </a:r>
            <a:r>
              <a:rPr lang="es-ES" sz="1200" b="0" i="0" dirty="0">
                <a:solidFill>
                  <a:srgbClr val="632E1A"/>
                </a:solidFill>
                <a:latin typeface="Movistar Sans Medium" pitchFamily="2" charset="77"/>
                <a:cs typeface="Movistar Sans" panose="020B0604020202020204" pitchFamily="34" charset="0"/>
              </a:rPr>
              <a:t> </a:t>
            </a:r>
            <a:r>
              <a:rPr lang="es-ES" sz="1200" b="0" i="0" dirty="0">
                <a:solidFill>
                  <a:schemeClr val="tx1"/>
                </a:solidFill>
                <a:latin typeface="Movistar Sans Medium" pitchFamily="2" charset="77"/>
                <a:cs typeface="Movistar Sans" panose="020B0604020202020204" pitchFamily="34" charset="0"/>
              </a:rPr>
              <a:t>ubicado en la parte superior derecha de la diapositiva.</a:t>
            </a:r>
            <a:r>
              <a:rPr lang="es-ES" sz="1200" b="0" i="0" dirty="0">
                <a:solidFill>
                  <a:schemeClr val="bg1"/>
                </a:solidFill>
                <a:latin typeface="Movistar Sans Medium" pitchFamily="2" charset="77"/>
                <a:cs typeface="Movistar Sans" panose="020B0604020202020204" pitchFamily="34" charset="0"/>
              </a:rPr>
              <a:t> clasificadas incluida la portada, índices, etc.</a:t>
            </a:r>
          </a:p>
        </p:txBody>
      </p:sp>
      <p:grpSp>
        <p:nvGrpSpPr>
          <p:cNvPr id="22" name="Group 24">
            <a:extLst>
              <a:ext uri="{FF2B5EF4-FFF2-40B4-BE49-F238E27FC236}">
                <a16:creationId xmlns:a16="http://schemas.microsoft.com/office/drawing/2014/main" id="{054FF8C8-8D92-4A84-89BD-B46756A2B59D}"/>
              </a:ext>
            </a:extLst>
          </p:cNvPr>
          <p:cNvGrpSpPr/>
          <p:nvPr userDrawn="1"/>
        </p:nvGrpSpPr>
        <p:grpSpPr>
          <a:xfrm>
            <a:off x="10814858" y="250209"/>
            <a:ext cx="1133302" cy="4670926"/>
            <a:chOff x="10814858" y="250209"/>
            <a:chExt cx="1133302" cy="4086661"/>
          </a:xfrm>
        </p:grpSpPr>
        <p:cxnSp>
          <p:nvCxnSpPr>
            <p:cNvPr id="24" name="Straight Connector 5">
              <a:extLst>
                <a:ext uri="{FF2B5EF4-FFF2-40B4-BE49-F238E27FC236}">
                  <a16:creationId xmlns:a16="http://schemas.microsoft.com/office/drawing/2014/main" id="{4FB4FF4B-A803-4211-A81B-2595DEBC9511}"/>
                </a:ext>
              </a:extLst>
            </p:cNvPr>
            <p:cNvCxnSpPr>
              <a:cxnSpLocks/>
            </p:cNvCxnSpPr>
            <p:nvPr userDrawn="1"/>
          </p:nvCxnSpPr>
          <p:spPr>
            <a:xfrm>
              <a:off x="10814858" y="4336869"/>
              <a:ext cx="1133302" cy="0"/>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7" name="Straight Connector 8">
              <a:extLst>
                <a:ext uri="{FF2B5EF4-FFF2-40B4-BE49-F238E27FC236}">
                  <a16:creationId xmlns:a16="http://schemas.microsoft.com/office/drawing/2014/main" id="{D4E7D5E7-1EF6-4C7F-AE4B-BA88D31B37D3}"/>
                </a:ext>
              </a:extLst>
            </p:cNvPr>
            <p:cNvCxnSpPr>
              <a:cxnSpLocks/>
            </p:cNvCxnSpPr>
            <p:nvPr userDrawn="1"/>
          </p:nvCxnSpPr>
          <p:spPr>
            <a:xfrm flipV="1">
              <a:off x="11948160" y="250209"/>
              <a:ext cx="0" cy="4086661"/>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2">
              <a:extLst>
                <a:ext uri="{FF2B5EF4-FFF2-40B4-BE49-F238E27FC236}">
                  <a16:creationId xmlns:a16="http://schemas.microsoft.com/office/drawing/2014/main" id="{EF099E16-ADF4-4B4A-A119-E2B7D9569BFA}"/>
                </a:ext>
              </a:extLst>
            </p:cNvPr>
            <p:cNvCxnSpPr/>
            <p:nvPr userDrawn="1"/>
          </p:nvCxnSpPr>
          <p:spPr>
            <a:xfrm>
              <a:off x="11814412" y="250209"/>
              <a:ext cx="133748" cy="0"/>
            </a:xfrm>
            <a:prstGeom prst="line">
              <a:avLst/>
            </a:prstGeom>
            <a:ln w="12700">
              <a:solidFill>
                <a:schemeClr val="accent4"/>
              </a:solidFill>
              <a:prstDash val="dash"/>
            </a:ln>
          </p:spPr>
          <p:style>
            <a:lnRef idx="1">
              <a:schemeClr val="accent1"/>
            </a:lnRef>
            <a:fillRef idx="0">
              <a:schemeClr val="accent1"/>
            </a:fillRef>
            <a:effectRef idx="0">
              <a:schemeClr val="accent1"/>
            </a:effectRef>
            <a:fontRef idx="minor">
              <a:schemeClr val="tx1"/>
            </a:fontRef>
          </p:style>
        </p:cxnSp>
      </p:grpSp>
      <p:sp>
        <p:nvSpPr>
          <p:cNvPr id="29" name="Rectangle 13">
            <a:extLst>
              <a:ext uri="{FF2B5EF4-FFF2-40B4-BE49-F238E27FC236}">
                <a16:creationId xmlns:a16="http://schemas.microsoft.com/office/drawing/2014/main" id="{34C66112-8F2A-42FD-B8DF-3CDDBC7EFC19}"/>
              </a:ext>
            </a:extLst>
          </p:cNvPr>
          <p:cNvSpPr/>
          <p:nvPr userDrawn="1"/>
        </p:nvSpPr>
        <p:spPr>
          <a:xfrm>
            <a:off x="479426" y="2076320"/>
            <a:ext cx="2622362" cy="3152902"/>
          </a:xfrm>
          <a:prstGeom prst="rect">
            <a:avLst/>
          </a:prstGeom>
          <a:no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vistar Sans"/>
            </a:endParaRPr>
          </a:p>
        </p:txBody>
      </p:sp>
      <p:sp>
        <p:nvSpPr>
          <p:cNvPr id="30" name="Rectangle 13">
            <a:extLst>
              <a:ext uri="{FF2B5EF4-FFF2-40B4-BE49-F238E27FC236}">
                <a16:creationId xmlns:a16="http://schemas.microsoft.com/office/drawing/2014/main" id="{656BA5ED-D18B-4876-A759-0ADB77449FDD}"/>
              </a:ext>
            </a:extLst>
          </p:cNvPr>
          <p:cNvSpPr/>
          <p:nvPr userDrawn="1"/>
        </p:nvSpPr>
        <p:spPr>
          <a:xfrm>
            <a:off x="3350827" y="2076319"/>
            <a:ext cx="2622362" cy="3152901"/>
          </a:xfrm>
          <a:prstGeom prst="rect">
            <a:avLst/>
          </a:prstGeom>
          <a:no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vistar Sans"/>
            </a:endParaRPr>
          </a:p>
        </p:txBody>
      </p:sp>
      <p:sp>
        <p:nvSpPr>
          <p:cNvPr id="31" name="Rectangle 13">
            <a:extLst>
              <a:ext uri="{FF2B5EF4-FFF2-40B4-BE49-F238E27FC236}">
                <a16:creationId xmlns:a16="http://schemas.microsoft.com/office/drawing/2014/main" id="{5B2A6CDF-B294-422E-9BCE-809EF2B2E204}"/>
              </a:ext>
            </a:extLst>
          </p:cNvPr>
          <p:cNvSpPr/>
          <p:nvPr userDrawn="1"/>
        </p:nvSpPr>
        <p:spPr>
          <a:xfrm>
            <a:off x="6222228" y="2076318"/>
            <a:ext cx="2622362" cy="3152910"/>
          </a:xfrm>
          <a:prstGeom prst="rect">
            <a:avLst/>
          </a:prstGeom>
          <a:no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vistar Sans"/>
            </a:endParaRPr>
          </a:p>
        </p:txBody>
      </p:sp>
      <p:sp>
        <p:nvSpPr>
          <p:cNvPr id="32" name="Rectangle 13">
            <a:extLst>
              <a:ext uri="{FF2B5EF4-FFF2-40B4-BE49-F238E27FC236}">
                <a16:creationId xmlns:a16="http://schemas.microsoft.com/office/drawing/2014/main" id="{E4541505-C6E0-4A18-B2D8-81C2047D106F}"/>
              </a:ext>
            </a:extLst>
          </p:cNvPr>
          <p:cNvSpPr/>
          <p:nvPr userDrawn="1"/>
        </p:nvSpPr>
        <p:spPr>
          <a:xfrm>
            <a:off x="9085194" y="2076318"/>
            <a:ext cx="2622362" cy="3152903"/>
          </a:xfrm>
          <a:prstGeom prst="rect">
            <a:avLst/>
          </a:prstGeom>
          <a:noFill/>
          <a:ln w="635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latin typeface="Movistar Sans"/>
            </a:endParaRPr>
          </a:p>
        </p:txBody>
      </p:sp>
      <p:sp>
        <p:nvSpPr>
          <p:cNvPr id="33" name="TextBox 1">
            <a:extLst>
              <a:ext uri="{FF2B5EF4-FFF2-40B4-BE49-F238E27FC236}">
                <a16:creationId xmlns:a16="http://schemas.microsoft.com/office/drawing/2014/main" id="{D4F1A458-F0FB-42C7-98D9-894064B2DB4A}"/>
              </a:ext>
            </a:extLst>
          </p:cNvPr>
          <p:cNvSpPr txBox="1"/>
          <p:nvPr userDrawn="1"/>
        </p:nvSpPr>
        <p:spPr bwMode="auto">
          <a:xfrm>
            <a:off x="541129" y="2195384"/>
            <a:ext cx="2517958" cy="166199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144000" numCol="1" spcCol="360000" rtlCol="0">
            <a:spAutoFit/>
          </a:bodyPr>
          <a:lstStyle/>
          <a:p>
            <a:pPr marL="0" lvl="0" indent="0">
              <a:buFont typeface="Movistar Sans" panose="020B0604020202020204" pitchFamily="34" charset="0"/>
              <a:buNone/>
            </a:pPr>
            <a:r>
              <a:rPr lang="es-ES" sz="1600" b="0" i="0" dirty="0">
                <a:solidFill>
                  <a:schemeClr val="tx1">
                    <a:lumMod val="75000"/>
                    <a:lumOff val="25000"/>
                  </a:schemeClr>
                </a:solidFill>
                <a:latin typeface="Movistar Sans Medium" pitchFamily="2" charset="77"/>
                <a:cs typeface="Movistar Sans" panose="020B0604020202020204" pitchFamily="34" charset="0"/>
              </a:rPr>
              <a:t>USO PÚBLICO:</a:t>
            </a:r>
          </a:p>
          <a:p>
            <a:pPr marL="0" lvl="0" indent="0">
              <a:buFont typeface="Movistar Sans" panose="020B0604020202020204" pitchFamily="34" charset="0"/>
              <a:buNone/>
            </a:pPr>
            <a:br>
              <a:rPr lang="es-ES" sz="1600" b="0" i="0" dirty="0">
                <a:solidFill>
                  <a:schemeClr val="tx1">
                    <a:lumMod val="75000"/>
                    <a:lumOff val="25000"/>
                  </a:schemeClr>
                </a:solidFill>
                <a:latin typeface="Movistar Sans Medium" pitchFamily="2" charset="77"/>
                <a:cs typeface="Movistar Sans" panose="020B0604020202020204" pitchFamily="34" charset="0"/>
              </a:rPr>
            </a:br>
            <a:r>
              <a:rPr lang="es-ES" sz="1400" b="0" i="0" dirty="0">
                <a:solidFill>
                  <a:schemeClr val="tx1">
                    <a:lumMod val="75000"/>
                    <a:lumOff val="25000"/>
                  </a:schemeClr>
                </a:solidFill>
                <a:latin typeface="Movistar Sans Medium" pitchFamily="2" charset="77"/>
                <a:cs typeface="Movistar Sans" panose="020B0604020202020204" pitchFamily="34" charset="0"/>
              </a:rPr>
              <a:t>Información cuya divulgación no afecte a la empresa en términos de pérdida de imagen.</a:t>
            </a:r>
          </a:p>
          <a:p>
            <a:pPr marL="0" lvl="0" indent="0">
              <a:buFont typeface="Movistar Sans" panose="020B0604020202020204" pitchFamily="34" charset="0"/>
              <a:buNone/>
            </a:pPr>
            <a:endParaRPr lang="es-ES" sz="1400" b="0" i="0" dirty="0">
              <a:solidFill>
                <a:schemeClr val="tx1">
                  <a:lumMod val="75000"/>
                  <a:lumOff val="25000"/>
                </a:schemeClr>
              </a:solidFill>
              <a:latin typeface="Movistar Sans Medium" pitchFamily="2" charset="77"/>
              <a:cs typeface="Movistar Sans" panose="020B0604020202020204" pitchFamily="34" charset="0"/>
            </a:endParaRPr>
          </a:p>
        </p:txBody>
      </p:sp>
    </p:spTree>
    <p:extLst>
      <p:ext uri="{BB962C8B-B14F-4D97-AF65-F5344CB8AC3E}">
        <p14:creationId xmlns:p14="http://schemas.microsoft.com/office/powerpoint/2010/main" val="223621673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Indice 1">
    <p:bg>
      <p:bgPr>
        <a:solidFill>
          <a:schemeClr val="bg1"/>
        </a:solidFill>
        <a:effectLst/>
      </p:bgPr>
    </p:bg>
    <p:spTree>
      <p:nvGrpSpPr>
        <p:cNvPr id="1" name=""/>
        <p:cNvGrpSpPr/>
        <p:nvPr/>
      </p:nvGrpSpPr>
      <p:grpSpPr>
        <a:xfrm>
          <a:off x="0" y="0"/>
          <a:ext cx="0" cy="0"/>
          <a:chOff x="0" y="0"/>
          <a:chExt cx="0" cy="0"/>
        </a:xfrm>
      </p:grpSpPr>
      <p:sp>
        <p:nvSpPr>
          <p:cNvPr id="4" name="Marcador de texto 3">
            <a:extLst>
              <a:ext uri="{FF2B5EF4-FFF2-40B4-BE49-F238E27FC236}">
                <a16:creationId xmlns:a16="http://schemas.microsoft.com/office/drawing/2014/main" id="{D38F847B-B1D5-6E4F-BAF3-178C29398DFC}"/>
              </a:ext>
            </a:extLst>
          </p:cNvPr>
          <p:cNvSpPr>
            <a:spLocks noGrp="1"/>
          </p:cNvSpPr>
          <p:nvPr>
            <p:ph type="body" sz="quarter" idx="10" hasCustomPrompt="1"/>
          </p:nvPr>
        </p:nvSpPr>
        <p:spPr>
          <a:xfrm>
            <a:off x="5571400" y="2390589"/>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16" name="Marcador de texto 15">
            <a:extLst>
              <a:ext uri="{FF2B5EF4-FFF2-40B4-BE49-F238E27FC236}">
                <a16:creationId xmlns:a16="http://schemas.microsoft.com/office/drawing/2014/main" id="{6FF4BFE9-A3A9-7749-B879-E60B1A2B8D69}"/>
              </a:ext>
            </a:extLst>
          </p:cNvPr>
          <p:cNvSpPr>
            <a:spLocks noGrp="1"/>
          </p:cNvSpPr>
          <p:nvPr>
            <p:ph type="body" sz="quarter" idx="12" hasCustomPrompt="1"/>
          </p:nvPr>
        </p:nvSpPr>
        <p:spPr>
          <a:xfrm>
            <a:off x="5571400" y="2742875"/>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88" name="Marcador de texto 83">
            <a:extLst>
              <a:ext uri="{FF2B5EF4-FFF2-40B4-BE49-F238E27FC236}">
                <a16:creationId xmlns:a16="http://schemas.microsoft.com/office/drawing/2014/main" id="{0B90359A-FFF6-0145-9E7E-4AA8EA318B2A}"/>
              </a:ext>
            </a:extLst>
          </p:cNvPr>
          <p:cNvSpPr>
            <a:spLocks noGrp="1"/>
          </p:cNvSpPr>
          <p:nvPr>
            <p:ph type="body" sz="quarter" idx="45" hasCustomPrompt="1"/>
          </p:nvPr>
        </p:nvSpPr>
        <p:spPr>
          <a:xfrm>
            <a:off x="5571400" y="2005373"/>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err="1"/>
              <a:t>Chapter</a:t>
            </a:r>
            <a:r>
              <a:rPr lang="es-ES"/>
              <a:t> </a:t>
            </a:r>
            <a:r>
              <a:rPr lang="es-ES" err="1"/>
              <a:t>Title</a:t>
            </a:r>
            <a:endParaRPr lang="es-ES"/>
          </a:p>
        </p:txBody>
      </p:sp>
      <p:sp>
        <p:nvSpPr>
          <p:cNvPr id="8" name="Marcador de texto 3">
            <a:extLst>
              <a:ext uri="{FF2B5EF4-FFF2-40B4-BE49-F238E27FC236}">
                <a16:creationId xmlns:a16="http://schemas.microsoft.com/office/drawing/2014/main" id="{7C7CCFAA-F647-3C78-F889-5C063AB781B8}"/>
              </a:ext>
            </a:extLst>
          </p:cNvPr>
          <p:cNvSpPr>
            <a:spLocks noGrp="1"/>
          </p:cNvSpPr>
          <p:nvPr>
            <p:ph type="body" sz="quarter" idx="67" hasCustomPrompt="1"/>
          </p:nvPr>
        </p:nvSpPr>
        <p:spPr>
          <a:xfrm>
            <a:off x="5563248" y="3667963"/>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9" name="Marcador de texto 15">
            <a:extLst>
              <a:ext uri="{FF2B5EF4-FFF2-40B4-BE49-F238E27FC236}">
                <a16:creationId xmlns:a16="http://schemas.microsoft.com/office/drawing/2014/main" id="{203AB4AA-4C35-209C-DDEE-ECB537FB6770}"/>
              </a:ext>
            </a:extLst>
          </p:cNvPr>
          <p:cNvSpPr>
            <a:spLocks noGrp="1"/>
          </p:cNvSpPr>
          <p:nvPr>
            <p:ph type="body" sz="quarter" idx="68" hasCustomPrompt="1"/>
          </p:nvPr>
        </p:nvSpPr>
        <p:spPr>
          <a:xfrm>
            <a:off x="5563248" y="4020249"/>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10" name="Marcador de texto 83">
            <a:extLst>
              <a:ext uri="{FF2B5EF4-FFF2-40B4-BE49-F238E27FC236}">
                <a16:creationId xmlns:a16="http://schemas.microsoft.com/office/drawing/2014/main" id="{36CB4399-AA85-306B-80A5-410693ECAF02}"/>
              </a:ext>
            </a:extLst>
          </p:cNvPr>
          <p:cNvSpPr>
            <a:spLocks noGrp="1"/>
          </p:cNvSpPr>
          <p:nvPr>
            <p:ph type="body" sz="quarter" idx="69" hasCustomPrompt="1"/>
          </p:nvPr>
        </p:nvSpPr>
        <p:spPr>
          <a:xfrm>
            <a:off x="5563248" y="3282747"/>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err="1"/>
              <a:t>Chapter</a:t>
            </a:r>
            <a:r>
              <a:rPr lang="es-ES"/>
              <a:t> </a:t>
            </a:r>
            <a:r>
              <a:rPr lang="es-ES" err="1"/>
              <a:t>Title</a:t>
            </a:r>
            <a:endParaRPr lang="es-ES"/>
          </a:p>
        </p:txBody>
      </p:sp>
      <p:sp>
        <p:nvSpPr>
          <p:cNvPr id="11" name="Marcador de texto 3">
            <a:extLst>
              <a:ext uri="{FF2B5EF4-FFF2-40B4-BE49-F238E27FC236}">
                <a16:creationId xmlns:a16="http://schemas.microsoft.com/office/drawing/2014/main" id="{D602E65A-9A41-5F60-D33D-92CF24EFC1CB}"/>
              </a:ext>
            </a:extLst>
          </p:cNvPr>
          <p:cNvSpPr>
            <a:spLocks noGrp="1"/>
          </p:cNvSpPr>
          <p:nvPr>
            <p:ph type="body" sz="quarter" idx="70" hasCustomPrompt="1"/>
          </p:nvPr>
        </p:nvSpPr>
        <p:spPr>
          <a:xfrm>
            <a:off x="8772473" y="2390589"/>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12" name="Marcador de texto 15">
            <a:extLst>
              <a:ext uri="{FF2B5EF4-FFF2-40B4-BE49-F238E27FC236}">
                <a16:creationId xmlns:a16="http://schemas.microsoft.com/office/drawing/2014/main" id="{3329DD1F-12A7-4D23-E365-B5700F3722B0}"/>
              </a:ext>
            </a:extLst>
          </p:cNvPr>
          <p:cNvSpPr>
            <a:spLocks noGrp="1"/>
          </p:cNvSpPr>
          <p:nvPr>
            <p:ph type="body" sz="quarter" idx="71" hasCustomPrompt="1"/>
          </p:nvPr>
        </p:nvSpPr>
        <p:spPr>
          <a:xfrm>
            <a:off x="8772473" y="2742875"/>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13" name="Marcador de texto 83">
            <a:extLst>
              <a:ext uri="{FF2B5EF4-FFF2-40B4-BE49-F238E27FC236}">
                <a16:creationId xmlns:a16="http://schemas.microsoft.com/office/drawing/2014/main" id="{73747864-2CDF-4A9C-6099-072D65B18718}"/>
              </a:ext>
            </a:extLst>
          </p:cNvPr>
          <p:cNvSpPr>
            <a:spLocks noGrp="1"/>
          </p:cNvSpPr>
          <p:nvPr>
            <p:ph type="body" sz="quarter" idx="72" hasCustomPrompt="1"/>
          </p:nvPr>
        </p:nvSpPr>
        <p:spPr>
          <a:xfrm>
            <a:off x="8772473" y="2005373"/>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err="1"/>
              <a:t>Chapter</a:t>
            </a:r>
            <a:r>
              <a:rPr lang="es-ES"/>
              <a:t> </a:t>
            </a:r>
            <a:r>
              <a:rPr lang="es-ES" err="1"/>
              <a:t>Title</a:t>
            </a:r>
            <a:endParaRPr lang="es-ES"/>
          </a:p>
        </p:txBody>
      </p:sp>
      <p:sp>
        <p:nvSpPr>
          <p:cNvPr id="14" name="Marcador de texto 3">
            <a:extLst>
              <a:ext uri="{FF2B5EF4-FFF2-40B4-BE49-F238E27FC236}">
                <a16:creationId xmlns:a16="http://schemas.microsoft.com/office/drawing/2014/main" id="{7DFF1324-2411-F10E-C27B-DAECB5A07037}"/>
              </a:ext>
            </a:extLst>
          </p:cNvPr>
          <p:cNvSpPr>
            <a:spLocks noGrp="1"/>
          </p:cNvSpPr>
          <p:nvPr>
            <p:ph type="body" sz="quarter" idx="73" hasCustomPrompt="1"/>
          </p:nvPr>
        </p:nvSpPr>
        <p:spPr>
          <a:xfrm>
            <a:off x="8764321" y="3667963"/>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17" name="Marcador de texto 15">
            <a:extLst>
              <a:ext uri="{FF2B5EF4-FFF2-40B4-BE49-F238E27FC236}">
                <a16:creationId xmlns:a16="http://schemas.microsoft.com/office/drawing/2014/main" id="{30FD636F-CD90-B611-F863-C01F4F075AC5}"/>
              </a:ext>
            </a:extLst>
          </p:cNvPr>
          <p:cNvSpPr>
            <a:spLocks noGrp="1"/>
          </p:cNvSpPr>
          <p:nvPr>
            <p:ph type="body" sz="quarter" idx="74" hasCustomPrompt="1"/>
          </p:nvPr>
        </p:nvSpPr>
        <p:spPr>
          <a:xfrm>
            <a:off x="8764321" y="4020249"/>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18" name="Marcador de texto 83">
            <a:extLst>
              <a:ext uri="{FF2B5EF4-FFF2-40B4-BE49-F238E27FC236}">
                <a16:creationId xmlns:a16="http://schemas.microsoft.com/office/drawing/2014/main" id="{F907FBA8-8DC1-C089-A73A-6F058AFB0C39}"/>
              </a:ext>
            </a:extLst>
          </p:cNvPr>
          <p:cNvSpPr>
            <a:spLocks noGrp="1"/>
          </p:cNvSpPr>
          <p:nvPr>
            <p:ph type="body" sz="quarter" idx="75" hasCustomPrompt="1"/>
          </p:nvPr>
        </p:nvSpPr>
        <p:spPr>
          <a:xfrm>
            <a:off x="8764321" y="3282747"/>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err="1"/>
              <a:t>Chapter</a:t>
            </a:r>
            <a:r>
              <a:rPr lang="es-ES"/>
              <a:t> </a:t>
            </a:r>
            <a:r>
              <a:rPr lang="es-ES" err="1"/>
              <a:t>Title</a:t>
            </a:r>
            <a:endParaRPr lang="es-ES"/>
          </a:p>
        </p:txBody>
      </p:sp>
      <p:sp>
        <p:nvSpPr>
          <p:cNvPr id="34" name="Marcador de texto 3">
            <a:extLst>
              <a:ext uri="{FF2B5EF4-FFF2-40B4-BE49-F238E27FC236}">
                <a16:creationId xmlns:a16="http://schemas.microsoft.com/office/drawing/2014/main" id="{3EB151C9-AA71-2F7F-7028-BDA008B3391C}"/>
              </a:ext>
            </a:extLst>
          </p:cNvPr>
          <p:cNvSpPr>
            <a:spLocks noGrp="1"/>
          </p:cNvSpPr>
          <p:nvPr>
            <p:ph type="body" sz="quarter" idx="82" hasCustomPrompt="1"/>
          </p:nvPr>
        </p:nvSpPr>
        <p:spPr>
          <a:xfrm>
            <a:off x="2353251" y="2390589"/>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38" name="Marcador de texto 15">
            <a:extLst>
              <a:ext uri="{FF2B5EF4-FFF2-40B4-BE49-F238E27FC236}">
                <a16:creationId xmlns:a16="http://schemas.microsoft.com/office/drawing/2014/main" id="{C451D9B6-A33E-5702-A6BD-B9B336FE11F1}"/>
              </a:ext>
            </a:extLst>
          </p:cNvPr>
          <p:cNvSpPr>
            <a:spLocks noGrp="1"/>
          </p:cNvSpPr>
          <p:nvPr>
            <p:ph type="body" sz="quarter" idx="83" hasCustomPrompt="1"/>
          </p:nvPr>
        </p:nvSpPr>
        <p:spPr>
          <a:xfrm>
            <a:off x="2353251" y="2742875"/>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39" name="Marcador de texto 83">
            <a:extLst>
              <a:ext uri="{FF2B5EF4-FFF2-40B4-BE49-F238E27FC236}">
                <a16:creationId xmlns:a16="http://schemas.microsoft.com/office/drawing/2014/main" id="{32BA9D49-5764-3216-5D5B-011B3E47386D}"/>
              </a:ext>
            </a:extLst>
          </p:cNvPr>
          <p:cNvSpPr>
            <a:spLocks noGrp="1"/>
          </p:cNvSpPr>
          <p:nvPr>
            <p:ph type="body" sz="quarter" idx="84" hasCustomPrompt="1"/>
          </p:nvPr>
        </p:nvSpPr>
        <p:spPr>
          <a:xfrm>
            <a:off x="2353251" y="2005373"/>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dirty="0" err="1"/>
              <a:t>Chapter</a:t>
            </a:r>
            <a:r>
              <a:rPr lang="es-ES" dirty="0"/>
              <a:t> </a:t>
            </a:r>
            <a:r>
              <a:rPr lang="es-ES" dirty="0" err="1"/>
              <a:t>Title</a:t>
            </a:r>
            <a:endParaRPr lang="es-ES" dirty="0"/>
          </a:p>
        </p:txBody>
      </p:sp>
      <p:sp>
        <p:nvSpPr>
          <p:cNvPr id="40" name="Marcador de texto 3">
            <a:extLst>
              <a:ext uri="{FF2B5EF4-FFF2-40B4-BE49-F238E27FC236}">
                <a16:creationId xmlns:a16="http://schemas.microsoft.com/office/drawing/2014/main" id="{4BD5093B-5500-BB3A-A119-EB5ED27D186E}"/>
              </a:ext>
            </a:extLst>
          </p:cNvPr>
          <p:cNvSpPr>
            <a:spLocks noGrp="1"/>
          </p:cNvSpPr>
          <p:nvPr>
            <p:ph type="body" sz="quarter" idx="85" hasCustomPrompt="1"/>
          </p:nvPr>
        </p:nvSpPr>
        <p:spPr>
          <a:xfrm>
            <a:off x="2345099" y="3667963"/>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41" name="Marcador de texto 15">
            <a:extLst>
              <a:ext uri="{FF2B5EF4-FFF2-40B4-BE49-F238E27FC236}">
                <a16:creationId xmlns:a16="http://schemas.microsoft.com/office/drawing/2014/main" id="{7C9F3BC7-7D70-48C2-C873-BA638F49FBE2}"/>
              </a:ext>
            </a:extLst>
          </p:cNvPr>
          <p:cNvSpPr>
            <a:spLocks noGrp="1"/>
          </p:cNvSpPr>
          <p:nvPr>
            <p:ph type="body" sz="quarter" idx="86" hasCustomPrompt="1"/>
          </p:nvPr>
        </p:nvSpPr>
        <p:spPr>
          <a:xfrm>
            <a:off x="2345099" y="4020249"/>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42" name="Marcador de texto 83">
            <a:extLst>
              <a:ext uri="{FF2B5EF4-FFF2-40B4-BE49-F238E27FC236}">
                <a16:creationId xmlns:a16="http://schemas.microsoft.com/office/drawing/2014/main" id="{84C35F9C-5556-701A-17C5-3332A1D835E2}"/>
              </a:ext>
            </a:extLst>
          </p:cNvPr>
          <p:cNvSpPr>
            <a:spLocks noGrp="1"/>
          </p:cNvSpPr>
          <p:nvPr>
            <p:ph type="body" sz="quarter" idx="87" hasCustomPrompt="1"/>
          </p:nvPr>
        </p:nvSpPr>
        <p:spPr>
          <a:xfrm>
            <a:off x="2345099" y="3282747"/>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err="1"/>
              <a:t>Chapter</a:t>
            </a:r>
            <a:r>
              <a:rPr lang="es-ES"/>
              <a:t> </a:t>
            </a:r>
            <a:r>
              <a:rPr lang="es-ES" err="1"/>
              <a:t>Title</a:t>
            </a:r>
            <a:endParaRPr lang="es-ES"/>
          </a:p>
        </p:txBody>
      </p:sp>
      <p:sp>
        <p:nvSpPr>
          <p:cNvPr id="43" name="Marcador de texto 3">
            <a:extLst>
              <a:ext uri="{FF2B5EF4-FFF2-40B4-BE49-F238E27FC236}">
                <a16:creationId xmlns:a16="http://schemas.microsoft.com/office/drawing/2014/main" id="{FC913DCA-A677-392A-FF30-170B338BA555}"/>
              </a:ext>
            </a:extLst>
          </p:cNvPr>
          <p:cNvSpPr>
            <a:spLocks noGrp="1"/>
          </p:cNvSpPr>
          <p:nvPr>
            <p:ph type="body" sz="quarter" idx="88" hasCustomPrompt="1"/>
          </p:nvPr>
        </p:nvSpPr>
        <p:spPr>
          <a:xfrm>
            <a:off x="5555096" y="4941630"/>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44" name="Marcador de texto 15">
            <a:extLst>
              <a:ext uri="{FF2B5EF4-FFF2-40B4-BE49-F238E27FC236}">
                <a16:creationId xmlns:a16="http://schemas.microsoft.com/office/drawing/2014/main" id="{51715350-495B-9ACA-EAC3-A94F5CDEDA6A}"/>
              </a:ext>
            </a:extLst>
          </p:cNvPr>
          <p:cNvSpPr>
            <a:spLocks noGrp="1"/>
          </p:cNvSpPr>
          <p:nvPr>
            <p:ph type="body" sz="quarter" idx="89" hasCustomPrompt="1"/>
          </p:nvPr>
        </p:nvSpPr>
        <p:spPr>
          <a:xfrm>
            <a:off x="5555096" y="5293916"/>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46" name="Marcador de texto 83">
            <a:extLst>
              <a:ext uri="{FF2B5EF4-FFF2-40B4-BE49-F238E27FC236}">
                <a16:creationId xmlns:a16="http://schemas.microsoft.com/office/drawing/2014/main" id="{F8418C80-4BDF-01BF-61E5-6C196C5080DD}"/>
              </a:ext>
            </a:extLst>
          </p:cNvPr>
          <p:cNvSpPr>
            <a:spLocks noGrp="1"/>
          </p:cNvSpPr>
          <p:nvPr>
            <p:ph type="body" sz="quarter" idx="90" hasCustomPrompt="1"/>
          </p:nvPr>
        </p:nvSpPr>
        <p:spPr>
          <a:xfrm>
            <a:off x="5555096" y="4556414"/>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err="1"/>
              <a:t>Chapter</a:t>
            </a:r>
            <a:r>
              <a:rPr lang="es-ES"/>
              <a:t> </a:t>
            </a:r>
            <a:r>
              <a:rPr lang="es-ES" err="1"/>
              <a:t>Title</a:t>
            </a:r>
            <a:endParaRPr lang="es-ES"/>
          </a:p>
        </p:txBody>
      </p:sp>
      <p:sp>
        <p:nvSpPr>
          <p:cNvPr id="47" name="Marcador de texto 3">
            <a:extLst>
              <a:ext uri="{FF2B5EF4-FFF2-40B4-BE49-F238E27FC236}">
                <a16:creationId xmlns:a16="http://schemas.microsoft.com/office/drawing/2014/main" id="{F98D134F-F5AA-49BB-EF91-CD0E4C9369DF}"/>
              </a:ext>
            </a:extLst>
          </p:cNvPr>
          <p:cNvSpPr>
            <a:spLocks noGrp="1"/>
          </p:cNvSpPr>
          <p:nvPr>
            <p:ph type="body" sz="quarter" idx="91" hasCustomPrompt="1"/>
          </p:nvPr>
        </p:nvSpPr>
        <p:spPr>
          <a:xfrm>
            <a:off x="8756169" y="4941630"/>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48" name="Marcador de texto 15">
            <a:extLst>
              <a:ext uri="{FF2B5EF4-FFF2-40B4-BE49-F238E27FC236}">
                <a16:creationId xmlns:a16="http://schemas.microsoft.com/office/drawing/2014/main" id="{E9815C9D-306D-7C72-E104-4E0A00496B7B}"/>
              </a:ext>
            </a:extLst>
          </p:cNvPr>
          <p:cNvSpPr>
            <a:spLocks noGrp="1"/>
          </p:cNvSpPr>
          <p:nvPr>
            <p:ph type="body" sz="quarter" idx="92" hasCustomPrompt="1"/>
          </p:nvPr>
        </p:nvSpPr>
        <p:spPr>
          <a:xfrm>
            <a:off x="8756169" y="5293916"/>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49" name="Marcador de texto 83">
            <a:extLst>
              <a:ext uri="{FF2B5EF4-FFF2-40B4-BE49-F238E27FC236}">
                <a16:creationId xmlns:a16="http://schemas.microsoft.com/office/drawing/2014/main" id="{B27364E2-B223-6CF5-9998-FC1B07DCC769}"/>
              </a:ext>
            </a:extLst>
          </p:cNvPr>
          <p:cNvSpPr>
            <a:spLocks noGrp="1"/>
          </p:cNvSpPr>
          <p:nvPr>
            <p:ph type="body" sz="quarter" idx="93" hasCustomPrompt="1"/>
          </p:nvPr>
        </p:nvSpPr>
        <p:spPr>
          <a:xfrm>
            <a:off x="8756169" y="4556414"/>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err="1"/>
              <a:t>Chapter</a:t>
            </a:r>
            <a:r>
              <a:rPr lang="es-ES"/>
              <a:t> </a:t>
            </a:r>
            <a:r>
              <a:rPr lang="es-ES" err="1"/>
              <a:t>Title</a:t>
            </a:r>
            <a:endParaRPr lang="es-ES"/>
          </a:p>
        </p:txBody>
      </p:sp>
      <p:sp>
        <p:nvSpPr>
          <p:cNvPr id="50" name="Marcador de texto 3">
            <a:extLst>
              <a:ext uri="{FF2B5EF4-FFF2-40B4-BE49-F238E27FC236}">
                <a16:creationId xmlns:a16="http://schemas.microsoft.com/office/drawing/2014/main" id="{C7C164C8-CEDD-59A0-75A7-3807A9833CC6}"/>
              </a:ext>
            </a:extLst>
          </p:cNvPr>
          <p:cNvSpPr>
            <a:spLocks noGrp="1"/>
          </p:cNvSpPr>
          <p:nvPr>
            <p:ph type="body" sz="quarter" idx="94" hasCustomPrompt="1"/>
          </p:nvPr>
        </p:nvSpPr>
        <p:spPr>
          <a:xfrm>
            <a:off x="2336947" y="4941630"/>
            <a:ext cx="2966655" cy="332616"/>
          </a:xfrm>
        </p:spPr>
        <p:txBody>
          <a:bodyPr numCol="1">
            <a:normAutofit/>
          </a:bodyPr>
          <a:lstStyle>
            <a:lvl1pPr algn="just">
              <a:defRPr sz="1800">
                <a:solidFill>
                  <a:schemeClr val="tx1">
                    <a:lumMod val="60000"/>
                    <a:lumOff val="40000"/>
                  </a:schemeClr>
                </a:solidFill>
              </a:defRPr>
            </a:lvl1pPr>
            <a:lvl2pPr algn="l">
              <a:buFontTx/>
              <a:buNone/>
              <a:defRPr/>
            </a:lvl2pPr>
          </a:lstStyle>
          <a:p>
            <a:pPr lvl="0"/>
            <a:r>
              <a:rPr lang="es-ES" err="1"/>
              <a:t>Subheading</a:t>
            </a:r>
            <a:r>
              <a:rPr lang="es-ES"/>
              <a:t> </a:t>
            </a:r>
            <a:r>
              <a:rPr lang="es-ES" err="1"/>
              <a:t>Title</a:t>
            </a:r>
            <a:endParaRPr lang="es-ES"/>
          </a:p>
        </p:txBody>
      </p:sp>
      <p:sp>
        <p:nvSpPr>
          <p:cNvPr id="51" name="Marcador de texto 15">
            <a:extLst>
              <a:ext uri="{FF2B5EF4-FFF2-40B4-BE49-F238E27FC236}">
                <a16:creationId xmlns:a16="http://schemas.microsoft.com/office/drawing/2014/main" id="{D68FC1FC-12A9-977C-2033-28C24F4655F4}"/>
              </a:ext>
            </a:extLst>
          </p:cNvPr>
          <p:cNvSpPr>
            <a:spLocks noGrp="1"/>
          </p:cNvSpPr>
          <p:nvPr>
            <p:ph type="body" sz="quarter" idx="95" hasCustomPrompt="1"/>
          </p:nvPr>
        </p:nvSpPr>
        <p:spPr>
          <a:xfrm>
            <a:off x="2336947" y="5293916"/>
            <a:ext cx="729889" cy="418962"/>
          </a:xfrm>
        </p:spPr>
        <p:txBody>
          <a:bodyPr>
            <a:normAutofit/>
          </a:bodyPr>
          <a:lstStyle>
            <a:lvl1pPr algn="just">
              <a:defRPr sz="1100">
                <a:solidFill>
                  <a:schemeClr val="accent5"/>
                </a:solidFill>
              </a:defRPr>
            </a:lvl1pPr>
            <a:lvl2pPr>
              <a:defRPr sz="2000">
                <a:solidFill>
                  <a:schemeClr val="tx1"/>
                </a:solidFill>
              </a:defRPr>
            </a:lvl2pPr>
            <a:lvl3pPr>
              <a:defRPr sz="2000">
                <a:solidFill>
                  <a:schemeClr val="tx1"/>
                </a:solidFill>
              </a:defRPr>
            </a:lvl3pPr>
          </a:lstStyle>
          <a:p>
            <a:pPr lvl="0"/>
            <a:r>
              <a:rPr lang="es-ES"/>
              <a:t>P.01</a:t>
            </a:r>
          </a:p>
        </p:txBody>
      </p:sp>
      <p:sp>
        <p:nvSpPr>
          <p:cNvPr id="52" name="Marcador de texto 83">
            <a:extLst>
              <a:ext uri="{FF2B5EF4-FFF2-40B4-BE49-F238E27FC236}">
                <a16:creationId xmlns:a16="http://schemas.microsoft.com/office/drawing/2014/main" id="{C1CE94BF-B80F-11F2-98EA-A5A05EC7CD21}"/>
              </a:ext>
            </a:extLst>
          </p:cNvPr>
          <p:cNvSpPr>
            <a:spLocks noGrp="1"/>
          </p:cNvSpPr>
          <p:nvPr>
            <p:ph type="body" sz="quarter" idx="96" hasCustomPrompt="1"/>
          </p:nvPr>
        </p:nvSpPr>
        <p:spPr>
          <a:xfrm>
            <a:off x="2336947" y="4556414"/>
            <a:ext cx="2974807" cy="361724"/>
          </a:xfrm>
        </p:spPr>
        <p:txBody>
          <a:bodyPr>
            <a:normAutofit/>
          </a:bodyPr>
          <a:lstStyle>
            <a:lvl1pPr>
              <a:defRPr sz="2000" b="1" i="0">
                <a:solidFill>
                  <a:schemeClr val="tx1"/>
                </a:solidFill>
                <a:latin typeface="Movistar Sans" pitchFamily="2" charset="77"/>
                <a:ea typeface="Movistar Sans" pitchFamily="2" charset="77"/>
              </a:defRPr>
            </a:lvl1pPr>
          </a:lstStyle>
          <a:p>
            <a:pPr lvl="0"/>
            <a:r>
              <a:rPr lang="es-ES" err="1"/>
              <a:t>Chapter</a:t>
            </a:r>
            <a:r>
              <a:rPr lang="es-ES"/>
              <a:t> </a:t>
            </a:r>
            <a:r>
              <a:rPr lang="es-ES" err="1"/>
              <a:t>Title</a:t>
            </a:r>
            <a:endParaRPr lang="es-ES"/>
          </a:p>
        </p:txBody>
      </p:sp>
      <p:sp>
        <p:nvSpPr>
          <p:cNvPr id="3" name="Marcador de texto 109">
            <a:extLst>
              <a:ext uri="{FF2B5EF4-FFF2-40B4-BE49-F238E27FC236}">
                <a16:creationId xmlns:a16="http://schemas.microsoft.com/office/drawing/2014/main" id="{E123B0F5-FFD4-7CE7-CB6A-9FA5DFF490C4}"/>
              </a:ext>
            </a:extLst>
          </p:cNvPr>
          <p:cNvSpPr>
            <a:spLocks noGrp="1"/>
          </p:cNvSpPr>
          <p:nvPr>
            <p:ph type="body" sz="quarter" idx="66" hasCustomPrompt="1"/>
          </p:nvPr>
        </p:nvSpPr>
        <p:spPr>
          <a:xfrm>
            <a:off x="288330" y="276777"/>
            <a:ext cx="5039728" cy="1320251"/>
          </a:xfrm>
        </p:spPr>
        <p:txBody>
          <a:bodyPr>
            <a:noAutofit/>
          </a:bodyPr>
          <a:lstStyle>
            <a:lvl1pPr>
              <a:defRPr sz="8800" b="1" i="0">
                <a:solidFill>
                  <a:srgbClr val="0066FF"/>
                </a:solidFill>
                <a:latin typeface="Movistar Sans" pitchFamily="2" charset="77"/>
                <a:ea typeface="Movistar Sans" pitchFamily="2" charset="77"/>
              </a:defRPr>
            </a:lvl1pPr>
          </a:lstStyle>
          <a:p>
            <a:pPr lvl="0"/>
            <a:r>
              <a:rPr lang="es-ES" dirty="0" err="1"/>
              <a:t>Index</a:t>
            </a:r>
            <a:endParaRPr lang="es-ES" dirty="0"/>
          </a:p>
        </p:txBody>
      </p:sp>
    </p:spTree>
    <p:extLst>
      <p:ext uri="{BB962C8B-B14F-4D97-AF65-F5344CB8AC3E}">
        <p14:creationId xmlns:p14="http://schemas.microsoft.com/office/powerpoint/2010/main" val="280263771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Indice 2">
    <p:bg>
      <p:bgPr>
        <a:solidFill>
          <a:schemeClr val="bg1"/>
        </a:solidFill>
        <a:effectLst/>
      </p:bgPr>
    </p:bg>
    <p:spTree>
      <p:nvGrpSpPr>
        <p:cNvPr id="1" name=""/>
        <p:cNvGrpSpPr/>
        <p:nvPr/>
      </p:nvGrpSpPr>
      <p:grpSpPr>
        <a:xfrm>
          <a:off x="0" y="0"/>
          <a:ext cx="0" cy="0"/>
          <a:chOff x="0" y="0"/>
          <a:chExt cx="0" cy="0"/>
        </a:xfrm>
      </p:grpSpPr>
      <p:sp>
        <p:nvSpPr>
          <p:cNvPr id="88" name="Marcador de texto 83">
            <a:extLst>
              <a:ext uri="{FF2B5EF4-FFF2-40B4-BE49-F238E27FC236}">
                <a16:creationId xmlns:a16="http://schemas.microsoft.com/office/drawing/2014/main" id="{0B90359A-FFF6-0145-9E7E-4AA8EA318B2A}"/>
              </a:ext>
            </a:extLst>
          </p:cNvPr>
          <p:cNvSpPr>
            <a:spLocks noGrp="1"/>
          </p:cNvSpPr>
          <p:nvPr>
            <p:ph type="body" sz="quarter" idx="45" hasCustomPrompt="1"/>
          </p:nvPr>
        </p:nvSpPr>
        <p:spPr>
          <a:xfrm>
            <a:off x="370568" y="2017907"/>
            <a:ext cx="788077" cy="4001522"/>
          </a:xfrm>
        </p:spPr>
        <p:txBody>
          <a:bodyPr>
            <a:noAutofit/>
          </a:bodyPr>
          <a:lstStyle>
            <a:lvl1pPr>
              <a:lnSpc>
                <a:spcPts val="3600"/>
              </a:lnSpc>
              <a:spcBef>
                <a:spcPts val="1300"/>
              </a:spcBef>
              <a:defRPr sz="2400" b="1" i="0">
                <a:solidFill>
                  <a:srgbClr val="0066FF"/>
                </a:solidFill>
                <a:latin typeface="Movistar Sans" pitchFamily="2" charset="77"/>
                <a:ea typeface="Movistar Sans" pitchFamily="2" charset="77"/>
              </a:defRPr>
            </a:lvl1pPr>
          </a:lstStyle>
          <a:p>
            <a:pPr lvl="0"/>
            <a:r>
              <a:rPr lang="es-ES" dirty="0"/>
              <a:t>1.</a:t>
            </a:r>
            <a:br>
              <a:rPr lang="es-ES" dirty="0"/>
            </a:br>
            <a:r>
              <a:rPr lang="es-ES" dirty="0"/>
              <a:t>2.</a:t>
            </a:r>
            <a:br>
              <a:rPr lang="es-ES" dirty="0"/>
            </a:br>
            <a:r>
              <a:rPr lang="es-ES" dirty="0"/>
              <a:t>3.</a:t>
            </a:r>
            <a:br>
              <a:rPr lang="es-ES" dirty="0"/>
            </a:br>
            <a:r>
              <a:rPr lang="es-ES" dirty="0"/>
              <a:t>4.</a:t>
            </a:r>
            <a:br>
              <a:rPr lang="es-ES" dirty="0"/>
            </a:br>
            <a:r>
              <a:rPr lang="es-ES" dirty="0"/>
              <a:t>5.</a:t>
            </a:r>
          </a:p>
        </p:txBody>
      </p:sp>
      <p:sp>
        <p:nvSpPr>
          <p:cNvPr id="44" name="Marcador de texto 83">
            <a:extLst>
              <a:ext uri="{FF2B5EF4-FFF2-40B4-BE49-F238E27FC236}">
                <a16:creationId xmlns:a16="http://schemas.microsoft.com/office/drawing/2014/main" id="{CBF29B9B-8E00-ED48-AEBE-65C3714F5EAA}"/>
              </a:ext>
            </a:extLst>
          </p:cNvPr>
          <p:cNvSpPr>
            <a:spLocks noGrp="1"/>
          </p:cNvSpPr>
          <p:nvPr>
            <p:ph type="body" sz="quarter" idx="67" hasCustomPrompt="1"/>
          </p:nvPr>
        </p:nvSpPr>
        <p:spPr>
          <a:xfrm>
            <a:off x="1100819" y="2017907"/>
            <a:ext cx="5896651" cy="4001522"/>
          </a:xfrm>
        </p:spPr>
        <p:txBody>
          <a:bodyPr>
            <a:noAutofit/>
          </a:bodyPr>
          <a:lstStyle>
            <a:lvl1pPr>
              <a:lnSpc>
                <a:spcPts val="3600"/>
              </a:lnSpc>
              <a:spcBef>
                <a:spcPts val="1300"/>
              </a:spcBef>
              <a:defRPr sz="2400" b="1" i="0">
                <a:solidFill>
                  <a:schemeClr val="tx1">
                    <a:lumMod val="60000"/>
                    <a:lumOff val="40000"/>
                  </a:schemeClr>
                </a:solidFill>
                <a:latin typeface="Movistar Sans" pitchFamily="2" charset="77"/>
                <a:ea typeface="Movistar Sans" pitchFamily="2" charset="77"/>
              </a:defRPr>
            </a:lvl1pPr>
          </a:lstStyle>
          <a:p>
            <a:pPr lvl="0"/>
            <a:r>
              <a:rPr lang="es-ES" dirty="0" err="1"/>
              <a:t>Chapter</a:t>
            </a:r>
            <a:r>
              <a:rPr lang="es-ES" dirty="0"/>
              <a:t> </a:t>
            </a:r>
            <a:r>
              <a:rPr lang="es-ES" dirty="0" err="1"/>
              <a:t>Title</a:t>
            </a:r>
            <a:br>
              <a:rPr lang="es-ES" dirty="0"/>
            </a:br>
            <a:r>
              <a:rPr lang="es-ES" dirty="0" err="1"/>
              <a:t>Chapter</a:t>
            </a:r>
            <a:r>
              <a:rPr lang="es-ES" dirty="0"/>
              <a:t> </a:t>
            </a:r>
            <a:r>
              <a:rPr lang="es-ES" dirty="0" err="1"/>
              <a:t>Title</a:t>
            </a:r>
            <a:br>
              <a:rPr lang="es-ES" dirty="0"/>
            </a:br>
            <a:r>
              <a:rPr lang="es-ES" dirty="0" err="1"/>
              <a:t>Chapter</a:t>
            </a:r>
            <a:r>
              <a:rPr lang="es-ES" dirty="0"/>
              <a:t> </a:t>
            </a:r>
            <a:r>
              <a:rPr lang="es-ES" dirty="0" err="1"/>
              <a:t>Title</a:t>
            </a:r>
            <a:br>
              <a:rPr lang="es-ES" dirty="0"/>
            </a:br>
            <a:r>
              <a:rPr lang="es-ES" dirty="0" err="1"/>
              <a:t>Chapter</a:t>
            </a:r>
            <a:r>
              <a:rPr lang="es-ES" dirty="0"/>
              <a:t> </a:t>
            </a:r>
            <a:r>
              <a:rPr lang="es-ES" dirty="0" err="1"/>
              <a:t>Title</a:t>
            </a:r>
            <a:br>
              <a:rPr lang="es-ES" dirty="0"/>
            </a:br>
            <a:r>
              <a:rPr lang="es-ES" dirty="0" err="1"/>
              <a:t>Chapter</a:t>
            </a:r>
            <a:r>
              <a:rPr lang="es-ES" dirty="0"/>
              <a:t> </a:t>
            </a:r>
            <a:r>
              <a:rPr lang="es-ES" dirty="0" err="1"/>
              <a:t>Title</a:t>
            </a:r>
            <a:br>
              <a:rPr lang="es-ES" dirty="0"/>
            </a:br>
            <a:endParaRPr lang="es-ES" dirty="0"/>
          </a:p>
        </p:txBody>
      </p:sp>
      <p:sp>
        <p:nvSpPr>
          <p:cNvPr id="2" name="Marcador de texto 109">
            <a:extLst>
              <a:ext uri="{FF2B5EF4-FFF2-40B4-BE49-F238E27FC236}">
                <a16:creationId xmlns:a16="http://schemas.microsoft.com/office/drawing/2014/main" id="{8783C3C7-DF35-C688-BB67-7A77DC75727F}"/>
              </a:ext>
            </a:extLst>
          </p:cNvPr>
          <p:cNvSpPr>
            <a:spLocks noGrp="1"/>
          </p:cNvSpPr>
          <p:nvPr>
            <p:ph type="body" sz="quarter" idx="66" hasCustomPrompt="1"/>
          </p:nvPr>
        </p:nvSpPr>
        <p:spPr>
          <a:xfrm>
            <a:off x="288330" y="276777"/>
            <a:ext cx="5039728" cy="1320251"/>
          </a:xfrm>
        </p:spPr>
        <p:txBody>
          <a:bodyPr>
            <a:noAutofit/>
          </a:bodyPr>
          <a:lstStyle>
            <a:lvl1pPr>
              <a:defRPr sz="8800" b="1" i="0">
                <a:solidFill>
                  <a:srgbClr val="0066FF"/>
                </a:solidFill>
                <a:latin typeface="Movistar Sans" pitchFamily="2" charset="77"/>
                <a:ea typeface="Movistar Sans" pitchFamily="2" charset="77"/>
              </a:defRPr>
            </a:lvl1pPr>
          </a:lstStyle>
          <a:p>
            <a:pPr lvl="0"/>
            <a:r>
              <a:rPr lang="es-ES" dirty="0" err="1"/>
              <a:t>Index</a:t>
            </a:r>
            <a:endParaRPr lang="es-ES" dirty="0"/>
          </a:p>
        </p:txBody>
      </p:sp>
    </p:spTree>
    <p:extLst>
      <p:ext uri="{BB962C8B-B14F-4D97-AF65-F5344CB8AC3E}">
        <p14:creationId xmlns:p14="http://schemas.microsoft.com/office/powerpoint/2010/main" val="339400630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Separador 01">
    <p:bg>
      <p:bgPr>
        <a:solidFill>
          <a:schemeClr val="bg1"/>
        </a:solidFill>
        <a:effectLst/>
      </p:bgPr>
    </p:bg>
    <p:spTree>
      <p:nvGrpSpPr>
        <p:cNvPr id="1" name=""/>
        <p:cNvGrpSpPr/>
        <p:nvPr/>
      </p:nvGrpSpPr>
      <p:grpSpPr>
        <a:xfrm>
          <a:off x="0" y="0"/>
          <a:ext cx="0" cy="0"/>
          <a:chOff x="0" y="0"/>
          <a:chExt cx="0" cy="0"/>
        </a:xfrm>
      </p:grpSpPr>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30" y="276777"/>
            <a:ext cx="8944160" cy="1320251"/>
          </a:xfrm>
        </p:spPr>
        <p:txBody>
          <a:bodyPr>
            <a:noAutofit/>
          </a:bodyPr>
          <a:lstStyle>
            <a:lvl1pPr>
              <a:lnSpc>
                <a:spcPts val="9000"/>
              </a:lnSpc>
              <a:defRPr sz="8800" b="1" i="0">
                <a:solidFill>
                  <a:schemeClr val="tx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Tree>
    <p:extLst>
      <p:ext uri="{BB962C8B-B14F-4D97-AF65-F5344CB8AC3E}">
        <p14:creationId xmlns:p14="http://schemas.microsoft.com/office/powerpoint/2010/main" val="187898651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1_Separador 01">
    <p:bg>
      <p:bgPr>
        <a:solidFill>
          <a:schemeClr val="tx2"/>
        </a:solidFill>
        <a:effectLst/>
      </p:bgPr>
    </p:bg>
    <p:spTree>
      <p:nvGrpSpPr>
        <p:cNvPr id="1" name=""/>
        <p:cNvGrpSpPr/>
        <p:nvPr/>
      </p:nvGrpSpPr>
      <p:grpSpPr>
        <a:xfrm>
          <a:off x="0" y="0"/>
          <a:ext cx="0" cy="0"/>
          <a:chOff x="0" y="0"/>
          <a:chExt cx="0" cy="0"/>
        </a:xfrm>
      </p:grpSpPr>
      <p:sp>
        <p:nvSpPr>
          <p:cNvPr id="110" name="Marcador de texto 109">
            <a:extLst>
              <a:ext uri="{FF2B5EF4-FFF2-40B4-BE49-F238E27FC236}">
                <a16:creationId xmlns:a16="http://schemas.microsoft.com/office/drawing/2014/main" id="{47572D3A-0640-F64B-B8C7-BC1B9D446553}"/>
              </a:ext>
            </a:extLst>
          </p:cNvPr>
          <p:cNvSpPr>
            <a:spLocks noGrp="1"/>
          </p:cNvSpPr>
          <p:nvPr>
            <p:ph type="body" sz="quarter" idx="66" hasCustomPrompt="1"/>
          </p:nvPr>
        </p:nvSpPr>
        <p:spPr>
          <a:xfrm>
            <a:off x="288330" y="276777"/>
            <a:ext cx="8944160" cy="1320251"/>
          </a:xfrm>
        </p:spPr>
        <p:txBody>
          <a:bodyPr>
            <a:noAutofit/>
          </a:bodyPr>
          <a:lstStyle>
            <a:lvl1pPr>
              <a:lnSpc>
                <a:spcPts val="9000"/>
              </a:lnSpc>
              <a:defRPr sz="8800" b="1" i="0">
                <a:solidFill>
                  <a:schemeClr val="tx1"/>
                </a:solidFill>
                <a:latin typeface="Movistar Sans" pitchFamily="2" charset="77"/>
                <a:ea typeface="Movistar Sans" pitchFamily="2" charset="77"/>
              </a:defRPr>
            </a:lvl1pPr>
          </a:lstStyle>
          <a:p>
            <a:pPr lvl="0"/>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Tree>
    <p:extLst>
      <p:ext uri="{BB962C8B-B14F-4D97-AF65-F5344CB8AC3E}">
        <p14:creationId xmlns:p14="http://schemas.microsoft.com/office/powerpoint/2010/main" val="397367266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Separador 02">
    <p:bg>
      <p:bgPr>
        <a:solidFill>
          <a:schemeClr val="bg1"/>
        </a:solidFill>
        <a:effectLst/>
      </p:bgPr>
    </p:bg>
    <p:spTree>
      <p:nvGrpSpPr>
        <p:cNvPr id="1" name=""/>
        <p:cNvGrpSpPr/>
        <p:nvPr/>
      </p:nvGrpSpPr>
      <p:grpSpPr>
        <a:xfrm>
          <a:off x="0" y="0"/>
          <a:ext cx="0" cy="0"/>
          <a:chOff x="0" y="0"/>
          <a:chExt cx="0" cy="0"/>
        </a:xfrm>
      </p:grpSpPr>
      <p:sp>
        <p:nvSpPr>
          <p:cNvPr id="7" name="Título 5">
            <a:extLst>
              <a:ext uri="{FF2B5EF4-FFF2-40B4-BE49-F238E27FC236}">
                <a16:creationId xmlns:a16="http://schemas.microsoft.com/office/drawing/2014/main" id="{39F8226E-E282-6E49-8A71-65A0345022F7}"/>
              </a:ext>
            </a:extLst>
          </p:cNvPr>
          <p:cNvSpPr>
            <a:spLocks noGrp="1"/>
          </p:cNvSpPr>
          <p:nvPr>
            <p:ph type="title"/>
          </p:nvPr>
        </p:nvSpPr>
        <p:spPr>
          <a:xfrm>
            <a:off x="381996" y="2566815"/>
            <a:ext cx="4650724" cy="1325563"/>
          </a:xfrm>
          <a:prstGeom prst="rect">
            <a:avLst/>
          </a:prstGeom>
          <a:noFill/>
        </p:spPr>
        <p:txBody>
          <a:bodyPr>
            <a:noAutofit/>
          </a:bodyPr>
          <a:lstStyle>
            <a:lvl1pPr>
              <a:defRPr sz="5200"/>
            </a:lvl1pPr>
          </a:lstStyle>
          <a:p>
            <a:r>
              <a:rPr lang="es-ES"/>
              <a:t>Haga clic para modificar</a:t>
            </a:r>
          </a:p>
        </p:txBody>
      </p:sp>
      <p:sp>
        <p:nvSpPr>
          <p:cNvPr id="2" name="Marcador de texto 5">
            <a:extLst>
              <a:ext uri="{FF2B5EF4-FFF2-40B4-BE49-F238E27FC236}">
                <a16:creationId xmlns:a16="http://schemas.microsoft.com/office/drawing/2014/main" id="{FEFA696E-79FD-4FBC-E6F4-BFFF86A513F8}"/>
              </a:ext>
            </a:extLst>
          </p:cNvPr>
          <p:cNvSpPr>
            <a:spLocks noGrp="1"/>
          </p:cNvSpPr>
          <p:nvPr>
            <p:ph type="body" sz="quarter" idx="11" hasCustomPrompt="1"/>
          </p:nvPr>
        </p:nvSpPr>
        <p:spPr>
          <a:xfrm>
            <a:off x="4779586" y="1014642"/>
            <a:ext cx="7595419" cy="4695825"/>
          </a:xfrm>
        </p:spPr>
        <p:txBody>
          <a:bodyPr>
            <a:noAutofit/>
          </a:bodyPr>
          <a:lstStyle>
            <a:lvl1pPr>
              <a:defRPr sz="43000" b="0" i="0">
                <a:solidFill>
                  <a:schemeClr val="tx2"/>
                </a:solidFill>
                <a:latin typeface="Movistar Sans Medium" pitchFamily="2" charset="77"/>
                <a:ea typeface="Movistar Sans Medium" pitchFamily="2" charset="77"/>
              </a:defRPr>
            </a:lvl1pPr>
          </a:lstStyle>
          <a:p>
            <a:pPr lvl="0"/>
            <a:r>
              <a:rPr lang="es-ES" dirty="0"/>
              <a:t>02</a:t>
            </a:r>
          </a:p>
        </p:txBody>
      </p:sp>
    </p:spTree>
    <p:extLst>
      <p:ext uri="{BB962C8B-B14F-4D97-AF65-F5344CB8AC3E}">
        <p14:creationId xmlns:p14="http://schemas.microsoft.com/office/powerpoint/2010/main" val="420010309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Separador 02">
    <p:bg>
      <p:bgPr>
        <a:solidFill>
          <a:schemeClr val="tx2"/>
        </a:solidFill>
        <a:effectLst/>
      </p:bgPr>
    </p:bg>
    <p:spTree>
      <p:nvGrpSpPr>
        <p:cNvPr id="1" name=""/>
        <p:cNvGrpSpPr/>
        <p:nvPr/>
      </p:nvGrpSpPr>
      <p:grpSpPr>
        <a:xfrm>
          <a:off x="0" y="0"/>
          <a:ext cx="0" cy="0"/>
          <a:chOff x="0" y="0"/>
          <a:chExt cx="0" cy="0"/>
        </a:xfrm>
      </p:grpSpPr>
      <p:sp>
        <p:nvSpPr>
          <p:cNvPr id="7" name="Título 5">
            <a:extLst>
              <a:ext uri="{FF2B5EF4-FFF2-40B4-BE49-F238E27FC236}">
                <a16:creationId xmlns:a16="http://schemas.microsoft.com/office/drawing/2014/main" id="{39F8226E-E282-6E49-8A71-65A0345022F7}"/>
              </a:ext>
            </a:extLst>
          </p:cNvPr>
          <p:cNvSpPr>
            <a:spLocks noGrp="1"/>
          </p:cNvSpPr>
          <p:nvPr>
            <p:ph type="title"/>
          </p:nvPr>
        </p:nvSpPr>
        <p:spPr>
          <a:xfrm>
            <a:off x="381996" y="2566815"/>
            <a:ext cx="4650724" cy="1325563"/>
          </a:xfrm>
          <a:prstGeom prst="rect">
            <a:avLst/>
          </a:prstGeom>
          <a:noFill/>
        </p:spPr>
        <p:txBody>
          <a:bodyPr>
            <a:noAutofit/>
          </a:bodyPr>
          <a:lstStyle>
            <a:lvl1pPr>
              <a:defRPr sz="5000">
                <a:solidFill>
                  <a:schemeClr val="bg1"/>
                </a:solidFill>
              </a:defRPr>
            </a:lvl1pPr>
          </a:lstStyle>
          <a:p>
            <a:r>
              <a:rPr lang="es-ES" dirty="0"/>
              <a:t>Haga clic para modificar</a:t>
            </a:r>
          </a:p>
        </p:txBody>
      </p:sp>
      <p:sp>
        <p:nvSpPr>
          <p:cNvPr id="6" name="Marcador de texto 5">
            <a:extLst>
              <a:ext uri="{FF2B5EF4-FFF2-40B4-BE49-F238E27FC236}">
                <a16:creationId xmlns:a16="http://schemas.microsoft.com/office/drawing/2014/main" id="{42B4C642-AD83-E048-B9D3-0C11F037BDC1}"/>
              </a:ext>
            </a:extLst>
          </p:cNvPr>
          <p:cNvSpPr>
            <a:spLocks noGrp="1"/>
          </p:cNvSpPr>
          <p:nvPr>
            <p:ph type="body" sz="quarter" idx="11" hasCustomPrompt="1"/>
          </p:nvPr>
        </p:nvSpPr>
        <p:spPr>
          <a:xfrm>
            <a:off x="4779586" y="1014642"/>
            <a:ext cx="7595419" cy="4695825"/>
          </a:xfrm>
        </p:spPr>
        <p:txBody>
          <a:bodyPr>
            <a:noAutofit/>
          </a:bodyPr>
          <a:lstStyle>
            <a:lvl1pPr>
              <a:defRPr sz="43000" b="0" i="0">
                <a:solidFill>
                  <a:schemeClr val="bg1"/>
                </a:solidFill>
                <a:latin typeface="Movistar Sans Medium" pitchFamily="2" charset="77"/>
                <a:ea typeface="Movistar Sans Medium" pitchFamily="2" charset="77"/>
              </a:defRPr>
            </a:lvl1pPr>
          </a:lstStyle>
          <a:p>
            <a:pPr lvl="0"/>
            <a:r>
              <a:rPr lang="es-ES" dirty="0"/>
              <a:t>02</a:t>
            </a:r>
          </a:p>
        </p:txBody>
      </p:sp>
      <p:pic>
        <p:nvPicPr>
          <p:cNvPr id="2" name="Gráfico 44">
            <a:extLst>
              <a:ext uri="{FF2B5EF4-FFF2-40B4-BE49-F238E27FC236}">
                <a16:creationId xmlns:a16="http://schemas.microsoft.com/office/drawing/2014/main" id="{8A9B1DB5-DAC4-A6E1-84AB-CE58073C76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401144" y="6355461"/>
            <a:ext cx="454166" cy="336962"/>
          </a:xfrm>
          <a:prstGeom prst="rect">
            <a:avLst/>
          </a:prstGeom>
        </p:spPr>
      </p:pic>
      <p:pic>
        <p:nvPicPr>
          <p:cNvPr id="3" name="Gráfico 5">
            <a:extLst>
              <a:ext uri="{FF2B5EF4-FFF2-40B4-BE49-F238E27FC236}">
                <a16:creationId xmlns:a16="http://schemas.microsoft.com/office/drawing/2014/main" id="{5D473B25-4D01-3148-8F66-7777B28C033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3495321865"/>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Titular Grande 1">
    <p:bg>
      <p:bgPr>
        <a:solidFill>
          <a:schemeClr val="bg1"/>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9C55805-7954-B24C-8EC6-5DE3A100F72B}"/>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4" name="Título 10">
            <a:extLst>
              <a:ext uri="{FF2B5EF4-FFF2-40B4-BE49-F238E27FC236}">
                <a16:creationId xmlns:a16="http://schemas.microsoft.com/office/drawing/2014/main" id="{49156FD3-0196-4F4F-9FDD-822A7DDF5333}"/>
              </a:ext>
            </a:extLst>
          </p:cNvPr>
          <p:cNvSpPr>
            <a:spLocks noGrp="1"/>
          </p:cNvSpPr>
          <p:nvPr>
            <p:ph type="title" hasCustomPrompt="1"/>
          </p:nvPr>
        </p:nvSpPr>
        <p:spPr>
          <a:xfrm>
            <a:off x="413956" y="328897"/>
            <a:ext cx="11257119" cy="800944"/>
          </a:xfrm>
          <a:prstGeom prst="rect">
            <a:avLst/>
          </a:prstGeom>
        </p:spPr>
        <p:txBody>
          <a:bodyPr anchor="t"/>
          <a:lstStyle>
            <a:lvl1pPr>
              <a:lnSpc>
                <a:spcPts val="4760"/>
              </a:lnSpc>
              <a:defRPr sz="4800" b="1" i="0">
                <a:solidFill>
                  <a:srgbClr val="0066FF"/>
                </a:solidFill>
                <a:latin typeface="Movistar Sans" pitchFamily="2" charset="77"/>
                <a:ea typeface="Movistar Sans" pitchFamily="2" charset="77"/>
              </a:defRPr>
            </a:lvl1pPr>
          </a:lstStyle>
          <a:p>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7" name="Marcador de texto 12">
            <a:extLst>
              <a:ext uri="{FF2B5EF4-FFF2-40B4-BE49-F238E27FC236}">
                <a16:creationId xmlns:a16="http://schemas.microsoft.com/office/drawing/2014/main" id="{AC36CB54-E3E5-C1C0-3177-84D8BFC61A02}"/>
              </a:ext>
            </a:extLst>
          </p:cNvPr>
          <p:cNvSpPr>
            <a:spLocks noGrp="1"/>
          </p:cNvSpPr>
          <p:nvPr>
            <p:ph type="body" sz="quarter" idx="11" hasCustomPrompt="1"/>
          </p:nvPr>
        </p:nvSpPr>
        <p:spPr>
          <a:xfrm>
            <a:off x="413956" y="2206906"/>
            <a:ext cx="3704935" cy="603600"/>
          </a:xfrm>
        </p:spPr>
        <p:txBody>
          <a:bodyPr/>
          <a:lstStyle>
            <a:lvl1pPr marL="0" indent="0">
              <a:buNone/>
              <a:defRPr b="1">
                <a:solidFill>
                  <a:schemeClr val="tx1"/>
                </a:solidFill>
              </a:defRPr>
            </a:lvl1pPr>
          </a:lstStyle>
          <a:p>
            <a:pPr lvl="0"/>
            <a:r>
              <a:rPr lang="es-ES" err="1"/>
              <a:t>Body</a:t>
            </a:r>
            <a:r>
              <a:rPr lang="es-ES"/>
              <a:t> </a:t>
            </a:r>
            <a:r>
              <a:rPr lang="es-ES" err="1"/>
              <a:t>subhead</a:t>
            </a:r>
            <a:r>
              <a:rPr lang="es-ES"/>
              <a:t> (</a:t>
            </a:r>
            <a:r>
              <a:rPr lang="es-ES" err="1"/>
              <a:t>second</a:t>
            </a:r>
            <a:r>
              <a:rPr lang="es-ES"/>
              <a:t> </a:t>
            </a:r>
            <a:r>
              <a:rPr lang="es-ES" err="1"/>
              <a:t>level</a:t>
            </a:r>
            <a:r>
              <a:rPr lang="es-ES"/>
              <a:t> </a:t>
            </a:r>
            <a:r>
              <a:rPr lang="es-ES" err="1"/>
              <a:t>text</a:t>
            </a:r>
            <a:r>
              <a:rPr lang="es-ES"/>
              <a:t>)</a:t>
            </a:r>
          </a:p>
        </p:txBody>
      </p:sp>
      <p:sp>
        <p:nvSpPr>
          <p:cNvPr id="8" name="Marcador de texto 14">
            <a:extLst>
              <a:ext uri="{FF2B5EF4-FFF2-40B4-BE49-F238E27FC236}">
                <a16:creationId xmlns:a16="http://schemas.microsoft.com/office/drawing/2014/main" id="{8DDA3D0F-A7A8-20E4-5F28-73AB6D54B800}"/>
              </a:ext>
            </a:extLst>
          </p:cNvPr>
          <p:cNvSpPr>
            <a:spLocks noGrp="1"/>
          </p:cNvSpPr>
          <p:nvPr>
            <p:ph type="body" sz="quarter" idx="12" hasCustomPrompt="1"/>
          </p:nvPr>
        </p:nvSpPr>
        <p:spPr>
          <a:xfrm>
            <a:off x="415927" y="2871788"/>
            <a:ext cx="3704935" cy="2717800"/>
          </a:xfrm>
        </p:spPr>
        <p:txBody>
          <a:bodyPr/>
          <a:lstStyle>
            <a:lvl1pPr marL="0" indent="0">
              <a:lnSpc>
                <a:spcPct val="100000"/>
              </a:lnSpc>
              <a:buNone/>
              <a:defRPr sz="1600">
                <a:solidFill>
                  <a:schemeClr val="tx1">
                    <a:lumMod val="60000"/>
                    <a:lumOff val="40000"/>
                  </a:schemeClr>
                </a:solidFill>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r>
              <a:rPr lang="es-ES" dirty="0"/>
              <a:t> id, </a:t>
            </a:r>
            <a:r>
              <a:rPr lang="es-ES" dirty="0" err="1"/>
              <a:t>viverra</a:t>
            </a:r>
            <a:r>
              <a:rPr lang="es-ES" dirty="0"/>
              <a:t> </a:t>
            </a:r>
            <a:r>
              <a:rPr lang="es-ES" dirty="0" err="1"/>
              <a:t>nec</a:t>
            </a:r>
            <a:r>
              <a:rPr lang="es-ES" dirty="0"/>
              <a:t> </a:t>
            </a:r>
            <a:r>
              <a:rPr lang="es-ES" dirty="0" err="1"/>
              <a:t>enim</a:t>
            </a:r>
            <a:r>
              <a:rPr lang="es-ES" dirty="0"/>
              <a:t>:</a:t>
            </a:r>
          </a:p>
          <a:p>
            <a:pPr lvl="0"/>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p>
        </p:txBody>
      </p:sp>
    </p:spTree>
    <p:extLst>
      <p:ext uri="{BB962C8B-B14F-4D97-AF65-F5344CB8AC3E}">
        <p14:creationId xmlns:p14="http://schemas.microsoft.com/office/powerpoint/2010/main" val="3290287576"/>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Titular Grande 2">
    <p:bg>
      <p:bgPr>
        <a:solidFill>
          <a:schemeClr val="bg1"/>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9C55805-7954-B24C-8EC6-5DE3A100F72B}"/>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4" name="Título 10">
            <a:extLst>
              <a:ext uri="{FF2B5EF4-FFF2-40B4-BE49-F238E27FC236}">
                <a16:creationId xmlns:a16="http://schemas.microsoft.com/office/drawing/2014/main" id="{49156FD3-0196-4F4F-9FDD-822A7DDF5333}"/>
              </a:ext>
            </a:extLst>
          </p:cNvPr>
          <p:cNvSpPr>
            <a:spLocks noGrp="1"/>
          </p:cNvSpPr>
          <p:nvPr>
            <p:ph type="title" hasCustomPrompt="1"/>
          </p:nvPr>
        </p:nvSpPr>
        <p:spPr>
          <a:xfrm>
            <a:off x="413956" y="328897"/>
            <a:ext cx="11257119" cy="800944"/>
          </a:xfrm>
          <a:prstGeom prst="rect">
            <a:avLst/>
          </a:prstGeom>
        </p:spPr>
        <p:txBody>
          <a:bodyPr anchor="t"/>
          <a:lstStyle>
            <a:lvl1pPr>
              <a:lnSpc>
                <a:spcPts val="4760"/>
              </a:lnSpc>
              <a:defRPr sz="4800" b="1" i="0">
                <a:solidFill>
                  <a:srgbClr val="0066FF"/>
                </a:solidFill>
                <a:latin typeface="Movistar Sans" pitchFamily="2" charset="77"/>
                <a:ea typeface="Movistar Sans" pitchFamily="2" charset="77"/>
              </a:defRPr>
            </a:lvl1pPr>
          </a:lstStyle>
          <a:p>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6" name="Marcador de texto 14">
            <a:extLst>
              <a:ext uri="{FF2B5EF4-FFF2-40B4-BE49-F238E27FC236}">
                <a16:creationId xmlns:a16="http://schemas.microsoft.com/office/drawing/2014/main" id="{6E6DC74C-4704-064C-9CF0-4BE6715AD4E8}"/>
              </a:ext>
            </a:extLst>
          </p:cNvPr>
          <p:cNvSpPr>
            <a:spLocks noGrp="1"/>
          </p:cNvSpPr>
          <p:nvPr>
            <p:ph type="body" sz="quarter" idx="12" hasCustomPrompt="1"/>
          </p:nvPr>
        </p:nvSpPr>
        <p:spPr>
          <a:xfrm>
            <a:off x="415542" y="1829564"/>
            <a:ext cx="5320097" cy="1391925"/>
          </a:xfrm>
        </p:spPr>
        <p:txBody>
          <a:bodyPr/>
          <a:lstStyle>
            <a:lvl1pPr marL="0" indent="0">
              <a:buNone/>
              <a:defRPr sz="1400">
                <a:solidFill>
                  <a:schemeClr val="tx1">
                    <a:lumMod val="60000"/>
                    <a:lumOff val="40000"/>
                  </a:schemeClr>
                </a:solidFill>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r>
              <a:rPr lang="es-ES" dirty="0"/>
              <a:t> id, </a:t>
            </a:r>
            <a:r>
              <a:rPr lang="es-ES" dirty="0" err="1"/>
              <a:t>viverra</a:t>
            </a:r>
            <a:r>
              <a:rPr lang="es-ES" dirty="0"/>
              <a:t> </a:t>
            </a:r>
            <a:r>
              <a:rPr lang="es-ES" dirty="0" err="1"/>
              <a:t>nec</a:t>
            </a:r>
            <a:r>
              <a:rPr lang="es-ES" dirty="0"/>
              <a:t> </a:t>
            </a:r>
            <a:r>
              <a:rPr lang="es-ES" dirty="0" err="1"/>
              <a:t>enim</a:t>
            </a:r>
            <a:r>
              <a:rPr lang="es-ES" dirty="0"/>
              <a:t>. </a:t>
            </a:r>
            <a:r>
              <a:rPr lang="es-ES" dirty="0" err="1"/>
              <a:t>Nulla</a:t>
            </a:r>
            <a:r>
              <a:rPr lang="es-ES" dirty="0"/>
              <a:t> </a:t>
            </a:r>
            <a:r>
              <a:rPr lang="es-ES" dirty="0" err="1"/>
              <a:t>lacus</a:t>
            </a:r>
            <a:r>
              <a:rPr lang="es-ES" dirty="0"/>
              <a:t> </a:t>
            </a:r>
            <a:r>
              <a:rPr lang="es-ES" dirty="0" err="1"/>
              <a:t>dui</a:t>
            </a:r>
            <a:r>
              <a:rPr lang="es-ES" dirty="0"/>
              <a:t>, </a:t>
            </a:r>
            <a:r>
              <a:rPr lang="es-ES" dirty="0" err="1"/>
              <a:t>gravida</a:t>
            </a:r>
            <a:r>
              <a:rPr lang="es-ES" dirty="0"/>
              <a:t> ac ornare ac.</a:t>
            </a:r>
          </a:p>
        </p:txBody>
      </p:sp>
      <p:sp>
        <p:nvSpPr>
          <p:cNvPr id="12" name="Marcador de texto 12">
            <a:extLst>
              <a:ext uri="{FF2B5EF4-FFF2-40B4-BE49-F238E27FC236}">
                <a16:creationId xmlns:a16="http://schemas.microsoft.com/office/drawing/2014/main" id="{BD8A9A29-247E-EA46-8CD4-1758841A8D95}"/>
              </a:ext>
            </a:extLst>
          </p:cNvPr>
          <p:cNvSpPr>
            <a:spLocks noGrp="1"/>
          </p:cNvSpPr>
          <p:nvPr>
            <p:ph type="body" sz="quarter" idx="17" hasCustomPrompt="1"/>
          </p:nvPr>
        </p:nvSpPr>
        <p:spPr>
          <a:xfrm>
            <a:off x="415542" y="3265618"/>
            <a:ext cx="5320097" cy="363820"/>
          </a:xfrm>
        </p:spPr>
        <p:txBody>
          <a:bodyPr/>
          <a:lstStyle>
            <a:lvl1pPr marL="0" indent="0">
              <a:buNone/>
              <a:defRPr b="1" i="0">
                <a:solidFill>
                  <a:schemeClr val="tx1"/>
                </a:solidFill>
                <a:latin typeface="Movistar Sans" pitchFamily="2" charset="77"/>
                <a:ea typeface="Movistar Sans"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13" name="Marcador de texto 14">
            <a:extLst>
              <a:ext uri="{FF2B5EF4-FFF2-40B4-BE49-F238E27FC236}">
                <a16:creationId xmlns:a16="http://schemas.microsoft.com/office/drawing/2014/main" id="{5271E3B7-3FD3-8440-9710-E3439F3EE80C}"/>
              </a:ext>
            </a:extLst>
          </p:cNvPr>
          <p:cNvSpPr>
            <a:spLocks noGrp="1"/>
          </p:cNvSpPr>
          <p:nvPr>
            <p:ph type="body" sz="quarter" idx="18" hasCustomPrompt="1"/>
          </p:nvPr>
        </p:nvSpPr>
        <p:spPr>
          <a:xfrm>
            <a:off x="415541" y="3629438"/>
            <a:ext cx="5320099" cy="2717800"/>
          </a:xfrm>
        </p:spPr>
        <p:txBody>
          <a:bodyPr>
            <a:normAutofit/>
          </a:bodyPr>
          <a:lstStyle>
            <a:lvl1pPr marL="0" indent="0">
              <a:buNone/>
              <a:defRPr sz="1400" b="0" i="0">
                <a:solidFill>
                  <a:schemeClr val="tx1">
                    <a:lumMod val="60000"/>
                    <a:lumOff val="40000"/>
                  </a:schemeClr>
                </a:solidFill>
                <a:latin typeface="Movistar Sans Medium" pitchFamily="2" charset="77"/>
                <a:ea typeface="Movistar Sans Medium" pitchFamily="2" charset="77"/>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a:t>
            </a:r>
            <a:br>
              <a:rPr lang="es-ES"/>
            </a:br>
            <a:r>
              <a:rPr lang="es-ES" err="1"/>
              <a:t>Aliquam</a:t>
            </a:r>
            <a:r>
              <a:rPr lang="es-ES"/>
              <a:t>  </a:t>
            </a:r>
            <a:r>
              <a:rPr lang="es-ES" err="1"/>
              <a:t>euismod</a:t>
            </a:r>
            <a:r>
              <a:rPr lang="es-ES"/>
              <a:t> </a:t>
            </a:r>
            <a:r>
              <a:rPr lang="es-ES" err="1"/>
              <a:t>cursus</a:t>
            </a:r>
            <a:r>
              <a:rPr lang="es-ES"/>
              <a:t> </a:t>
            </a:r>
            <a:r>
              <a:rPr lang="es-ES" err="1"/>
              <a:t>ipsum</a:t>
            </a:r>
            <a:r>
              <a:rPr lang="es-ES"/>
              <a:t>. </a:t>
            </a:r>
            <a:r>
              <a:rPr lang="es-ES" err="1"/>
              <a:t>Hasellus</a:t>
            </a:r>
            <a:r>
              <a:rPr lang="es-ES"/>
              <a:t> </a:t>
            </a:r>
            <a:r>
              <a:rPr lang="es-ES" err="1"/>
              <a:t>erat</a:t>
            </a:r>
            <a:r>
              <a:rPr lang="es-ES"/>
              <a:t> </a:t>
            </a:r>
            <a:r>
              <a:rPr lang="es-ES" err="1"/>
              <a:t>metus</a:t>
            </a:r>
            <a:r>
              <a:rPr lang="es-ES"/>
              <a:t>, </a:t>
            </a:r>
            <a:r>
              <a:rPr lang="es-ES" err="1"/>
              <a:t>faucibus</a:t>
            </a:r>
            <a:r>
              <a:rPr lang="es-ES"/>
              <a:t> </a:t>
            </a:r>
            <a:r>
              <a:rPr lang="es-ES" err="1"/>
              <a:t>quis</a:t>
            </a:r>
            <a:r>
              <a:rPr lang="es-ES"/>
              <a:t> </a:t>
            </a:r>
            <a:r>
              <a:rPr lang="es-ES" err="1"/>
              <a:t>interdum</a:t>
            </a:r>
            <a:r>
              <a:rPr lang="es-ES"/>
              <a:t> id, </a:t>
            </a:r>
            <a:r>
              <a:rPr lang="es-ES" err="1"/>
              <a:t>viverra</a:t>
            </a:r>
            <a:r>
              <a:rPr lang="es-ES"/>
              <a:t> </a:t>
            </a:r>
            <a:r>
              <a:rPr lang="es-ES" err="1"/>
              <a:t>nec</a:t>
            </a:r>
            <a:r>
              <a:rPr lang="es-ES"/>
              <a:t> </a:t>
            </a:r>
            <a:r>
              <a:rPr lang="es-ES" err="1"/>
              <a:t>enim</a:t>
            </a:r>
            <a:r>
              <a:rPr lang="es-ES"/>
              <a:t>:</a:t>
            </a:r>
            <a:br>
              <a:rPr lang="es-ES"/>
            </a:br>
            <a:r>
              <a:rPr lang="es-ES"/>
              <a:t>         • </a:t>
            </a:r>
            <a:r>
              <a:rPr lang="es-ES" err="1"/>
              <a:t>Insert</a:t>
            </a:r>
            <a:r>
              <a:rPr lang="es-ES"/>
              <a:t> </a:t>
            </a:r>
            <a:r>
              <a:rPr lang="es-ES" err="1"/>
              <a:t>text</a:t>
            </a:r>
            <a:r>
              <a:rPr lang="es-ES"/>
              <a:t> </a:t>
            </a:r>
            <a:r>
              <a:rPr lang="es-ES" err="1"/>
              <a:t>here</a:t>
            </a:r>
            <a:br>
              <a:rPr lang="es-ES"/>
            </a:br>
            <a:r>
              <a:rPr lang="es-ES"/>
              <a:t>                 • </a:t>
            </a:r>
            <a:r>
              <a:rPr lang="es-ES" err="1"/>
              <a:t>Insert</a:t>
            </a:r>
            <a:r>
              <a:rPr lang="es-ES"/>
              <a:t> </a:t>
            </a:r>
            <a:r>
              <a:rPr lang="es-ES" err="1"/>
              <a:t>text</a:t>
            </a:r>
            <a:r>
              <a:rPr lang="es-ES"/>
              <a:t> </a:t>
            </a:r>
            <a:r>
              <a:rPr lang="es-ES" err="1"/>
              <a:t>here</a:t>
            </a:r>
            <a:br>
              <a:rPr lang="es-ES"/>
            </a:br>
            <a:r>
              <a:rPr lang="es-ES"/>
              <a:t>	</a:t>
            </a:r>
          </a:p>
        </p:txBody>
      </p:sp>
      <p:sp>
        <p:nvSpPr>
          <p:cNvPr id="21" name="Marcador de texto 14">
            <a:extLst>
              <a:ext uri="{FF2B5EF4-FFF2-40B4-BE49-F238E27FC236}">
                <a16:creationId xmlns:a16="http://schemas.microsoft.com/office/drawing/2014/main" id="{01CE7070-5CE0-8D45-A606-20C768D30ADA}"/>
              </a:ext>
            </a:extLst>
          </p:cNvPr>
          <p:cNvSpPr>
            <a:spLocks noGrp="1"/>
          </p:cNvSpPr>
          <p:nvPr>
            <p:ph type="body" sz="quarter" idx="19" hasCustomPrompt="1"/>
          </p:nvPr>
        </p:nvSpPr>
        <p:spPr>
          <a:xfrm>
            <a:off x="6350978" y="1829564"/>
            <a:ext cx="5320097" cy="1391925"/>
          </a:xfrm>
        </p:spPr>
        <p:txBody>
          <a:bodyPr/>
          <a:lstStyle>
            <a:lvl1pPr marL="0" indent="0">
              <a:buNone/>
              <a:defRPr sz="1400" b="0" i="0">
                <a:solidFill>
                  <a:schemeClr val="tx1">
                    <a:lumMod val="60000"/>
                    <a:lumOff val="40000"/>
                  </a:schemeClr>
                </a:solidFill>
                <a:latin typeface="Movistar Sans Medium" pitchFamily="2" charset="77"/>
                <a:ea typeface="Movistar Sans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r>
              <a:rPr lang="es-ES" dirty="0"/>
              <a:t> id, </a:t>
            </a:r>
            <a:r>
              <a:rPr lang="es-ES" dirty="0" err="1"/>
              <a:t>viverra</a:t>
            </a:r>
            <a:r>
              <a:rPr lang="es-ES" dirty="0"/>
              <a:t> </a:t>
            </a:r>
            <a:r>
              <a:rPr lang="es-ES" dirty="0" err="1"/>
              <a:t>nec</a:t>
            </a:r>
            <a:r>
              <a:rPr lang="es-ES" dirty="0"/>
              <a:t> </a:t>
            </a:r>
            <a:r>
              <a:rPr lang="es-ES" dirty="0" err="1"/>
              <a:t>enim</a:t>
            </a:r>
            <a:r>
              <a:rPr lang="es-ES" dirty="0"/>
              <a:t>. </a:t>
            </a:r>
            <a:r>
              <a:rPr lang="es-ES" dirty="0" err="1"/>
              <a:t>Nulla</a:t>
            </a:r>
            <a:r>
              <a:rPr lang="es-ES" dirty="0"/>
              <a:t> </a:t>
            </a:r>
            <a:r>
              <a:rPr lang="es-ES" dirty="0" err="1"/>
              <a:t>lacus</a:t>
            </a:r>
            <a:r>
              <a:rPr lang="es-ES" dirty="0"/>
              <a:t> </a:t>
            </a:r>
            <a:r>
              <a:rPr lang="es-ES" dirty="0" err="1"/>
              <a:t>dui</a:t>
            </a:r>
            <a:r>
              <a:rPr lang="es-ES" dirty="0"/>
              <a:t>, </a:t>
            </a:r>
            <a:r>
              <a:rPr lang="es-ES" dirty="0" err="1"/>
              <a:t>gravida</a:t>
            </a:r>
            <a:r>
              <a:rPr lang="es-ES" dirty="0"/>
              <a:t> ac ornare ac.</a:t>
            </a:r>
          </a:p>
        </p:txBody>
      </p:sp>
      <p:sp>
        <p:nvSpPr>
          <p:cNvPr id="22" name="Marcador de texto 12">
            <a:extLst>
              <a:ext uri="{FF2B5EF4-FFF2-40B4-BE49-F238E27FC236}">
                <a16:creationId xmlns:a16="http://schemas.microsoft.com/office/drawing/2014/main" id="{404E435A-E585-1841-9763-026093A59329}"/>
              </a:ext>
            </a:extLst>
          </p:cNvPr>
          <p:cNvSpPr>
            <a:spLocks noGrp="1"/>
          </p:cNvSpPr>
          <p:nvPr>
            <p:ph type="body" sz="quarter" idx="20" hasCustomPrompt="1"/>
          </p:nvPr>
        </p:nvSpPr>
        <p:spPr>
          <a:xfrm>
            <a:off x="6350978" y="3265618"/>
            <a:ext cx="5320097" cy="363820"/>
          </a:xfrm>
        </p:spPr>
        <p:txBody>
          <a:bodyPr/>
          <a:lstStyle>
            <a:lvl1pPr marL="0" indent="0">
              <a:buNone/>
              <a:defRPr b="1" i="0">
                <a:solidFill>
                  <a:schemeClr val="tx1"/>
                </a:solidFill>
                <a:latin typeface="Movistar Sans" pitchFamily="2" charset="77"/>
                <a:ea typeface="Movistar Sans"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23" name="Marcador de texto 14">
            <a:extLst>
              <a:ext uri="{FF2B5EF4-FFF2-40B4-BE49-F238E27FC236}">
                <a16:creationId xmlns:a16="http://schemas.microsoft.com/office/drawing/2014/main" id="{5AB8C3F2-42FD-F745-A334-79067A11A48E}"/>
              </a:ext>
            </a:extLst>
          </p:cNvPr>
          <p:cNvSpPr>
            <a:spLocks noGrp="1"/>
          </p:cNvSpPr>
          <p:nvPr>
            <p:ph type="body" sz="quarter" idx="21" hasCustomPrompt="1"/>
          </p:nvPr>
        </p:nvSpPr>
        <p:spPr>
          <a:xfrm>
            <a:off x="6350977" y="3629438"/>
            <a:ext cx="5320099" cy="2717800"/>
          </a:xfrm>
        </p:spPr>
        <p:txBody>
          <a:bodyPr>
            <a:normAutofit/>
          </a:bodyPr>
          <a:lstStyle>
            <a:lvl1pPr marL="0" indent="0">
              <a:buNone/>
              <a:defRPr sz="1400" b="0" i="0">
                <a:solidFill>
                  <a:schemeClr val="tx1">
                    <a:lumMod val="60000"/>
                    <a:lumOff val="40000"/>
                  </a:schemeClr>
                </a:solidFill>
                <a:latin typeface="Movistar Sans Medium" pitchFamily="2" charset="77"/>
                <a:ea typeface="Movistar Sans Medium" pitchFamily="2" charset="77"/>
              </a:defRPr>
            </a:lvl1pPr>
          </a:lstStyle>
          <a:p>
            <a:pPr lvl="0"/>
            <a:r>
              <a:rPr lang="es-ES" err="1"/>
              <a:t>Lorem</a:t>
            </a:r>
            <a:r>
              <a:rPr lang="es-ES"/>
              <a:t> </a:t>
            </a:r>
            <a:r>
              <a:rPr lang="es-ES" err="1"/>
              <a:t>ipsum</a:t>
            </a:r>
            <a:r>
              <a:rPr lang="es-ES"/>
              <a:t> dolor </a:t>
            </a:r>
            <a:r>
              <a:rPr lang="es-ES" err="1"/>
              <a:t>sit</a:t>
            </a:r>
            <a:r>
              <a:rPr lang="es-ES"/>
              <a:t> </a:t>
            </a:r>
            <a:r>
              <a:rPr lang="es-ES" err="1"/>
              <a:t>amet</a:t>
            </a:r>
            <a:r>
              <a:rPr lang="es-ES"/>
              <a:t>, </a:t>
            </a:r>
            <a:r>
              <a:rPr lang="es-ES" err="1"/>
              <a:t>consectetur</a:t>
            </a:r>
            <a:r>
              <a:rPr lang="es-ES"/>
              <a:t> </a:t>
            </a:r>
            <a:r>
              <a:rPr lang="es-ES" err="1"/>
              <a:t>adipiscing</a:t>
            </a:r>
            <a:r>
              <a:rPr lang="es-ES"/>
              <a:t> </a:t>
            </a:r>
            <a:r>
              <a:rPr lang="es-ES" err="1"/>
              <a:t>elit</a:t>
            </a:r>
            <a:r>
              <a:rPr lang="es-ES"/>
              <a:t>.</a:t>
            </a:r>
            <a:br>
              <a:rPr lang="es-ES"/>
            </a:br>
            <a:r>
              <a:rPr lang="es-ES" err="1"/>
              <a:t>Aliquam</a:t>
            </a:r>
            <a:r>
              <a:rPr lang="es-ES"/>
              <a:t>  </a:t>
            </a:r>
            <a:r>
              <a:rPr lang="es-ES" err="1"/>
              <a:t>euismod</a:t>
            </a:r>
            <a:r>
              <a:rPr lang="es-ES"/>
              <a:t> </a:t>
            </a:r>
            <a:r>
              <a:rPr lang="es-ES" err="1"/>
              <a:t>cursus</a:t>
            </a:r>
            <a:r>
              <a:rPr lang="es-ES"/>
              <a:t> </a:t>
            </a:r>
            <a:r>
              <a:rPr lang="es-ES" err="1"/>
              <a:t>ipsum</a:t>
            </a:r>
            <a:r>
              <a:rPr lang="es-ES"/>
              <a:t>. </a:t>
            </a:r>
            <a:r>
              <a:rPr lang="es-ES" err="1"/>
              <a:t>Hasellus</a:t>
            </a:r>
            <a:r>
              <a:rPr lang="es-ES"/>
              <a:t> </a:t>
            </a:r>
            <a:r>
              <a:rPr lang="es-ES" err="1"/>
              <a:t>erat</a:t>
            </a:r>
            <a:r>
              <a:rPr lang="es-ES"/>
              <a:t> </a:t>
            </a:r>
            <a:r>
              <a:rPr lang="es-ES" err="1"/>
              <a:t>metus</a:t>
            </a:r>
            <a:r>
              <a:rPr lang="es-ES"/>
              <a:t>, </a:t>
            </a:r>
            <a:r>
              <a:rPr lang="es-ES" err="1"/>
              <a:t>faucibus</a:t>
            </a:r>
            <a:r>
              <a:rPr lang="es-ES"/>
              <a:t> </a:t>
            </a:r>
            <a:r>
              <a:rPr lang="es-ES" err="1"/>
              <a:t>quis</a:t>
            </a:r>
            <a:r>
              <a:rPr lang="es-ES"/>
              <a:t> </a:t>
            </a:r>
            <a:r>
              <a:rPr lang="es-ES" err="1"/>
              <a:t>interdum</a:t>
            </a:r>
            <a:r>
              <a:rPr lang="es-ES"/>
              <a:t> id, </a:t>
            </a:r>
            <a:r>
              <a:rPr lang="es-ES" err="1"/>
              <a:t>viverra</a:t>
            </a:r>
            <a:r>
              <a:rPr lang="es-ES"/>
              <a:t> </a:t>
            </a:r>
            <a:r>
              <a:rPr lang="es-ES" err="1"/>
              <a:t>nec</a:t>
            </a:r>
            <a:r>
              <a:rPr lang="es-ES"/>
              <a:t> </a:t>
            </a:r>
            <a:r>
              <a:rPr lang="es-ES" err="1"/>
              <a:t>enim</a:t>
            </a:r>
            <a:r>
              <a:rPr lang="es-ES"/>
              <a:t>:</a:t>
            </a:r>
            <a:br>
              <a:rPr lang="es-ES"/>
            </a:br>
            <a:r>
              <a:rPr lang="es-ES"/>
              <a:t>         • </a:t>
            </a:r>
            <a:r>
              <a:rPr lang="es-ES" err="1"/>
              <a:t>Insert</a:t>
            </a:r>
            <a:r>
              <a:rPr lang="es-ES"/>
              <a:t> </a:t>
            </a:r>
            <a:r>
              <a:rPr lang="es-ES" err="1"/>
              <a:t>text</a:t>
            </a:r>
            <a:r>
              <a:rPr lang="es-ES"/>
              <a:t> </a:t>
            </a:r>
            <a:r>
              <a:rPr lang="es-ES" err="1"/>
              <a:t>here</a:t>
            </a:r>
            <a:br>
              <a:rPr lang="es-ES"/>
            </a:br>
            <a:r>
              <a:rPr lang="es-ES"/>
              <a:t>                 • </a:t>
            </a:r>
            <a:r>
              <a:rPr lang="es-ES" err="1"/>
              <a:t>Insert</a:t>
            </a:r>
            <a:r>
              <a:rPr lang="es-ES"/>
              <a:t> </a:t>
            </a:r>
            <a:r>
              <a:rPr lang="es-ES" err="1"/>
              <a:t>text</a:t>
            </a:r>
            <a:r>
              <a:rPr lang="es-ES"/>
              <a:t> </a:t>
            </a:r>
            <a:r>
              <a:rPr lang="es-ES" err="1"/>
              <a:t>here</a:t>
            </a:r>
            <a:br>
              <a:rPr lang="es-ES"/>
            </a:br>
            <a:r>
              <a:rPr lang="es-ES"/>
              <a:t>	</a:t>
            </a:r>
          </a:p>
        </p:txBody>
      </p:sp>
    </p:spTree>
    <p:extLst>
      <p:ext uri="{BB962C8B-B14F-4D97-AF65-F5344CB8AC3E}">
        <p14:creationId xmlns:p14="http://schemas.microsoft.com/office/powerpoint/2010/main" val="1263887571"/>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8_Txt_Imagen_Redonda_Fondo_Azul">
    <p:bg>
      <p:bgPr>
        <a:solidFill>
          <a:schemeClr val="tx2"/>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9C55805-7954-B24C-8EC6-5DE3A100F72B}"/>
              </a:ext>
            </a:extLst>
          </p:cNvPr>
          <p:cNvSpPr>
            <a:spLocks noGrp="1"/>
          </p:cNvSpPr>
          <p:nvPr>
            <p:ph type="sldNum" sz="quarter" idx="10"/>
          </p:nvPr>
        </p:nvSpPr>
        <p:spPr/>
        <p:txBody>
          <a:bodyPr/>
          <a:lstStyle>
            <a:lvl1pPr>
              <a:defRPr b="0" i="0">
                <a:solidFill>
                  <a:schemeClr val="bg2"/>
                </a:solidFill>
                <a:latin typeface="Movistar Sans Medium" pitchFamily="2" charset="77"/>
              </a:defRPr>
            </a:lvl1pPr>
          </a:lstStyle>
          <a:p>
            <a:fld id="{E7EBEDA2-51E6-554C-A63C-E820F6D0080D}" type="slidenum">
              <a:rPr lang="es-ES" smtClean="0"/>
              <a:pPr/>
              <a:t>‹Nº›</a:t>
            </a:fld>
            <a:endParaRPr lang="es-ES"/>
          </a:p>
        </p:txBody>
      </p:sp>
      <p:pic>
        <p:nvPicPr>
          <p:cNvPr id="12" name="Gráfico 11">
            <a:extLst>
              <a:ext uri="{FF2B5EF4-FFF2-40B4-BE49-F238E27FC236}">
                <a16:creationId xmlns:a16="http://schemas.microsoft.com/office/drawing/2014/main" id="{D44B2B31-AADE-2D40-A3C9-1A8A61B14898}"/>
              </a:ext>
            </a:extLst>
          </p:cNvPr>
          <p:cNvPicPr>
            <a:picLocks noChangeAspect="1"/>
          </p:cNvPicPr>
          <p:nvPr userDrawn="1"/>
        </p:nvPicPr>
        <p:blipFill>
          <a:blip cstate="hqprint">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93944" y="6421060"/>
            <a:ext cx="738639" cy="205764"/>
          </a:xfrm>
          <a:prstGeom prst="rect">
            <a:avLst/>
          </a:prstGeom>
        </p:spPr>
      </p:pic>
      <p:pic>
        <p:nvPicPr>
          <p:cNvPr id="2" name="Gráfico 44">
            <a:extLst>
              <a:ext uri="{FF2B5EF4-FFF2-40B4-BE49-F238E27FC236}">
                <a16:creationId xmlns:a16="http://schemas.microsoft.com/office/drawing/2014/main" id="{AF3465F4-E5CB-4017-1114-120B5D546BAC}"/>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401144" y="6355461"/>
            <a:ext cx="454166" cy="336962"/>
          </a:xfrm>
          <a:prstGeom prst="rect">
            <a:avLst/>
          </a:prstGeom>
        </p:spPr>
      </p:pic>
      <p:sp>
        <p:nvSpPr>
          <p:cNvPr id="7" name="Título 10">
            <a:extLst>
              <a:ext uri="{FF2B5EF4-FFF2-40B4-BE49-F238E27FC236}">
                <a16:creationId xmlns:a16="http://schemas.microsoft.com/office/drawing/2014/main" id="{99B6D40B-07AB-5827-9FF6-FD52A54C6742}"/>
              </a:ext>
            </a:extLst>
          </p:cNvPr>
          <p:cNvSpPr>
            <a:spLocks noGrp="1"/>
          </p:cNvSpPr>
          <p:nvPr>
            <p:ph type="title" hasCustomPrompt="1"/>
          </p:nvPr>
        </p:nvSpPr>
        <p:spPr>
          <a:xfrm>
            <a:off x="413956" y="328897"/>
            <a:ext cx="11257119" cy="800944"/>
          </a:xfrm>
          <a:prstGeom prst="rect">
            <a:avLst/>
          </a:prstGeom>
        </p:spPr>
        <p:txBody>
          <a:bodyPr anchor="t"/>
          <a:lstStyle>
            <a:lvl1pPr>
              <a:lnSpc>
                <a:spcPts val="4760"/>
              </a:lnSpc>
              <a:defRPr sz="4800" b="1" i="0">
                <a:solidFill>
                  <a:schemeClr val="bg2"/>
                </a:solidFill>
                <a:latin typeface="Movistar Sans" pitchFamily="2" charset="77"/>
                <a:ea typeface="Movistar Sans" pitchFamily="2" charset="77"/>
              </a:defRPr>
            </a:lvl1pPr>
          </a:lstStyle>
          <a:p>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8" name="Marcador de texto 12">
            <a:extLst>
              <a:ext uri="{FF2B5EF4-FFF2-40B4-BE49-F238E27FC236}">
                <a16:creationId xmlns:a16="http://schemas.microsoft.com/office/drawing/2014/main" id="{4DB36675-8486-9FD6-2C46-079C53E5E6E2}"/>
              </a:ext>
            </a:extLst>
          </p:cNvPr>
          <p:cNvSpPr>
            <a:spLocks noGrp="1"/>
          </p:cNvSpPr>
          <p:nvPr>
            <p:ph type="body" sz="quarter" idx="11" hasCustomPrompt="1"/>
          </p:nvPr>
        </p:nvSpPr>
        <p:spPr>
          <a:xfrm>
            <a:off x="413956" y="2206906"/>
            <a:ext cx="3704935" cy="603600"/>
          </a:xfrm>
        </p:spPr>
        <p:txBody>
          <a:bodyPr/>
          <a:lstStyle>
            <a:lvl1pPr marL="0" indent="0">
              <a:buNone/>
              <a:defRPr b="1" i="0">
                <a:solidFill>
                  <a:schemeClr val="bg1"/>
                </a:solidFill>
                <a:latin typeface="Movistar Sans" pitchFamily="2" charset="77"/>
                <a:ea typeface="Movistar Sans"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9" name="Marcador de texto 14">
            <a:extLst>
              <a:ext uri="{FF2B5EF4-FFF2-40B4-BE49-F238E27FC236}">
                <a16:creationId xmlns:a16="http://schemas.microsoft.com/office/drawing/2014/main" id="{1D0BD91E-84A7-5B13-BBB0-AD95C3E56310}"/>
              </a:ext>
            </a:extLst>
          </p:cNvPr>
          <p:cNvSpPr>
            <a:spLocks noGrp="1"/>
          </p:cNvSpPr>
          <p:nvPr>
            <p:ph type="body" sz="quarter" idx="12" hasCustomPrompt="1"/>
          </p:nvPr>
        </p:nvSpPr>
        <p:spPr>
          <a:xfrm>
            <a:off x="415927" y="2871788"/>
            <a:ext cx="3704935" cy="2717800"/>
          </a:xfrm>
        </p:spPr>
        <p:txBody>
          <a:bodyPr/>
          <a:lstStyle>
            <a:lvl1pPr marL="0" indent="0">
              <a:buNone/>
              <a:defRPr sz="1600" b="0" i="0">
                <a:solidFill>
                  <a:schemeClr val="bg1"/>
                </a:solidFill>
                <a:latin typeface="Movistar Sans Medium" pitchFamily="2" charset="77"/>
                <a:ea typeface="Movistar Sans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r>
              <a:rPr lang="es-ES" dirty="0"/>
              <a:t> id, </a:t>
            </a:r>
            <a:r>
              <a:rPr lang="es-ES" dirty="0" err="1"/>
              <a:t>viverra</a:t>
            </a:r>
            <a:r>
              <a:rPr lang="es-ES" dirty="0"/>
              <a:t> </a:t>
            </a:r>
            <a:r>
              <a:rPr lang="es-ES" dirty="0" err="1"/>
              <a:t>nec</a:t>
            </a:r>
            <a:r>
              <a:rPr lang="es-ES" dirty="0"/>
              <a:t> </a:t>
            </a:r>
            <a:r>
              <a:rPr lang="es-ES" dirty="0" err="1"/>
              <a:t>enim</a:t>
            </a:r>
            <a:r>
              <a:rPr lang="es-ES" dirty="0"/>
              <a:t>:</a:t>
            </a:r>
          </a:p>
          <a:p>
            <a:pPr lvl="0"/>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p>
        </p:txBody>
      </p:sp>
    </p:spTree>
    <p:extLst>
      <p:ext uri="{BB962C8B-B14F-4D97-AF65-F5344CB8AC3E}">
        <p14:creationId xmlns:p14="http://schemas.microsoft.com/office/powerpoint/2010/main" val="2396075196"/>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userDrawn="1">
  <p:cSld name="20_Inter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3DFCA-C394-CD48-A34B-7A3A8B8F524F}"/>
              </a:ext>
            </a:extLst>
          </p:cNvPr>
          <p:cNvSpPr>
            <a:spLocks noGrp="1"/>
          </p:cNvSpPr>
          <p:nvPr>
            <p:ph type="title" hasCustomPrompt="1"/>
          </p:nvPr>
        </p:nvSpPr>
        <p:spPr>
          <a:xfrm>
            <a:off x="415308" y="345529"/>
            <a:ext cx="3701531" cy="796466"/>
          </a:xfrm>
          <a:prstGeom prst="rect">
            <a:avLst/>
          </a:prstGeom>
        </p:spPr>
        <p:txBody>
          <a:bodyPr/>
          <a:lstStyle>
            <a:lvl1pPr>
              <a:defRPr sz="3200">
                <a:solidFill>
                  <a:srgbClr val="0066FF"/>
                </a:solidFill>
              </a:defRPr>
            </a:lvl1pPr>
          </a:lstStyle>
          <a:p>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3" name="Marcador de número de diapositiva 2">
            <a:extLst>
              <a:ext uri="{FF2B5EF4-FFF2-40B4-BE49-F238E27FC236}">
                <a16:creationId xmlns:a16="http://schemas.microsoft.com/office/drawing/2014/main" id="{9E67D84B-3C2F-A449-9FF6-0DACB6AD0EE6}"/>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9" name="Marcador de texto 12">
            <a:extLst>
              <a:ext uri="{FF2B5EF4-FFF2-40B4-BE49-F238E27FC236}">
                <a16:creationId xmlns:a16="http://schemas.microsoft.com/office/drawing/2014/main" id="{0219CFF6-032A-B24B-AD2A-9A4901E34FA0}"/>
              </a:ext>
            </a:extLst>
          </p:cNvPr>
          <p:cNvSpPr>
            <a:spLocks noGrp="1"/>
          </p:cNvSpPr>
          <p:nvPr>
            <p:ph type="body" sz="quarter" idx="11" hasCustomPrompt="1"/>
          </p:nvPr>
        </p:nvSpPr>
        <p:spPr>
          <a:xfrm>
            <a:off x="411905" y="1605199"/>
            <a:ext cx="3512395" cy="603600"/>
          </a:xfrm>
        </p:spPr>
        <p:txBody>
          <a:bodyPr/>
          <a:lstStyle>
            <a:lvl1pPr marL="0" indent="0">
              <a:buNone/>
              <a:defRPr b="1" i="0">
                <a:solidFill>
                  <a:schemeClr val="tx1"/>
                </a:solidFill>
                <a:latin typeface="Movistar Sans" pitchFamily="2" charset="77"/>
                <a:ea typeface="Movistar Sans"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10" name="Marcador de texto 14">
            <a:extLst>
              <a:ext uri="{FF2B5EF4-FFF2-40B4-BE49-F238E27FC236}">
                <a16:creationId xmlns:a16="http://schemas.microsoft.com/office/drawing/2014/main" id="{3EB82D3A-BC4F-5644-800A-065972C44060}"/>
              </a:ext>
            </a:extLst>
          </p:cNvPr>
          <p:cNvSpPr>
            <a:spLocks noGrp="1"/>
          </p:cNvSpPr>
          <p:nvPr>
            <p:ph type="body" sz="quarter" idx="12" hasCustomPrompt="1"/>
          </p:nvPr>
        </p:nvSpPr>
        <p:spPr>
          <a:xfrm>
            <a:off x="411905" y="2461480"/>
            <a:ext cx="3512395" cy="2717800"/>
          </a:xfrm>
        </p:spPr>
        <p:txBody>
          <a:bodyPr/>
          <a:lstStyle>
            <a:lvl1pPr marL="0" indent="0">
              <a:lnSpc>
                <a:spcPct val="100000"/>
              </a:lnSpc>
              <a:buNone/>
              <a:defRPr sz="1600" b="0" i="0">
                <a:solidFill>
                  <a:schemeClr val="tx1">
                    <a:lumMod val="60000"/>
                    <a:lumOff val="40000"/>
                  </a:schemeClr>
                </a:solidFill>
                <a:latin typeface="Movistar Sans Medium" pitchFamily="2" charset="77"/>
                <a:ea typeface="Movistar Sans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r>
              <a:rPr lang="es-ES" dirty="0"/>
              <a:t> id, </a:t>
            </a:r>
            <a:r>
              <a:rPr lang="es-ES" dirty="0" err="1"/>
              <a:t>viverra</a:t>
            </a:r>
            <a:r>
              <a:rPr lang="es-ES" dirty="0"/>
              <a:t> </a:t>
            </a:r>
            <a:r>
              <a:rPr lang="es-ES" dirty="0" err="1"/>
              <a:t>nec</a:t>
            </a:r>
            <a:r>
              <a:rPr lang="es-ES" dirty="0"/>
              <a:t> </a:t>
            </a:r>
            <a:r>
              <a:rPr lang="es-ES" dirty="0" err="1"/>
              <a:t>enim</a:t>
            </a:r>
            <a:r>
              <a:rPr lang="es-ES" dirty="0"/>
              <a:t>:</a:t>
            </a:r>
          </a:p>
          <a:p>
            <a:pPr lvl="0"/>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p>
        </p:txBody>
      </p:sp>
      <p:sp>
        <p:nvSpPr>
          <p:cNvPr id="7" name="Marcador de imagen 2">
            <a:extLst>
              <a:ext uri="{FF2B5EF4-FFF2-40B4-BE49-F238E27FC236}">
                <a16:creationId xmlns:a16="http://schemas.microsoft.com/office/drawing/2014/main" id="{384438F9-C698-5938-FB54-5981A017462E}"/>
              </a:ext>
            </a:extLst>
          </p:cNvPr>
          <p:cNvSpPr>
            <a:spLocks noGrp="1"/>
          </p:cNvSpPr>
          <p:nvPr>
            <p:ph type="pic" sz="quarter" idx="16"/>
          </p:nvPr>
        </p:nvSpPr>
        <p:spPr>
          <a:xfrm>
            <a:off x="4297363" y="345529"/>
            <a:ext cx="7463266" cy="5604421"/>
          </a:xfrm>
          <a:prstGeom prst="roundRect">
            <a:avLst>
              <a:gd name="adj" fmla="val 1363"/>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a:p>
        </p:txBody>
      </p:sp>
    </p:spTree>
    <p:extLst>
      <p:ext uri="{BB962C8B-B14F-4D97-AF65-F5344CB8AC3E}">
        <p14:creationId xmlns:p14="http://schemas.microsoft.com/office/powerpoint/2010/main" val="4209510277"/>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1_Inter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3DFCA-C394-CD48-A34B-7A3A8B8F524F}"/>
              </a:ext>
            </a:extLst>
          </p:cNvPr>
          <p:cNvSpPr>
            <a:spLocks noGrp="1"/>
          </p:cNvSpPr>
          <p:nvPr>
            <p:ph type="title" hasCustomPrompt="1"/>
          </p:nvPr>
        </p:nvSpPr>
        <p:spPr>
          <a:xfrm>
            <a:off x="415308" y="345529"/>
            <a:ext cx="3701531" cy="796466"/>
          </a:xfrm>
          <a:prstGeom prst="rect">
            <a:avLst/>
          </a:prstGeom>
        </p:spPr>
        <p:txBody>
          <a:bodyPr/>
          <a:lstStyle>
            <a:lvl1pPr>
              <a:defRPr sz="3200">
                <a:solidFill>
                  <a:srgbClr val="0066FF"/>
                </a:solidFill>
              </a:defRPr>
            </a:lvl1pPr>
          </a:lstStyle>
          <a:p>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3" name="Marcador de número de diapositiva 2">
            <a:extLst>
              <a:ext uri="{FF2B5EF4-FFF2-40B4-BE49-F238E27FC236}">
                <a16:creationId xmlns:a16="http://schemas.microsoft.com/office/drawing/2014/main" id="{9E67D84B-3C2F-A449-9FF6-0DACB6AD0EE6}"/>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9" name="Marcador de texto 12">
            <a:extLst>
              <a:ext uri="{FF2B5EF4-FFF2-40B4-BE49-F238E27FC236}">
                <a16:creationId xmlns:a16="http://schemas.microsoft.com/office/drawing/2014/main" id="{0219CFF6-032A-B24B-AD2A-9A4901E34FA0}"/>
              </a:ext>
            </a:extLst>
          </p:cNvPr>
          <p:cNvSpPr>
            <a:spLocks noGrp="1"/>
          </p:cNvSpPr>
          <p:nvPr>
            <p:ph type="body" sz="quarter" idx="11" hasCustomPrompt="1"/>
          </p:nvPr>
        </p:nvSpPr>
        <p:spPr>
          <a:xfrm>
            <a:off x="411905" y="1605199"/>
            <a:ext cx="3512395" cy="603600"/>
          </a:xfrm>
        </p:spPr>
        <p:txBody>
          <a:bodyPr/>
          <a:lstStyle>
            <a:lvl1pPr marL="0" indent="0">
              <a:buNone/>
              <a:defRPr b="1" i="0">
                <a:solidFill>
                  <a:schemeClr val="tx1"/>
                </a:solidFill>
                <a:latin typeface="Movistar Sans" pitchFamily="2" charset="77"/>
                <a:ea typeface="Movistar Sans"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10" name="Marcador de texto 14">
            <a:extLst>
              <a:ext uri="{FF2B5EF4-FFF2-40B4-BE49-F238E27FC236}">
                <a16:creationId xmlns:a16="http://schemas.microsoft.com/office/drawing/2014/main" id="{3EB82D3A-BC4F-5644-800A-065972C44060}"/>
              </a:ext>
            </a:extLst>
          </p:cNvPr>
          <p:cNvSpPr>
            <a:spLocks noGrp="1"/>
          </p:cNvSpPr>
          <p:nvPr>
            <p:ph type="body" sz="quarter" idx="12" hasCustomPrompt="1"/>
          </p:nvPr>
        </p:nvSpPr>
        <p:spPr>
          <a:xfrm>
            <a:off x="411905" y="2461480"/>
            <a:ext cx="3512395" cy="2717800"/>
          </a:xfrm>
        </p:spPr>
        <p:txBody>
          <a:bodyPr/>
          <a:lstStyle>
            <a:lvl1pPr marL="0" indent="0">
              <a:lnSpc>
                <a:spcPct val="100000"/>
              </a:lnSpc>
              <a:buNone/>
              <a:defRPr sz="1600" b="0" i="0">
                <a:solidFill>
                  <a:schemeClr val="tx1">
                    <a:lumMod val="60000"/>
                    <a:lumOff val="40000"/>
                  </a:schemeClr>
                </a:solidFill>
                <a:latin typeface="Movistar Sans Medium" pitchFamily="2" charset="77"/>
                <a:ea typeface="Movistar Sans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r>
              <a:rPr lang="es-ES" dirty="0"/>
              <a:t> id, </a:t>
            </a:r>
            <a:r>
              <a:rPr lang="es-ES" dirty="0" err="1"/>
              <a:t>viverra</a:t>
            </a:r>
            <a:r>
              <a:rPr lang="es-ES" dirty="0"/>
              <a:t> </a:t>
            </a:r>
            <a:r>
              <a:rPr lang="es-ES" dirty="0" err="1"/>
              <a:t>nec</a:t>
            </a:r>
            <a:r>
              <a:rPr lang="es-ES" dirty="0"/>
              <a:t> </a:t>
            </a:r>
            <a:r>
              <a:rPr lang="es-ES" dirty="0" err="1"/>
              <a:t>enim</a:t>
            </a:r>
            <a:r>
              <a:rPr lang="es-ES" dirty="0"/>
              <a:t>:</a:t>
            </a:r>
          </a:p>
          <a:p>
            <a:pPr lvl="0"/>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p>
        </p:txBody>
      </p:sp>
      <p:sp>
        <p:nvSpPr>
          <p:cNvPr id="4" name="Marcador de imagen 2">
            <a:extLst>
              <a:ext uri="{FF2B5EF4-FFF2-40B4-BE49-F238E27FC236}">
                <a16:creationId xmlns:a16="http://schemas.microsoft.com/office/drawing/2014/main" id="{89724869-5226-BC78-DF11-6B4FAAEBDA57}"/>
              </a:ext>
            </a:extLst>
          </p:cNvPr>
          <p:cNvSpPr>
            <a:spLocks noGrp="1"/>
          </p:cNvSpPr>
          <p:nvPr>
            <p:ph type="pic" sz="quarter" idx="14"/>
          </p:nvPr>
        </p:nvSpPr>
        <p:spPr>
          <a:xfrm>
            <a:off x="4295775" y="337428"/>
            <a:ext cx="3701530" cy="5604422"/>
          </a:xfrm>
          <a:prstGeom prst="roundRect">
            <a:avLst>
              <a:gd name="adj" fmla="val 1596"/>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dirty="0"/>
          </a:p>
        </p:txBody>
      </p:sp>
      <p:sp>
        <p:nvSpPr>
          <p:cNvPr id="5" name="Marcador de imagen 2">
            <a:extLst>
              <a:ext uri="{FF2B5EF4-FFF2-40B4-BE49-F238E27FC236}">
                <a16:creationId xmlns:a16="http://schemas.microsoft.com/office/drawing/2014/main" id="{8D047D1B-7D73-A83B-3CA7-F89218120D70}"/>
              </a:ext>
            </a:extLst>
          </p:cNvPr>
          <p:cNvSpPr>
            <a:spLocks noGrp="1"/>
          </p:cNvSpPr>
          <p:nvPr>
            <p:ph type="pic" sz="quarter" idx="15"/>
          </p:nvPr>
        </p:nvSpPr>
        <p:spPr>
          <a:xfrm>
            <a:off x="8203782" y="345529"/>
            <a:ext cx="3602038" cy="5604422"/>
          </a:xfrm>
          <a:prstGeom prst="roundRect">
            <a:avLst>
              <a:gd name="adj" fmla="val 1380"/>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a:p>
        </p:txBody>
      </p:sp>
    </p:spTree>
    <p:extLst>
      <p:ext uri="{BB962C8B-B14F-4D97-AF65-F5344CB8AC3E}">
        <p14:creationId xmlns:p14="http://schemas.microsoft.com/office/powerpoint/2010/main" val="2471443562"/>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2_Inter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3DFCA-C394-CD48-A34B-7A3A8B8F524F}"/>
              </a:ext>
            </a:extLst>
          </p:cNvPr>
          <p:cNvSpPr>
            <a:spLocks noGrp="1"/>
          </p:cNvSpPr>
          <p:nvPr>
            <p:ph type="title" hasCustomPrompt="1"/>
          </p:nvPr>
        </p:nvSpPr>
        <p:spPr>
          <a:xfrm>
            <a:off x="415308" y="345529"/>
            <a:ext cx="3701531" cy="796466"/>
          </a:xfrm>
          <a:prstGeom prst="rect">
            <a:avLst/>
          </a:prstGeom>
        </p:spPr>
        <p:txBody>
          <a:bodyPr/>
          <a:lstStyle>
            <a:lvl1pPr>
              <a:defRPr sz="3200">
                <a:solidFill>
                  <a:srgbClr val="0066FF"/>
                </a:solidFill>
              </a:defRPr>
            </a:lvl1pPr>
          </a:lstStyle>
          <a:p>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3" name="Marcador de número de diapositiva 2">
            <a:extLst>
              <a:ext uri="{FF2B5EF4-FFF2-40B4-BE49-F238E27FC236}">
                <a16:creationId xmlns:a16="http://schemas.microsoft.com/office/drawing/2014/main" id="{9E67D84B-3C2F-A449-9FF6-0DACB6AD0EE6}"/>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9" name="Marcador de texto 12">
            <a:extLst>
              <a:ext uri="{FF2B5EF4-FFF2-40B4-BE49-F238E27FC236}">
                <a16:creationId xmlns:a16="http://schemas.microsoft.com/office/drawing/2014/main" id="{0219CFF6-032A-B24B-AD2A-9A4901E34FA0}"/>
              </a:ext>
            </a:extLst>
          </p:cNvPr>
          <p:cNvSpPr>
            <a:spLocks noGrp="1"/>
          </p:cNvSpPr>
          <p:nvPr>
            <p:ph type="body" sz="quarter" idx="11" hasCustomPrompt="1"/>
          </p:nvPr>
        </p:nvSpPr>
        <p:spPr>
          <a:xfrm>
            <a:off x="411905" y="1605199"/>
            <a:ext cx="3512395" cy="603600"/>
          </a:xfrm>
        </p:spPr>
        <p:txBody>
          <a:bodyPr/>
          <a:lstStyle>
            <a:lvl1pPr marL="0" indent="0">
              <a:buNone/>
              <a:defRPr b="1" i="0">
                <a:solidFill>
                  <a:schemeClr val="tx1"/>
                </a:solidFill>
                <a:latin typeface="Movistar Sans" pitchFamily="2" charset="77"/>
                <a:ea typeface="Movistar Sans"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10" name="Marcador de texto 14">
            <a:extLst>
              <a:ext uri="{FF2B5EF4-FFF2-40B4-BE49-F238E27FC236}">
                <a16:creationId xmlns:a16="http://schemas.microsoft.com/office/drawing/2014/main" id="{3EB82D3A-BC4F-5644-800A-065972C44060}"/>
              </a:ext>
            </a:extLst>
          </p:cNvPr>
          <p:cNvSpPr>
            <a:spLocks noGrp="1"/>
          </p:cNvSpPr>
          <p:nvPr>
            <p:ph type="body" sz="quarter" idx="12" hasCustomPrompt="1"/>
          </p:nvPr>
        </p:nvSpPr>
        <p:spPr>
          <a:xfrm>
            <a:off x="411905" y="2461480"/>
            <a:ext cx="3512395" cy="2717800"/>
          </a:xfrm>
        </p:spPr>
        <p:txBody>
          <a:bodyPr/>
          <a:lstStyle>
            <a:lvl1pPr marL="0" indent="0">
              <a:lnSpc>
                <a:spcPct val="100000"/>
              </a:lnSpc>
              <a:buNone/>
              <a:defRPr sz="1600" b="0" i="0">
                <a:solidFill>
                  <a:schemeClr val="tx1">
                    <a:lumMod val="60000"/>
                    <a:lumOff val="40000"/>
                  </a:schemeClr>
                </a:solidFill>
                <a:latin typeface="Movistar Sans Medium" pitchFamily="2" charset="77"/>
                <a:ea typeface="Movistar Sans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r>
              <a:rPr lang="es-ES" dirty="0"/>
              <a:t> id, </a:t>
            </a:r>
            <a:r>
              <a:rPr lang="es-ES" dirty="0" err="1"/>
              <a:t>viverra</a:t>
            </a:r>
            <a:r>
              <a:rPr lang="es-ES" dirty="0"/>
              <a:t> </a:t>
            </a:r>
            <a:r>
              <a:rPr lang="es-ES" dirty="0" err="1"/>
              <a:t>nec</a:t>
            </a:r>
            <a:r>
              <a:rPr lang="es-ES" dirty="0"/>
              <a:t> </a:t>
            </a:r>
            <a:r>
              <a:rPr lang="es-ES" dirty="0" err="1"/>
              <a:t>enim</a:t>
            </a:r>
            <a:r>
              <a:rPr lang="es-ES" dirty="0"/>
              <a:t>:</a:t>
            </a:r>
          </a:p>
          <a:p>
            <a:pPr lvl="0"/>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p>
        </p:txBody>
      </p:sp>
      <p:sp>
        <p:nvSpPr>
          <p:cNvPr id="4" name="Marcador de imagen 2">
            <a:extLst>
              <a:ext uri="{FF2B5EF4-FFF2-40B4-BE49-F238E27FC236}">
                <a16:creationId xmlns:a16="http://schemas.microsoft.com/office/drawing/2014/main" id="{89724869-5226-BC78-DF11-6B4FAAEBDA57}"/>
              </a:ext>
            </a:extLst>
          </p:cNvPr>
          <p:cNvSpPr>
            <a:spLocks noGrp="1"/>
          </p:cNvSpPr>
          <p:nvPr>
            <p:ph type="pic" sz="quarter" idx="14"/>
          </p:nvPr>
        </p:nvSpPr>
        <p:spPr>
          <a:xfrm>
            <a:off x="4295774" y="337428"/>
            <a:ext cx="7510045" cy="2717800"/>
          </a:xfrm>
          <a:prstGeom prst="roundRect">
            <a:avLst>
              <a:gd name="adj" fmla="val 1596"/>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dirty="0"/>
          </a:p>
        </p:txBody>
      </p:sp>
      <p:sp>
        <p:nvSpPr>
          <p:cNvPr id="6" name="Marcador de imagen 2">
            <a:extLst>
              <a:ext uri="{FF2B5EF4-FFF2-40B4-BE49-F238E27FC236}">
                <a16:creationId xmlns:a16="http://schemas.microsoft.com/office/drawing/2014/main" id="{54209E1B-34AD-4493-A7BF-47791CAFEE18}"/>
              </a:ext>
            </a:extLst>
          </p:cNvPr>
          <p:cNvSpPr>
            <a:spLocks noGrp="1"/>
          </p:cNvSpPr>
          <p:nvPr>
            <p:ph type="pic" sz="quarter" idx="16"/>
          </p:nvPr>
        </p:nvSpPr>
        <p:spPr>
          <a:xfrm>
            <a:off x="4295774" y="3245520"/>
            <a:ext cx="7510045" cy="2717800"/>
          </a:xfrm>
          <a:prstGeom prst="roundRect">
            <a:avLst>
              <a:gd name="adj" fmla="val 1596"/>
            </a:avLst>
          </a:prstGeom>
        </p:spPr>
        <p:txBody>
          <a:bodyPr/>
          <a:lstStyle>
            <a:lvl1pPr>
              <a:defRPr sz="1100" b="0" i="0">
                <a:solidFill>
                  <a:schemeClr val="bg1"/>
                </a:solidFill>
                <a:latin typeface="Movistar Sans" pitchFamily="2" charset="77"/>
                <a:ea typeface="Movistar Sans" pitchFamily="2" charset="77"/>
                <a:cs typeface="Movistar Sans" pitchFamily="2" charset="77"/>
              </a:defRPr>
            </a:lvl1pPr>
          </a:lstStyle>
          <a:p>
            <a:endParaRPr lang="en-GB" dirty="0"/>
          </a:p>
        </p:txBody>
      </p:sp>
    </p:spTree>
    <p:extLst>
      <p:ext uri="{BB962C8B-B14F-4D97-AF65-F5344CB8AC3E}">
        <p14:creationId xmlns:p14="http://schemas.microsoft.com/office/powerpoint/2010/main" val="253625855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userDrawn="1">
  <p:cSld name="2_12A_Texto_Device 2">
    <p:bg>
      <p:bgPr>
        <a:solidFill>
          <a:schemeClr val="bg1"/>
        </a:solidFill>
        <a:effectLst/>
      </p:bgPr>
    </p:bg>
    <p:spTree>
      <p:nvGrpSpPr>
        <p:cNvPr id="1" name=""/>
        <p:cNvGrpSpPr/>
        <p:nvPr/>
      </p:nvGrpSpPr>
      <p:grpSpPr>
        <a:xfrm>
          <a:off x="0" y="0"/>
          <a:ext cx="0" cy="0"/>
          <a:chOff x="0" y="0"/>
          <a:chExt cx="0" cy="0"/>
        </a:xfrm>
      </p:grpSpPr>
      <p:sp>
        <p:nvSpPr>
          <p:cNvPr id="3" name="Marcador de número de diapositiva 2">
            <a:extLst>
              <a:ext uri="{FF2B5EF4-FFF2-40B4-BE49-F238E27FC236}">
                <a16:creationId xmlns:a16="http://schemas.microsoft.com/office/drawing/2014/main" id="{E9C55805-7954-B24C-8EC6-5DE3A100F72B}"/>
              </a:ext>
            </a:extLst>
          </p:cNvPr>
          <p:cNvSpPr>
            <a:spLocks noGrp="1"/>
          </p:cNvSpPr>
          <p:nvPr>
            <p:ph type="sldNum" sz="quarter" idx="10"/>
          </p:nvPr>
        </p:nvSpPr>
        <p:spPr/>
        <p:txBody>
          <a:bodyPr/>
          <a:lstStyle/>
          <a:p>
            <a:fld id="{E7EBEDA2-51E6-554C-A63C-E820F6D0080D}" type="slidenum">
              <a:rPr lang="es-ES" smtClean="0"/>
              <a:pPr/>
              <a:t>‹Nº›</a:t>
            </a:fld>
            <a:endParaRPr lang="es-ES"/>
          </a:p>
        </p:txBody>
      </p:sp>
      <p:pic>
        <p:nvPicPr>
          <p:cNvPr id="19" name="Picture 18" descr="Icon&#10;&#10;Description automatically generated">
            <a:extLst>
              <a:ext uri="{FF2B5EF4-FFF2-40B4-BE49-F238E27FC236}">
                <a16:creationId xmlns:a16="http://schemas.microsoft.com/office/drawing/2014/main" id="{6A2BDBEC-B0B1-4A47-8EBE-5B97A5D1103A}"/>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a:stretch/>
        </p:blipFill>
        <p:spPr>
          <a:xfrm>
            <a:off x="4004340" y="710802"/>
            <a:ext cx="4231104" cy="5436396"/>
          </a:xfrm>
          <a:prstGeom prst="rect">
            <a:avLst/>
          </a:prstGeom>
        </p:spPr>
      </p:pic>
      <p:sp>
        <p:nvSpPr>
          <p:cNvPr id="23" name="Marcador de posición de imagen 9">
            <a:extLst>
              <a:ext uri="{FF2B5EF4-FFF2-40B4-BE49-F238E27FC236}">
                <a16:creationId xmlns:a16="http://schemas.microsoft.com/office/drawing/2014/main" id="{FE00BE72-C7E8-2F4D-903C-1180A883E942}"/>
              </a:ext>
            </a:extLst>
          </p:cNvPr>
          <p:cNvSpPr>
            <a:spLocks noGrp="1"/>
          </p:cNvSpPr>
          <p:nvPr>
            <p:ph type="pic" sz="quarter" idx="17" hasCustomPrompt="1"/>
          </p:nvPr>
        </p:nvSpPr>
        <p:spPr>
          <a:xfrm>
            <a:off x="5199074" y="1410590"/>
            <a:ext cx="1970695" cy="4156835"/>
          </a:xfrm>
          <a:prstGeom prst="roundRect">
            <a:avLst>
              <a:gd name="adj" fmla="val 9619"/>
            </a:avLst>
          </a:prstGeom>
          <a:solidFill>
            <a:schemeClr val="accent5">
              <a:lumMod val="20000"/>
              <a:lumOff val="80000"/>
            </a:schemeClr>
          </a:solidFill>
          <a:effectLst>
            <a:softEdge rad="0"/>
          </a:effectLst>
        </p:spPr>
        <p:txBody>
          <a:bodyPr anchor="ctr">
            <a:normAutofit/>
          </a:bodyPr>
          <a:lstStyle>
            <a:lvl1pPr algn="ctr">
              <a:defRPr sz="1600"/>
            </a:lvl1pPr>
          </a:lstStyle>
          <a:p>
            <a:r>
              <a:rPr lang="es-ES" err="1"/>
              <a:t>Imágen</a:t>
            </a:r>
            <a:endParaRPr lang="es-ES"/>
          </a:p>
        </p:txBody>
      </p:sp>
      <p:sp>
        <p:nvSpPr>
          <p:cNvPr id="24" name="Marcador de posición de imagen 9">
            <a:extLst>
              <a:ext uri="{FF2B5EF4-FFF2-40B4-BE49-F238E27FC236}">
                <a16:creationId xmlns:a16="http://schemas.microsoft.com/office/drawing/2014/main" id="{7DDE2EF7-DFAD-C44E-8940-BD994BA44ACB}"/>
              </a:ext>
            </a:extLst>
          </p:cNvPr>
          <p:cNvSpPr>
            <a:spLocks noGrp="1"/>
          </p:cNvSpPr>
          <p:nvPr>
            <p:ph type="pic" sz="quarter" idx="22" hasCustomPrompt="1"/>
          </p:nvPr>
        </p:nvSpPr>
        <p:spPr>
          <a:xfrm>
            <a:off x="7483439" y="1410590"/>
            <a:ext cx="1970695" cy="4156835"/>
          </a:xfrm>
          <a:prstGeom prst="roundRect">
            <a:avLst>
              <a:gd name="adj" fmla="val 9619"/>
            </a:avLst>
          </a:prstGeom>
          <a:solidFill>
            <a:schemeClr val="accent5">
              <a:lumMod val="20000"/>
              <a:lumOff val="80000"/>
            </a:schemeClr>
          </a:solidFill>
          <a:effectLst>
            <a:softEdge rad="0"/>
          </a:effectLst>
        </p:spPr>
        <p:txBody>
          <a:bodyPr anchor="ctr">
            <a:normAutofit/>
          </a:bodyPr>
          <a:lstStyle>
            <a:lvl1pPr algn="ctr">
              <a:defRPr sz="1600"/>
            </a:lvl1pPr>
          </a:lstStyle>
          <a:p>
            <a:r>
              <a:rPr lang="es-ES" err="1"/>
              <a:t>Imágen</a:t>
            </a:r>
            <a:endParaRPr lang="es-ES"/>
          </a:p>
        </p:txBody>
      </p:sp>
      <p:sp>
        <p:nvSpPr>
          <p:cNvPr id="25" name="Marcador de posición de imagen 9">
            <a:extLst>
              <a:ext uri="{FF2B5EF4-FFF2-40B4-BE49-F238E27FC236}">
                <a16:creationId xmlns:a16="http://schemas.microsoft.com/office/drawing/2014/main" id="{BA834451-5C73-3148-824F-509C5CFF1950}"/>
              </a:ext>
            </a:extLst>
          </p:cNvPr>
          <p:cNvSpPr>
            <a:spLocks noGrp="1"/>
          </p:cNvSpPr>
          <p:nvPr>
            <p:ph type="pic" sz="quarter" idx="23" hasCustomPrompt="1"/>
          </p:nvPr>
        </p:nvSpPr>
        <p:spPr>
          <a:xfrm>
            <a:off x="9704471" y="1410590"/>
            <a:ext cx="1970695" cy="4156835"/>
          </a:xfrm>
          <a:prstGeom prst="roundRect">
            <a:avLst>
              <a:gd name="adj" fmla="val 9619"/>
            </a:avLst>
          </a:prstGeom>
          <a:solidFill>
            <a:schemeClr val="accent5">
              <a:lumMod val="20000"/>
              <a:lumOff val="80000"/>
            </a:schemeClr>
          </a:solidFill>
          <a:effectLst>
            <a:softEdge rad="0"/>
          </a:effectLst>
        </p:spPr>
        <p:txBody>
          <a:bodyPr anchor="ctr">
            <a:normAutofit/>
          </a:bodyPr>
          <a:lstStyle>
            <a:lvl1pPr algn="ctr">
              <a:defRPr sz="1600"/>
            </a:lvl1pPr>
          </a:lstStyle>
          <a:p>
            <a:r>
              <a:rPr lang="es-ES" err="1"/>
              <a:t>Imágen</a:t>
            </a:r>
            <a:endParaRPr lang="es-ES"/>
          </a:p>
        </p:txBody>
      </p:sp>
      <p:sp>
        <p:nvSpPr>
          <p:cNvPr id="2" name="Título 1">
            <a:extLst>
              <a:ext uri="{FF2B5EF4-FFF2-40B4-BE49-F238E27FC236}">
                <a16:creationId xmlns:a16="http://schemas.microsoft.com/office/drawing/2014/main" id="{FBA567B1-A1EE-83CA-2FB2-01B9484EC1F9}"/>
              </a:ext>
            </a:extLst>
          </p:cNvPr>
          <p:cNvSpPr>
            <a:spLocks noGrp="1"/>
          </p:cNvSpPr>
          <p:nvPr>
            <p:ph type="title" hasCustomPrompt="1"/>
          </p:nvPr>
        </p:nvSpPr>
        <p:spPr>
          <a:xfrm>
            <a:off x="415308" y="345529"/>
            <a:ext cx="3701531" cy="796466"/>
          </a:xfrm>
          <a:prstGeom prst="rect">
            <a:avLst/>
          </a:prstGeom>
        </p:spPr>
        <p:txBody>
          <a:bodyPr/>
          <a:lstStyle>
            <a:lvl1pPr>
              <a:defRPr sz="3200">
                <a:solidFill>
                  <a:srgbClr val="0066FF"/>
                </a:solidFill>
              </a:defRPr>
            </a:lvl1pPr>
          </a:lstStyle>
          <a:p>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7" name="Marcador de texto 12">
            <a:extLst>
              <a:ext uri="{FF2B5EF4-FFF2-40B4-BE49-F238E27FC236}">
                <a16:creationId xmlns:a16="http://schemas.microsoft.com/office/drawing/2014/main" id="{5E539C0B-DCE0-5298-36BC-897158810518}"/>
              </a:ext>
            </a:extLst>
          </p:cNvPr>
          <p:cNvSpPr>
            <a:spLocks noGrp="1"/>
          </p:cNvSpPr>
          <p:nvPr>
            <p:ph type="body" sz="quarter" idx="11" hasCustomPrompt="1"/>
          </p:nvPr>
        </p:nvSpPr>
        <p:spPr>
          <a:xfrm>
            <a:off x="411905" y="1605199"/>
            <a:ext cx="3704935" cy="603600"/>
          </a:xfrm>
        </p:spPr>
        <p:txBody>
          <a:bodyPr/>
          <a:lstStyle>
            <a:lvl1pPr marL="0" indent="0">
              <a:buNone/>
              <a:defRPr b="1" i="0">
                <a:solidFill>
                  <a:schemeClr val="tx1"/>
                </a:solidFill>
                <a:latin typeface="Movistar Sans" pitchFamily="2" charset="77"/>
                <a:ea typeface="Movistar Sans" pitchFamily="2" charset="77"/>
              </a:defRPr>
            </a:lvl1pPr>
          </a:lstStyle>
          <a:p>
            <a:pPr lvl="0"/>
            <a:r>
              <a:rPr lang="es-ES" dirty="0" err="1"/>
              <a:t>Body</a:t>
            </a:r>
            <a:r>
              <a:rPr lang="es-ES" dirty="0"/>
              <a:t> </a:t>
            </a:r>
            <a:r>
              <a:rPr lang="es-ES" dirty="0" err="1"/>
              <a:t>subhead</a:t>
            </a:r>
            <a:r>
              <a:rPr lang="es-ES" dirty="0"/>
              <a:t> (</a:t>
            </a:r>
            <a:r>
              <a:rPr lang="es-ES" dirty="0" err="1"/>
              <a:t>second</a:t>
            </a:r>
            <a:r>
              <a:rPr lang="es-ES" dirty="0"/>
              <a:t> </a:t>
            </a:r>
            <a:r>
              <a:rPr lang="es-ES" dirty="0" err="1"/>
              <a:t>level</a:t>
            </a:r>
            <a:r>
              <a:rPr lang="es-ES" dirty="0"/>
              <a:t> </a:t>
            </a:r>
            <a:r>
              <a:rPr lang="es-ES" dirty="0" err="1"/>
              <a:t>text</a:t>
            </a:r>
            <a:r>
              <a:rPr lang="es-ES" dirty="0"/>
              <a:t>)</a:t>
            </a:r>
          </a:p>
        </p:txBody>
      </p:sp>
      <p:sp>
        <p:nvSpPr>
          <p:cNvPr id="9" name="Marcador de texto 14">
            <a:extLst>
              <a:ext uri="{FF2B5EF4-FFF2-40B4-BE49-F238E27FC236}">
                <a16:creationId xmlns:a16="http://schemas.microsoft.com/office/drawing/2014/main" id="{F49765FC-49B2-1E15-939B-3A41AA294970}"/>
              </a:ext>
            </a:extLst>
          </p:cNvPr>
          <p:cNvSpPr>
            <a:spLocks noGrp="1"/>
          </p:cNvSpPr>
          <p:nvPr>
            <p:ph type="body" sz="quarter" idx="12" hasCustomPrompt="1"/>
          </p:nvPr>
        </p:nvSpPr>
        <p:spPr>
          <a:xfrm>
            <a:off x="411905" y="2461480"/>
            <a:ext cx="3704935" cy="2717800"/>
          </a:xfrm>
        </p:spPr>
        <p:txBody>
          <a:bodyPr/>
          <a:lstStyle>
            <a:lvl1pPr marL="0" indent="0">
              <a:lnSpc>
                <a:spcPct val="100000"/>
              </a:lnSpc>
              <a:buNone/>
              <a:defRPr sz="1600" b="0" i="0">
                <a:solidFill>
                  <a:schemeClr val="tx1">
                    <a:lumMod val="60000"/>
                    <a:lumOff val="40000"/>
                  </a:schemeClr>
                </a:solidFill>
                <a:latin typeface="Movistar Sans Medium" pitchFamily="2" charset="77"/>
                <a:ea typeface="Movistar Sans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r>
              <a:rPr lang="es-ES" dirty="0"/>
              <a:t> id, </a:t>
            </a:r>
            <a:r>
              <a:rPr lang="es-ES" dirty="0" err="1"/>
              <a:t>viverra</a:t>
            </a:r>
            <a:r>
              <a:rPr lang="es-ES" dirty="0"/>
              <a:t> </a:t>
            </a:r>
            <a:r>
              <a:rPr lang="es-ES" dirty="0" err="1"/>
              <a:t>nec</a:t>
            </a:r>
            <a:r>
              <a:rPr lang="es-ES" dirty="0"/>
              <a:t> </a:t>
            </a:r>
            <a:r>
              <a:rPr lang="es-ES" dirty="0" err="1"/>
              <a:t>enim</a:t>
            </a:r>
            <a:r>
              <a:rPr lang="es-ES" dirty="0"/>
              <a:t>:</a:t>
            </a:r>
          </a:p>
          <a:p>
            <a:pPr lvl="0"/>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r>
              <a:rPr lang="es-ES" dirty="0" err="1"/>
              <a:t>Insert</a:t>
            </a:r>
            <a:r>
              <a:rPr lang="es-ES" dirty="0"/>
              <a:t> </a:t>
            </a:r>
            <a:r>
              <a:rPr lang="es-ES" dirty="0" err="1"/>
              <a:t>text</a:t>
            </a:r>
            <a:r>
              <a:rPr lang="es-ES" dirty="0"/>
              <a:t> </a:t>
            </a:r>
            <a:r>
              <a:rPr lang="es-ES" dirty="0" err="1"/>
              <a:t>here</a:t>
            </a:r>
            <a:br>
              <a:rPr lang="es-ES" dirty="0"/>
            </a:br>
            <a:r>
              <a:rPr lang="es-ES" dirty="0"/>
              <a:t>	</a:t>
            </a:r>
          </a:p>
        </p:txBody>
      </p:sp>
    </p:spTree>
    <p:extLst>
      <p:ext uri="{BB962C8B-B14F-4D97-AF65-F5344CB8AC3E}">
        <p14:creationId xmlns:p14="http://schemas.microsoft.com/office/powerpoint/2010/main" val="375984605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23_Inter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3DFCA-C394-CD48-A34B-7A3A8B8F524F}"/>
              </a:ext>
            </a:extLst>
          </p:cNvPr>
          <p:cNvSpPr>
            <a:spLocks noGrp="1"/>
          </p:cNvSpPr>
          <p:nvPr>
            <p:ph type="title" hasCustomPrompt="1"/>
          </p:nvPr>
        </p:nvSpPr>
        <p:spPr>
          <a:xfrm>
            <a:off x="415308" y="345529"/>
            <a:ext cx="3701531" cy="796466"/>
          </a:xfrm>
          <a:prstGeom prst="rect">
            <a:avLst/>
          </a:prstGeom>
        </p:spPr>
        <p:txBody>
          <a:bodyPr/>
          <a:lstStyle>
            <a:lvl1pPr>
              <a:defRPr sz="3200">
                <a:solidFill>
                  <a:srgbClr val="0066FF"/>
                </a:solidFill>
              </a:defRPr>
            </a:lvl1pPr>
          </a:lstStyle>
          <a:p>
            <a:r>
              <a:rPr lang="es-ES" dirty="0" err="1"/>
              <a:t>Insert</a:t>
            </a:r>
            <a:r>
              <a:rPr lang="es-ES" dirty="0"/>
              <a:t> </a:t>
            </a:r>
            <a:r>
              <a:rPr lang="es-ES" dirty="0" err="1"/>
              <a:t>Title</a:t>
            </a:r>
            <a:r>
              <a:rPr lang="es-ES" dirty="0"/>
              <a:t> Here</a:t>
            </a:r>
            <a:br>
              <a:rPr lang="es-ES" dirty="0"/>
            </a:br>
            <a:r>
              <a:rPr lang="es-ES" dirty="0"/>
              <a:t>Max 2 </a:t>
            </a:r>
            <a:r>
              <a:rPr lang="es-ES" dirty="0" err="1"/>
              <a:t>lines</a:t>
            </a:r>
            <a:endParaRPr lang="es-ES" dirty="0"/>
          </a:p>
        </p:txBody>
      </p:sp>
      <p:sp>
        <p:nvSpPr>
          <p:cNvPr id="3" name="Marcador de número de diapositiva 2">
            <a:extLst>
              <a:ext uri="{FF2B5EF4-FFF2-40B4-BE49-F238E27FC236}">
                <a16:creationId xmlns:a16="http://schemas.microsoft.com/office/drawing/2014/main" id="{9E67D84B-3C2F-A449-9FF6-0DACB6AD0EE6}"/>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4" name="Marcador de texto 14">
            <a:extLst>
              <a:ext uri="{FF2B5EF4-FFF2-40B4-BE49-F238E27FC236}">
                <a16:creationId xmlns:a16="http://schemas.microsoft.com/office/drawing/2014/main" id="{DEB821C8-3D46-B914-E2E6-AA959BD6E9FD}"/>
              </a:ext>
            </a:extLst>
          </p:cNvPr>
          <p:cNvSpPr>
            <a:spLocks noGrp="1"/>
          </p:cNvSpPr>
          <p:nvPr>
            <p:ph type="body" sz="quarter" idx="12" hasCustomPrompt="1"/>
          </p:nvPr>
        </p:nvSpPr>
        <p:spPr>
          <a:xfrm>
            <a:off x="8264297" y="345529"/>
            <a:ext cx="3512395" cy="796466"/>
          </a:xfrm>
        </p:spPr>
        <p:txBody>
          <a:bodyPr/>
          <a:lstStyle>
            <a:lvl1pPr marL="0" indent="0" algn="r">
              <a:lnSpc>
                <a:spcPct val="100000"/>
              </a:lnSpc>
              <a:buNone/>
              <a:defRPr sz="1200" b="0" i="0">
                <a:solidFill>
                  <a:schemeClr val="tx1">
                    <a:lumMod val="60000"/>
                    <a:lumOff val="40000"/>
                  </a:schemeClr>
                </a:solidFill>
                <a:latin typeface="Movistar Sans Medium" pitchFamily="2" charset="77"/>
                <a:ea typeface="Movistar Sans Medium" pitchFamily="2" charset="77"/>
              </a:defRPr>
            </a:lvl1pPr>
          </a:lstStyle>
          <a:p>
            <a:pPr lvl="0"/>
            <a:r>
              <a:rPr lang="es-ES" dirty="0" err="1"/>
              <a:t>Lorem</a:t>
            </a:r>
            <a:r>
              <a:rPr lang="es-ES" dirty="0"/>
              <a:t> </a:t>
            </a:r>
            <a:r>
              <a:rPr lang="es-ES" dirty="0" err="1"/>
              <a:t>ipsum</a:t>
            </a:r>
            <a:r>
              <a:rPr lang="es-ES" dirty="0"/>
              <a:t> dolor </a:t>
            </a:r>
            <a:r>
              <a:rPr lang="es-ES" dirty="0" err="1"/>
              <a:t>sit</a:t>
            </a:r>
            <a:r>
              <a:rPr lang="es-ES" dirty="0"/>
              <a:t> </a:t>
            </a:r>
            <a:r>
              <a:rPr lang="es-ES" dirty="0" err="1"/>
              <a:t>amet</a:t>
            </a:r>
            <a:r>
              <a:rPr lang="es-ES" dirty="0"/>
              <a:t>, </a:t>
            </a:r>
            <a:r>
              <a:rPr lang="es-ES" dirty="0" err="1"/>
              <a:t>consectetur</a:t>
            </a:r>
            <a:r>
              <a:rPr lang="es-ES" dirty="0"/>
              <a:t> </a:t>
            </a:r>
            <a:r>
              <a:rPr lang="es-ES" dirty="0" err="1"/>
              <a:t>adipiscing</a:t>
            </a:r>
            <a:r>
              <a:rPr lang="es-ES" dirty="0"/>
              <a:t> </a:t>
            </a:r>
            <a:r>
              <a:rPr lang="es-ES" dirty="0" err="1"/>
              <a:t>elit</a:t>
            </a:r>
            <a:r>
              <a:rPr lang="es-ES" dirty="0"/>
              <a:t>. </a:t>
            </a:r>
            <a:r>
              <a:rPr lang="es-ES" dirty="0" err="1"/>
              <a:t>Aliquam</a:t>
            </a:r>
            <a:r>
              <a:rPr lang="es-ES" dirty="0"/>
              <a:t> </a:t>
            </a:r>
            <a:r>
              <a:rPr lang="es-ES" dirty="0" err="1"/>
              <a:t>euismod</a:t>
            </a:r>
            <a:r>
              <a:rPr lang="es-ES" dirty="0"/>
              <a:t> </a:t>
            </a:r>
            <a:r>
              <a:rPr lang="es-ES" dirty="0" err="1"/>
              <a:t>cursus</a:t>
            </a:r>
            <a:r>
              <a:rPr lang="es-ES" dirty="0"/>
              <a:t> </a:t>
            </a:r>
            <a:r>
              <a:rPr lang="es-ES" dirty="0" err="1"/>
              <a:t>ipsum</a:t>
            </a:r>
            <a:r>
              <a:rPr lang="es-ES" dirty="0"/>
              <a:t>. </a:t>
            </a:r>
            <a:r>
              <a:rPr lang="es-ES" dirty="0" err="1"/>
              <a:t>Hasellus</a:t>
            </a:r>
            <a:r>
              <a:rPr lang="es-ES" dirty="0"/>
              <a:t> </a:t>
            </a:r>
            <a:r>
              <a:rPr lang="es-ES" dirty="0" err="1"/>
              <a:t>erat</a:t>
            </a:r>
            <a:r>
              <a:rPr lang="es-ES" dirty="0"/>
              <a:t> </a:t>
            </a:r>
            <a:r>
              <a:rPr lang="es-ES" dirty="0" err="1"/>
              <a:t>metus</a:t>
            </a:r>
            <a:r>
              <a:rPr lang="es-ES" dirty="0"/>
              <a:t>, </a:t>
            </a:r>
            <a:r>
              <a:rPr lang="es-ES" dirty="0" err="1"/>
              <a:t>faucibus</a:t>
            </a:r>
            <a:r>
              <a:rPr lang="es-ES" dirty="0"/>
              <a:t> quis </a:t>
            </a:r>
            <a:r>
              <a:rPr lang="es-ES" dirty="0" err="1"/>
              <a:t>interdum</a:t>
            </a:r>
            <a:endParaRPr lang="es-ES" dirty="0"/>
          </a:p>
        </p:txBody>
      </p:sp>
    </p:spTree>
    <p:extLst>
      <p:ext uri="{BB962C8B-B14F-4D97-AF65-F5344CB8AC3E}">
        <p14:creationId xmlns:p14="http://schemas.microsoft.com/office/powerpoint/2010/main" val="735219106"/>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24_Inter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3DFCA-C394-CD48-A34B-7A3A8B8F524F}"/>
              </a:ext>
            </a:extLst>
          </p:cNvPr>
          <p:cNvSpPr>
            <a:spLocks noGrp="1"/>
          </p:cNvSpPr>
          <p:nvPr>
            <p:ph type="title" hasCustomPrompt="1"/>
          </p:nvPr>
        </p:nvSpPr>
        <p:spPr>
          <a:xfrm>
            <a:off x="415308" y="345529"/>
            <a:ext cx="11321767" cy="796466"/>
          </a:xfrm>
          <a:prstGeom prst="rect">
            <a:avLst/>
          </a:prstGeom>
        </p:spPr>
        <p:txBody>
          <a:bodyPr/>
          <a:lstStyle>
            <a:lvl1pPr>
              <a:defRPr sz="3200">
                <a:solidFill>
                  <a:srgbClr val="0066FF"/>
                </a:solidFill>
              </a:defRPr>
            </a:lvl1pPr>
          </a:lstStyle>
          <a:p>
            <a:r>
              <a:rPr lang="es-ES" dirty="0" err="1"/>
              <a:t>Insert</a:t>
            </a:r>
            <a:r>
              <a:rPr lang="es-ES" dirty="0"/>
              <a:t> </a:t>
            </a:r>
            <a:r>
              <a:rPr lang="es-ES" dirty="0" err="1"/>
              <a:t>Title</a:t>
            </a:r>
            <a:r>
              <a:rPr lang="es-ES" dirty="0"/>
              <a:t> Here Max 2 </a:t>
            </a:r>
            <a:r>
              <a:rPr lang="es-ES" dirty="0" err="1"/>
              <a:t>lines</a:t>
            </a:r>
            <a:endParaRPr lang="es-ES" dirty="0"/>
          </a:p>
        </p:txBody>
      </p:sp>
      <p:sp>
        <p:nvSpPr>
          <p:cNvPr id="3" name="Marcador de número de diapositiva 2">
            <a:extLst>
              <a:ext uri="{FF2B5EF4-FFF2-40B4-BE49-F238E27FC236}">
                <a16:creationId xmlns:a16="http://schemas.microsoft.com/office/drawing/2014/main" id="{9E67D84B-3C2F-A449-9FF6-0DACB6AD0EE6}"/>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5" name="Picture Placeholder 6">
            <a:extLst>
              <a:ext uri="{FF2B5EF4-FFF2-40B4-BE49-F238E27FC236}">
                <a16:creationId xmlns:a16="http://schemas.microsoft.com/office/drawing/2014/main" id="{666D70E8-C145-61E7-0001-F4DE906F026C}"/>
              </a:ext>
            </a:extLst>
          </p:cNvPr>
          <p:cNvSpPr>
            <a:spLocks noGrp="1"/>
          </p:cNvSpPr>
          <p:nvPr>
            <p:ph type="pic" sz="quarter" idx="13"/>
          </p:nvPr>
        </p:nvSpPr>
        <p:spPr>
          <a:xfrm>
            <a:off x="857251" y="1386414"/>
            <a:ext cx="2037192" cy="1060294"/>
          </a:xfrm>
          <a:solidFill>
            <a:schemeClr val="tx1">
              <a:lumMod val="10000"/>
              <a:lumOff val="90000"/>
            </a:schemeClr>
          </a:solidFill>
        </p:spPr>
        <p:txBody>
          <a:bodyPr/>
          <a:lstStyle>
            <a:lvl1pPr>
              <a:defRPr sz="1000" b="1" i="0">
                <a:latin typeface="Movistar Sans" pitchFamily="2" charset="77"/>
              </a:defRPr>
            </a:lvl1pPr>
          </a:lstStyle>
          <a:p>
            <a:r>
              <a:rPr lang="es-ES" dirty="0"/>
              <a:t>Haga clic en el icono para agregar una imagen</a:t>
            </a:r>
            <a:endParaRPr lang="en-US" dirty="0"/>
          </a:p>
        </p:txBody>
      </p:sp>
      <p:sp>
        <p:nvSpPr>
          <p:cNvPr id="6" name="Text Placeholder 8">
            <a:extLst>
              <a:ext uri="{FF2B5EF4-FFF2-40B4-BE49-F238E27FC236}">
                <a16:creationId xmlns:a16="http://schemas.microsoft.com/office/drawing/2014/main" id="{C9D01455-F5FE-BE20-AEC3-C925348732FB}"/>
              </a:ext>
            </a:extLst>
          </p:cNvPr>
          <p:cNvSpPr>
            <a:spLocks noGrp="1"/>
          </p:cNvSpPr>
          <p:nvPr>
            <p:ph type="body" sz="quarter" idx="14" hasCustomPrompt="1"/>
          </p:nvPr>
        </p:nvSpPr>
        <p:spPr>
          <a:xfrm>
            <a:off x="857251" y="253490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7" name="Picture Placeholder 6">
            <a:extLst>
              <a:ext uri="{FF2B5EF4-FFF2-40B4-BE49-F238E27FC236}">
                <a16:creationId xmlns:a16="http://schemas.microsoft.com/office/drawing/2014/main" id="{069E0E05-B8BE-28E1-126F-A6B6F0F14986}"/>
              </a:ext>
            </a:extLst>
          </p:cNvPr>
          <p:cNvSpPr>
            <a:spLocks noGrp="1"/>
          </p:cNvSpPr>
          <p:nvPr>
            <p:ph type="pic" sz="quarter" idx="15"/>
          </p:nvPr>
        </p:nvSpPr>
        <p:spPr>
          <a:xfrm>
            <a:off x="2967328" y="138641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8" name="Text Placeholder 8">
            <a:extLst>
              <a:ext uri="{FF2B5EF4-FFF2-40B4-BE49-F238E27FC236}">
                <a16:creationId xmlns:a16="http://schemas.microsoft.com/office/drawing/2014/main" id="{18702A2B-26F6-6166-3167-EDEF7BCB20C9}"/>
              </a:ext>
            </a:extLst>
          </p:cNvPr>
          <p:cNvSpPr>
            <a:spLocks noGrp="1"/>
          </p:cNvSpPr>
          <p:nvPr>
            <p:ph type="body" sz="quarter" idx="16" hasCustomPrompt="1"/>
          </p:nvPr>
        </p:nvSpPr>
        <p:spPr>
          <a:xfrm>
            <a:off x="2967328" y="253490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9" name="Picture Placeholder 6">
            <a:extLst>
              <a:ext uri="{FF2B5EF4-FFF2-40B4-BE49-F238E27FC236}">
                <a16:creationId xmlns:a16="http://schemas.microsoft.com/office/drawing/2014/main" id="{B962AA6D-9F7A-D609-D488-089AF1E2A2B1}"/>
              </a:ext>
            </a:extLst>
          </p:cNvPr>
          <p:cNvSpPr>
            <a:spLocks noGrp="1"/>
          </p:cNvSpPr>
          <p:nvPr>
            <p:ph type="pic" sz="quarter" idx="17"/>
          </p:nvPr>
        </p:nvSpPr>
        <p:spPr>
          <a:xfrm>
            <a:off x="5077405" y="138641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10" name="Text Placeholder 8">
            <a:extLst>
              <a:ext uri="{FF2B5EF4-FFF2-40B4-BE49-F238E27FC236}">
                <a16:creationId xmlns:a16="http://schemas.microsoft.com/office/drawing/2014/main" id="{079B6CF1-0C0F-6131-1590-DAA81D822F0E}"/>
              </a:ext>
            </a:extLst>
          </p:cNvPr>
          <p:cNvSpPr>
            <a:spLocks noGrp="1"/>
          </p:cNvSpPr>
          <p:nvPr>
            <p:ph type="body" sz="quarter" idx="18" hasCustomPrompt="1"/>
          </p:nvPr>
        </p:nvSpPr>
        <p:spPr>
          <a:xfrm>
            <a:off x="5077405" y="253490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11" name="Picture Placeholder 6">
            <a:extLst>
              <a:ext uri="{FF2B5EF4-FFF2-40B4-BE49-F238E27FC236}">
                <a16:creationId xmlns:a16="http://schemas.microsoft.com/office/drawing/2014/main" id="{FE7F139D-F65B-FD38-C22D-11322F4AC9B2}"/>
              </a:ext>
            </a:extLst>
          </p:cNvPr>
          <p:cNvSpPr>
            <a:spLocks noGrp="1"/>
          </p:cNvSpPr>
          <p:nvPr>
            <p:ph type="pic" sz="quarter" idx="19"/>
          </p:nvPr>
        </p:nvSpPr>
        <p:spPr>
          <a:xfrm>
            <a:off x="7187481" y="138641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12" name="Text Placeholder 8">
            <a:extLst>
              <a:ext uri="{FF2B5EF4-FFF2-40B4-BE49-F238E27FC236}">
                <a16:creationId xmlns:a16="http://schemas.microsoft.com/office/drawing/2014/main" id="{4CCDEDD4-137E-37FC-7B90-97D2F11F603E}"/>
              </a:ext>
            </a:extLst>
          </p:cNvPr>
          <p:cNvSpPr>
            <a:spLocks noGrp="1"/>
          </p:cNvSpPr>
          <p:nvPr>
            <p:ph type="body" sz="quarter" idx="20" hasCustomPrompt="1"/>
          </p:nvPr>
        </p:nvSpPr>
        <p:spPr>
          <a:xfrm>
            <a:off x="7187481" y="253490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13" name="Picture Placeholder 6">
            <a:extLst>
              <a:ext uri="{FF2B5EF4-FFF2-40B4-BE49-F238E27FC236}">
                <a16:creationId xmlns:a16="http://schemas.microsoft.com/office/drawing/2014/main" id="{D08669E4-9E7E-FA3C-68A1-DE1E16DBD4F7}"/>
              </a:ext>
            </a:extLst>
          </p:cNvPr>
          <p:cNvSpPr>
            <a:spLocks noGrp="1"/>
          </p:cNvSpPr>
          <p:nvPr>
            <p:ph type="pic" sz="quarter" idx="21"/>
          </p:nvPr>
        </p:nvSpPr>
        <p:spPr>
          <a:xfrm>
            <a:off x="9297557" y="138641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14" name="Text Placeholder 8">
            <a:extLst>
              <a:ext uri="{FF2B5EF4-FFF2-40B4-BE49-F238E27FC236}">
                <a16:creationId xmlns:a16="http://schemas.microsoft.com/office/drawing/2014/main" id="{ED5DC325-F98A-22A9-14E7-9D2BC2546F83}"/>
              </a:ext>
            </a:extLst>
          </p:cNvPr>
          <p:cNvSpPr>
            <a:spLocks noGrp="1"/>
          </p:cNvSpPr>
          <p:nvPr>
            <p:ph type="body" sz="quarter" idx="22" hasCustomPrompt="1"/>
          </p:nvPr>
        </p:nvSpPr>
        <p:spPr>
          <a:xfrm>
            <a:off x="9297557" y="253490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dirty="0"/>
              <a:t>Click to edit master text styles</a:t>
            </a:r>
          </a:p>
          <a:p>
            <a:pPr lvl="1"/>
            <a:r>
              <a:rPr lang="en-GB" dirty="0"/>
              <a:t>Second level</a:t>
            </a:r>
          </a:p>
        </p:txBody>
      </p:sp>
      <p:sp>
        <p:nvSpPr>
          <p:cNvPr id="15" name="Picture Placeholder 6">
            <a:extLst>
              <a:ext uri="{FF2B5EF4-FFF2-40B4-BE49-F238E27FC236}">
                <a16:creationId xmlns:a16="http://schemas.microsoft.com/office/drawing/2014/main" id="{BC4FFCFC-B49C-0F7E-DEB2-62B99ED46450}"/>
              </a:ext>
            </a:extLst>
          </p:cNvPr>
          <p:cNvSpPr>
            <a:spLocks noGrp="1"/>
          </p:cNvSpPr>
          <p:nvPr>
            <p:ph type="pic" sz="quarter" idx="23"/>
          </p:nvPr>
        </p:nvSpPr>
        <p:spPr>
          <a:xfrm>
            <a:off x="857251" y="3057276"/>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16" name="Text Placeholder 8">
            <a:extLst>
              <a:ext uri="{FF2B5EF4-FFF2-40B4-BE49-F238E27FC236}">
                <a16:creationId xmlns:a16="http://schemas.microsoft.com/office/drawing/2014/main" id="{42D698F3-571E-ADBB-B360-96D845C6A340}"/>
              </a:ext>
            </a:extLst>
          </p:cNvPr>
          <p:cNvSpPr>
            <a:spLocks noGrp="1"/>
          </p:cNvSpPr>
          <p:nvPr>
            <p:ph type="body" sz="quarter" idx="24" hasCustomPrompt="1"/>
          </p:nvPr>
        </p:nvSpPr>
        <p:spPr>
          <a:xfrm>
            <a:off x="857251" y="4205764"/>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17" name="Picture Placeholder 6">
            <a:extLst>
              <a:ext uri="{FF2B5EF4-FFF2-40B4-BE49-F238E27FC236}">
                <a16:creationId xmlns:a16="http://schemas.microsoft.com/office/drawing/2014/main" id="{69BABC60-8A06-0C71-FEB6-6E96FA930802}"/>
              </a:ext>
            </a:extLst>
          </p:cNvPr>
          <p:cNvSpPr>
            <a:spLocks noGrp="1"/>
          </p:cNvSpPr>
          <p:nvPr>
            <p:ph type="pic" sz="quarter" idx="25"/>
          </p:nvPr>
        </p:nvSpPr>
        <p:spPr>
          <a:xfrm>
            <a:off x="2967328" y="3057276"/>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18" name="Text Placeholder 8">
            <a:extLst>
              <a:ext uri="{FF2B5EF4-FFF2-40B4-BE49-F238E27FC236}">
                <a16:creationId xmlns:a16="http://schemas.microsoft.com/office/drawing/2014/main" id="{99EA748B-C9CF-FE71-EDAF-A067FBA756CF}"/>
              </a:ext>
            </a:extLst>
          </p:cNvPr>
          <p:cNvSpPr>
            <a:spLocks noGrp="1"/>
          </p:cNvSpPr>
          <p:nvPr>
            <p:ph type="body" sz="quarter" idx="26" hasCustomPrompt="1"/>
          </p:nvPr>
        </p:nvSpPr>
        <p:spPr>
          <a:xfrm>
            <a:off x="2967328" y="4205764"/>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19" name="Picture Placeholder 6">
            <a:extLst>
              <a:ext uri="{FF2B5EF4-FFF2-40B4-BE49-F238E27FC236}">
                <a16:creationId xmlns:a16="http://schemas.microsoft.com/office/drawing/2014/main" id="{F23BDAF7-3DAF-2E63-F204-5304132858EA}"/>
              </a:ext>
            </a:extLst>
          </p:cNvPr>
          <p:cNvSpPr>
            <a:spLocks noGrp="1"/>
          </p:cNvSpPr>
          <p:nvPr>
            <p:ph type="pic" sz="quarter" idx="27"/>
          </p:nvPr>
        </p:nvSpPr>
        <p:spPr>
          <a:xfrm>
            <a:off x="5077405" y="3057276"/>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20" name="Text Placeholder 8">
            <a:extLst>
              <a:ext uri="{FF2B5EF4-FFF2-40B4-BE49-F238E27FC236}">
                <a16:creationId xmlns:a16="http://schemas.microsoft.com/office/drawing/2014/main" id="{666FC6BE-4BA1-F300-1C52-D24DF349A9EA}"/>
              </a:ext>
            </a:extLst>
          </p:cNvPr>
          <p:cNvSpPr>
            <a:spLocks noGrp="1"/>
          </p:cNvSpPr>
          <p:nvPr>
            <p:ph type="body" sz="quarter" idx="28" hasCustomPrompt="1"/>
          </p:nvPr>
        </p:nvSpPr>
        <p:spPr>
          <a:xfrm>
            <a:off x="5077405" y="4205764"/>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21" name="Picture Placeholder 6">
            <a:extLst>
              <a:ext uri="{FF2B5EF4-FFF2-40B4-BE49-F238E27FC236}">
                <a16:creationId xmlns:a16="http://schemas.microsoft.com/office/drawing/2014/main" id="{8C56CCA6-5AF5-ED30-F64A-A65DEC949D8E}"/>
              </a:ext>
            </a:extLst>
          </p:cNvPr>
          <p:cNvSpPr>
            <a:spLocks noGrp="1"/>
          </p:cNvSpPr>
          <p:nvPr>
            <p:ph type="pic" sz="quarter" idx="29"/>
          </p:nvPr>
        </p:nvSpPr>
        <p:spPr>
          <a:xfrm>
            <a:off x="7187481" y="3057276"/>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22" name="Text Placeholder 8">
            <a:extLst>
              <a:ext uri="{FF2B5EF4-FFF2-40B4-BE49-F238E27FC236}">
                <a16:creationId xmlns:a16="http://schemas.microsoft.com/office/drawing/2014/main" id="{2E1DC078-6088-22D7-B2DE-DAE9A4C163E4}"/>
              </a:ext>
            </a:extLst>
          </p:cNvPr>
          <p:cNvSpPr>
            <a:spLocks noGrp="1"/>
          </p:cNvSpPr>
          <p:nvPr>
            <p:ph type="body" sz="quarter" idx="30" hasCustomPrompt="1"/>
          </p:nvPr>
        </p:nvSpPr>
        <p:spPr>
          <a:xfrm>
            <a:off x="7187481" y="4205764"/>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23" name="Picture Placeholder 6">
            <a:extLst>
              <a:ext uri="{FF2B5EF4-FFF2-40B4-BE49-F238E27FC236}">
                <a16:creationId xmlns:a16="http://schemas.microsoft.com/office/drawing/2014/main" id="{68CE1FCE-58F7-8E94-AE9E-210A35C789D8}"/>
              </a:ext>
            </a:extLst>
          </p:cNvPr>
          <p:cNvSpPr>
            <a:spLocks noGrp="1"/>
          </p:cNvSpPr>
          <p:nvPr>
            <p:ph type="pic" sz="quarter" idx="31"/>
          </p:nvPr>
        </p:nvSpPr>
        <p:spPr>
          <a:xfrm>
            <a:off x="9297557" y="3057276"/>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24" name="Text Placeholder 8">
            <a:extLst>
              <a:ext uri="{FF2B5EF4-FFF2-40B4-BE49-F238E27FC236}">
                <a16:creationId xmlns:a16="http://schemas.microsoft.com/office/drawing/2014/main" id="{CEE4E579-24D4-DE0B-1EFA-FF19B83AE6C2}"/>
              </a:ext>
            </a:extLst>
          </p:cNvPr>
          <p:cNvSpPr>
            <a:spLocks noGrp="1"/>
          </p:cNvSpPr>
          <p:nvPr>
            <p:ph type="body" sz="quarter" idx="32" hasCustomPrompt="1"/>
          </p:nvPr>
        </p:nvSpPr>
        <p:spPr>
          <a:xfrm>
            <a:off x="9297557" y="4205764"/>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25" name="Picture Placeholder 6">
            <a:extLst>
              <a:ext uri="{FF2B5EF4-FFF2-40B4-BE49-F238E27FC236}">
                <a16:creationId xmlns:a16="http://schemas.microsoft.com/office/drawing/2014/main" id="{BEBFF855-BB68-099B-03A3-4E1FE7F74D58}"/>
              </a:ext>
            </a:extLst>
          </p:cNvPr>
          <p:cNvSpPr>
            <a:spLocks noGrp="1"/>
          </p:cNvSpPr>
          <p:nvPr>
            <p:ph type="pic" sz="quarter" idx="33"/>
          </p:nvPr>
        </p:nvSpPr>
        <p:spPr>
          <a:xfrm>
            <a:off x="857251" y="473645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26" name="Text Placeholder 8">
            <a:extLst>
              <a:ext uri="{FF2B5EF4-FFF2-40B4-BE49-F238E27FC236}">
                <a16:creationId xmlns:a16="http://schemas.microsoft.com/office/drawing/2014/main" id="{984B6288-4F03-C7EA-C835-58C7E003E8FA}"/>
              </a:ext>
            </a:extLst>
          </p:cNvPr>
          <p:cNvSpPr>
            <a:spLocks noGrp="1"/>
          </p:cNvSpPr>
          <p:nvPr>
            <p:ph type="body" sz="quarter" idx="34" hasCustomPrompt="1"/>
          </p:nvPr>
        </p:nvSpPr>
        <p:spPr>
          <a:xfrm>
            <a:off x="857251" y="588494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27" name="Picture Placeholder 6">
            <a:extLst>
              <a:ext uri="{FF2B5EF4-FFF2-40B4-BE49-F238E27FC236}">
                <a16:creationId xmlns:a16="http://schemas.microsoft.com/office/drawing/2014/main" id="{EF452026-4813-A060-19E0-FF3285731DE7}"/>
              </a:ext>
            </a:extLst>
          </p:cNvPr>
          <p:cNvSpPr>
            <a:spLocks noGrp="1"/>
          </p:cNvSpPr>
          <p:nvPr>
            <p:ph type="pic" sz="quarter" idx="35"/>
          </p:nvPr>
        </p:nvSpPr>
        <p:spPr>
          <a:xfrm>
            <a:off x="2967328" y="473645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28" name="Text Placeholder 8">
            <a:extLst>
              <a:ext uri="{FF2B5EF4-FFF2-40B4-BE49-F238E27FC236}">
                <a16:creationId xmlns:a16="http://schemas.microsoft.com/office/drawing/2014/main" id="{9C5A1369-EFB7-5E01-568F-07093B9186F5}"/>
              </a:ext>
            </a:extLst>
          </p:cNvPr>
          <p:cNvSpPr>
            <a:spLocks noGrp="1"/>
          </p:cNvSpPr>
          <p:nvPr>
            <p:ph type="body" sz="quarter" idx="36" hasCustomPrompt="1"/>
          </p:nvPr>
        </p:nvSpPr>
        <p:spPr>
          <a:xfrm>
            <a:off x="2967328" y="588494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29" name="Picture Placeholder 6">
            <a:extLst>
              <a:ext uri="{FF2B5EF4-FFF2-40B4-BE49-F238E27FC236}">
                <a16:creationId xmlns:a16="http://schemas.microsoft.com/office/drawing/2014/main" id="{9E784197-F94B-AAE2-8BC5-8E6266CC2EA2}"/>
              </a:ext>
            </a:extLst>
          </p:cNvPr>
          <p:cNvSpPr>
            <a:spLocks noGrp="1"/>
          </p:cNvSpPr>
          <p:nvPr>
            <p:ph type="pic" sz="quarter" idx="37"/>
          </p:nvPr>
        </p:nvSpPr>
        <p:spPr>
          <a:xfrm>
            <a:off x="5077405" y="473645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30" name="Text Placeholder 8">
            <a:extLst>
              <a:ext uri="{FF2B5EF4-FFF2-40B4-BE49-F238E27FC236}">
                <a16:creationId xmlns:a16="http://schemas.microsoft.com/office/drawing/2014/main" id="{58903357-DC6C-54EC-2C58-A7671DD4D3A8}"/>
              </a:ext>
            </a:extLst>
          </p:cNvPr>
          <p:cNvSpPr>
            <a:spLocks noGrp="1"/>
          </p:cNvSpPr>
          <p:nvPr>
            <p:ph type="body" sz="quarter" idx="38" hasCustomPrompt="1"/>
          </p:nvPr>
        </p:nvSpPr>
        <p:spPr>
          <a:xfrm>
            <a:off x="5077405" y="588494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31" name="Picture Placeholder 6">
            <a:extLst>
              <a:ext uri="{FF2B5EF4-FFF2-40B4-BE49-F238E27FC236}">
                <a16:creationId xmlns:a16="http://schemas.microsoft.com/office/drawing/2014/main" id="{89E000F8-FD63-9DD5-C855-6C5827080662}"/>
              </a:ext>
            </a:extLst>
          </p:cNvPr>
          <p:cNvSpPr>
            <a:spLocks noGrp="1"/>
          </p:cNvSpPr>
          <p:nvPr>
            <p:ph type="pic" sz="quarter" idx="39"/>
          </p:nvPr>
        </p:nvSpPr>
        <p:spPr>
          <a:xfrm>
            <a:off x="7187481" y="473645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32" name="Text Placeholder 8">
            <a:extLst>
              <a:ext uri="{FF2B5EF4-FFF2-40B4-BE49-F238E27FC236}">
                <a16:creationId xmlns:a16="http://schemas.microsoft.com/office/drawing/2014/main" id="{2B3A24D3-B894-B78D-022D-9ADA91A14A31}"/>
              </a:ext>
            </a:extLst>
          </p:cNvPr>
          <p:cNvSpPr>
            <a:spLocks noGrp="1"/>
          </p:cNvSpPr>
          <p:nvPr>
            <p:ph type="body" sz="quarter" idx="40" hasCustomPrompt="1"/>
          </p:nvPr>
        </p:nvSpPr>
        <p:spPr>
          <a:xfrm>
            <a:off x="7187481" y="588494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
        <p:nvSpPr>
          <p:cNvPr id="33" name="Picture Placeholder 6">
            <a:extLst>
              <a:ext uri="{FF2B5EF4-FFF2-40B4-BE49-F238E27FC236}">
                <a16:creationId xmlns:a16="http://schemas.microsoft.com/office/drawing/2014/main" id="{11665988-472A-8A06-E17B-CCAB0B46338C}"/>
              </a:ext>
            </a:extLst>
          </p:cNvPr>
          <p:cNvSpPr>
            <a:spLocks noGrp="1"/>
          </p:cNvSpPr>
          <p:nvPr>
            <p:ph type="pic" sz="quarter" idx="41"/>
          </p:nvPr>
        </p:nvSpPr>
        <p:spPr>
          <a:xfrm>
            <a:off x="9297557" y="4736454"/>
            <a:ext cx="2037192" cy="1060294"/>
          </a:xfrm>
          <a:solidFill>
            <a:schemeClr val="tx1">
              <a:lumMod val="10000"/>
              <a:lumOff val="90000"/>
            </a:schemeClr>
          </a:solidFill>
        </p:spPr>
        <p:txBody>
          <a:bodyPr/>
          <a:lstStyle>
            <a:lvl1pPr>
              <a:defRPr sz="1000" b="1" i="0">
                <a:latin typeface="Movistar Sans" pitchFamily="2" charset="77"/>
              </a:defRPr>
            </a:lvl1pPr>
          </a:lstStyle>
          <a:p>
            <a:r>
              <a:rPr lang="es-ES"/>
              <a:t>Haga clic en el icono para agregar una imagen</a:t>
            </a:r>
            <a:endParaRPr lang="en-US"/>
          </a:p>
        </p:txBody>
      </p:sp>
      <p:sp>
        <p:nvSpPr>
          <p:cNvPr id="34" name="Text Placeholder 8">
            <a:extLst>
              <a:ext uri="{FF2B5EF4-FFF2-40B4-BE49-F238E27FC236}">
                <a16:creationId xmlns:a16="http://schemas.microsoft.com/office/drawing/2014/main" id="{CD8D3676-4A2F-F35E-E260-4B6B1A73D4C7}"/>
              </a:ext>
            </a:extLst>
          </p:cNvPr>
          <p:cNvSpPr>
            <a:spLocks noGrp="1"/>
          </p:cNvSpPr>
          <p:nvPr>
            <p:ph type="body" sz="quarter" idx="42" hasCustomPrompt="1"/>
          </p:nvPr>
        </p:nvSpPr>
        <p:spPr>
          <a:xfrm>
            <a:off x="9297557" y="5884942"/>
            <a:ext cx="2037192" cy="249859"/>
          </a:xfrm>
        </p:spPr>
        <p:txBody>
          <a:bodyPr/>
          <a:lstStyle>
            <a:lvl1pPr>
              <a:lnSpc>
                <a:spcPct val="90000"/>
              </a:lnSpc>
              <a:spcAft>
                <a:spcPts val="0"/>
              </a:spcAft>
              <a:defRPr sz="1000" b="0" i="0" cap="none" baseline="0">
                <a:solidFill>
                  <a:schemeClr val="tx1"/>
                </a:solidFill>
                <a:latin typeface="Movistar Sans" pitchFamily="2" charset="77"/>
              </a:defRPr>
            </a:lvl1pPr>
            <a:lvl2pPr>
              <a:lnSpc>
                <a:spcPct val="90000"/>
              </a:lnSpc>
              <a:spcAft>
                <a:spcPts val="0"/>
              </a:spcAft>
              <a:defRPr sz="1000" b="0" i="0" cap="none" baseline="0">
                <a:solidFill>
                  <a:schemeClr val="tx1"/>
                </a:solidFill>
                <a:latin typeface="Movistar Sans" pitchFamily="2" charset="77"/>
              </a:defRPr>
            </a:lvl2pPr>
          </a:lstStyle>
          <a:p>
            <a:pPr lvl="0"/>
            <a:r>
              <a:rPr lang="en-GB"/>
              <a:t>Click to edit master text styles</a:t>
            </a:r>
          </a:p>
          <a:p>
            <a:pPr lvl="1"/>
            <a:r>
              <a:rPr lang="en-GB"/>
              <a:t>Second level</a:t>
            </a:r>
          </a:p>
        </p:txBody>
      </p:sp>
    </p:spTree>
    <p:extLst>
      <p:ext uri="{BB962C8B-B14F-4D97-AF65-F5344CB8AC3E}">
        <p14:creationId xmlns:p14="http://schemas.microsoft.com/office/powerpoint/2010/main" val="2864921046"/>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26_Inter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3DFCA-C394-CD48-A34B-7A3A8B8F524F}"/>
              </a:ext>
            </a:extLst>
          </p:cNvPr>
          <p:cNvSpPr>
            <a:spLocks noGrp="1"/>
          </p:cNvSpPr>
          <p:nvPr>
            <p:ph type="title" hasCustomPrompt="1"/>
          </p:nvPr>
        </p:nvSpPr>
        <p:spPr>
          <a:xfrm>
            <a:off x="415308" y="345529"/>
            <a:ext cx="11321767" cy="796466"/>
          </a:xfrm>
          <a:prstGeom prst="rect">
            <a:avLst/>
          </a:prstGeom>
        </p:spPr>
        <p:txBody>
          <a:bodyPr/>
          <a:lstStyle>
            <a:lvl1pPr>
              <a:defRPr sz="3200">
                <a:solidFill>
                  <a:srgbClr val="0066FF"/>
                </a:solidFill>
              </a:defRPr>
            </a:lvl1pPr>
          </a:lstStyle>
          <a:p>
            <a:r>
              <a:rPr lang="es-ES" dirty="0" err="1"/>
              <a:t>Insert</a:t>
            </a:r>
            <a:r>
              <a:rPr lang="es-ES" dirty="0"/>
              <a:t> </a:t>
            </a:r>
            <a:r>
              <a:rPr lang="es-ES" dirty="0" err="1"/>
              <a:t>Title</a:t>
            </a:r>
            <a:r>
              <a:rPr lang="es-ES" dirty="0"/>
              <a:t> Here Max 2 </a:t>
            </a:r>
            <a:r>
              <a:rPr lang="es-ES" dirty="0" err="1"/>
              <a:t>lines</a:t>
            </a:r>
            <a:endParaRPr lang="es-ES" dirty="0"/>
          </a:p>
        </p:txBody>
      </p:sp>
      <p:sp>
        <p:nvSpPr>
          <p:cNvPr id="3" name="Marcador de número de diapositiva 2">
            <a:extLst>
              <a:ext uri="{FF2B5EF4-FFF2-40B4-BE49-F238E27FC236}">
                <a16:creationId xmlns:a16="http://schemas.microsoft.com/office/drawing/2014/main" id="{9E67D84B-3C2F-A449-9FF6-0DACB6AD0EE6}"/>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5" name="Picture Placeholder 6">
            <a:extLst>
              <a:ext uri="{FF2B5EF4-FFF2-40B4-BE49-F238E27FC236}">
                <a16:creationId xmlns:a16="http://schemas.microsoft.com/office/drawing/2014/main" id="{8F3DC07D-FAF5-A371-D533-05B704EA584D}"/>
              </a:ext>
            </a:extLst>
          </p:cNvPr>
          <p:cNvSpPr>
            <a:spLocks noGrp="1"/>
          </p:cNvSpPr>
          <p:nvPr>
            <p:ph type="pic" sz="quarter" idx="13" hasCustomPrompt="1"/>
          </p:nvPr>
        </p:nvSpPr>
        <p:spPr>
          <a:xfrm>
            <a:off x="415309" y="1526263"/>
            <a:ext cx="3501598" cy="3355492"/>
          </a:xfrm>
          <a:solidFill>
            <a:schemeClr val="tx1">
              <a:lumMod val="10000"/>
              <a:lumOff val="90000"/>
            </a:schemeClr>
          </a:solidFill>
        </p:spPr>
        <p:txBody>
          <a:bodyPr/>
          <a:lstStyle>
            <a:lvl1pPr>
              <a:defRPr sz="1000" b="1" i="0">
                <a:latin typeface="Movistar Sans" pitchFamily="2" charset="77"/>
              </a:defRPr>
            </a:lvl1pPr>
          </a:lstStyle>
          <a:p>
            <a:r>
              <a:rPr lang="es-ES" dirty="0"/>
              <a:t>Haga clic en el icono para agregar una imagen</a:t>
            </a:r>
            <a:endParaRPr lang="en-US" dirty="0"/>
          </a:p>
        </p:txBody>
      </p:sp>
      <p:sp>
        <p:nvSpPr>
          <p:cNvPr id="6" name="Text Placeholder 8">
            <a:extLst>
              <a:ext uri="{FF2B5EF4-FFF2-40B4-BE49-F238E27FC236}">
                <a16:creationId xmlns:a16="http://schemas.microsoft.com/office/drawing/2014/main" id="{D92C7D39-9B7B-AB42-40D8-FAC5962E9C13}"/>
              </a:ext>
            </a:extLst>
          </p:cNvPr>
          <p:cNvSpPr>
            <a:spLocks noGrp="1"/>
          </p:cNvSpPr>
          <p:nvPr>
            <p:ph type="body" sz="quarter" idx="14" hasCustomPrompt="1"/>
          </p:nvPr>
        </p:nvSpPr>
        <p:spPr>
          <a:xfrm>
            <a:off x="415308" y="5019375"/>
            <a:ext cx="2815704" cy="945903"/>
          </a:xfrm>
        </p:spPr>
        <p:txBody>
          <a:bodyPr/>
          <a:lstStyle>
            <a:lvl1pPr algn="l">
              <a:lnSpc>
                <a:spcPct val="100000"/>
              </a:lnSpc>
              <a:spcBef>
                <a:spcPts val="0"/>
              </a:spcBef>
              <a:spcAft>
                <a:spcPts val="0"/>
              </a:spcAft>
              <a:defRPr lang="en-GB" sz="1050" b="0" i="0" kern="1200" dirty="0">
                <a:solidFill>
                  <a:schemeClr val="tx1"/>
                </a:solidFill>
                <a:latin typeface="Movistar Sans Medium" pitchFamily="2" charset="77"/>
                <a:ea typeface="Movistar Sans Medium" pitchFamily="2" charset="77"/>
                <a:cs typeface="+mn-cs"/>
              </a:defRPr>
            </a:lvl1pPr>
            <a:lvl2pPr algn="l">
              <a:lnSpc>
                <a:spcPct val="90000"/>
              </a:lnSpc>
              <a:spcAft>
                <a:spcPts val="0"/>
              </a:spcAft>
              <a:defRPr lang="en-GB" sz="1050" b="0" i="0" kern="1200" dirty="0">
                <a:solidFill>
                  <a:schemeClr val="tx1"/>
                </a:solidFill>
                <a:latin typeface="Movistar Sans Medium" pitchFamily="2" charset="77"/>
                <a:ea typeface="Movistar Sans Medium" pitchFamily="2" charset="77"/>
                <a:cs typeface="+mn-cs"/>
              </a:defRPr>
            </a:lvl2pPr>
          </a:lstStyle>
          <a:p>
            <a:pPr lvl="0"/>
            <a:r>
              <a:rPr lang="en-GB" dirty="0"/>
              <a:t>Click to edit master text styles</a:t>
            </a:r>
          </a:p>
          <a:p>
            <a:pPr lvl="0"/>
            <a:r>
              <a:rPr lang="en-GB" dirty="0"/>
              <a:t>Second level</a:t>
            </a:r>
          </a:p>
        </p:txBody>
      </p:sp>
      <p:sp>
        <p:nvSpPr>
          <p:cNvPr id="10" name="Picture Placeholder 6">
            <a:extLst>
              <a:ext uri="{FF2B5EF4-FFF2-40B4-BE49-F238E27FC236}">
                <a16:creationId xmlns:a16="http://schemas.microsoft.com/office/drawing/2014/main" id="{BEB5EC4E-3C6C-D5BD-E29C-5E6505E3AD49}"/>
              </a:ext>
            </a:extLst>
          </p:cNvPr>
          <p:cNvSpPr>
            <a:spLocks noGrp="1"/>
          </p:cNvSpPr>
          <p:nvPr>
            <p:ph type="pic" sz="quarter" idx="15" hasCustomPrompt="1"/>
          </p:nvPr>
        </p:nvSpPr>
        <p:spPr>
          <a:xfrm>
            <a:off x="4263977" y="1526263"/>
            <a:ext cx="3501598" cy="3355492"/>
          </a:xfrm>
          <a:solidFill>
            <a:schemeClr val="tx1">
              <a:lumMod val="10000"/>
              <a:lumOff val="90000"/>
            </a:schemeClr>
          </a:solidFill>
        </p:spPr>
        <p:txBody>
          <a:bodyPr/>
          <a:lstStyle>
            <a:lvl1pPr>
              <a:defRPr sz="1000" b="1" i="0">
                <a:latin typeface="Movistar Sans" pitchFamily="2" charset="77"/>
              </a:defRPr>
            </a:lvl1pPr>
          </a:lstStyle>
          <a:p>
            <a:r>
              <a:rPr lang="es-ES" dirty="0"/>
              <a:t>Haga clic en el icono para agregar una imagen</a:t>
            </a:r>
            <a:endParaRPr lang="en-US" dirty="0"/>
          </a:p>
        </p:txBody>
      </p:sp>
      <p:sp>
        <p:nvSpPr>
          <p:cNvPr id="11" name="Text Placeholder 8">
            <a:extLst>
              <a:ext uri="{FF2B5EF4-FFF2-40B4-BE49-F238E27FC236}">
                <a16:creationId xmlns:a16="http://schemas.microsoft.com/office/drawing/2014/main" id="{A4AC4ECF-8542-8D23-2BC0-97E412A76FB7}"/>
              </a:ext>
            </a:extLst>
          </p:cNvPr>
          <p:cNvSpPr>
            <a:spLocks noGrp="1"/>
          </p:cNvSpPr>
          <p:nvPr>
            <p:ph type="body" sz="quarter" idx="16" hasCustomPrompt="1"/>
          </p:nvPr>
        </p:nvSpPr>
        <p:spPr>
          <a:xfrm>
            <a:off x="4263976" y="5019375"/>
            <a:ext cx="2815704" cy="945903"/>
          </a:xfrm>
        </p:spPr>
        <p:txBody>
          <a:bodyPr/>
          <a:lstStyle>
            <a:lvl1pPr algn="l">
              <a:lnSpc>
                <a:spcPct val="100000"/>
              </a:lnSpc>
              <a:spcBef>
                <a:spcPts val="0"/>
              </a:spcBef>
              <a:spcAft>
                <a:spcPts val="0"/>
              </a:spcAft>
              <a:defRPr lang="en-GB" sz="1050" b="0" i="0" kern="1200" dirty="0">
                <a:solidFill>
                  <a:schemeClr val="tx1"/>
                </a:solidFill>
                <a:latin typeface="Movistar Sans Medium" pitchFamily="2" charset="77"/>
                <a:ea typeface="Movistar Sans Medium" pitchFamily="2" charset="77"/>
                <a:cs typeface="+mn-cs"/>
              </a:defRPr>
            </a:lvl1pPr>
            <a:lvl2pPr algn="l">
              <a:lnSpc>
                <a:spcPct val="90000"/>
              </a:lnSpc>
              <a:spcAft>
                <a:spcPts val="0"/>
              </a:spcAft>
              <a:defRPr lang="en-GB" sz="1050" b="0" i="0" kern="1200" dirty="0">
                <a:solidFill>
                  <a:schemeClr val="tx1"/>
                </a:solidFill>
                <a:latin typeface="Movistar Sans Medium" pitchFamily="2" charset="77"/>
                <a:ea typeface="Movistar Sans Medium" pitchFamily="2" charset="77"/>
                <a:cs typeface="+mn-cs"/>
              </a:defRPr>
            </a:lvl2pPr>
          </a:lstStyle>
          <a:p>
            <a:pPr lvl="0"/>
            <a:r>
              <a:rPr lang="en-GB" dirty="0"/>
              <a:t>Click to edit master text styles</a:t>
            </a:r>
          </a:p>
          <a:p>
            <a:pPr lvl="0"/>
            <a:r>
              <a:rPr lang="en-GB" dirty="0"/>
              <a:t>Second level</a:t>
            </a:r>
          </a:p>
        </p:txBody>
      </p:sp>
      <p:sp>
        <p:nvSpPr>
          <p:cNvPr id="12" name="Picture Placeholder 6">
            <a:extLst>
              <a:ext uri="{FF2B5EF4-FFF2-40B4-BE49-F238E27FC236}">
                <a16:creationId xmlns:a16="http://schemas.microsoft.com/office/drawing/2014/main" id="{106BEF48-2F38-DBED-4F71-7A5457ED7FC8}"/>
              </a:ext>
            </a:extLst>
          </p:cNvPr>
          <p:cNvSpPr>
            <a:spLocks noGrp="1"/>
          </p:cNvSpPr>
          <p:nvPr>
            <p:ph type="pic" sz="quarter" idx="17" hasCustomPrompt="1"/>
          </p:nvPr>
        </p:nvSpPr>
        <p:spPr>
          <a:xfrm>
            <a:off x="8276419" y="1526263"/>
            <a:ext cx="3501598" cy="3355492"/>
          </a:xfrm>
          <a:solidFill>
            <a:schemeClr val="tx1">
              <a:lumMod val="10000"/>
              <a:lumOff val="90000"/>
            </a:schemeClr>
          </a:solidFill>
        </p:spPr>
        <p:txBody>
          <a:bodyPr/>
          <a:lstStyle>
            <a:lvl1pPr>
              <a:defRPr sz="1000" b="1" i="0">
                <a:latin typeface="Movistar Sans" pitchFamily="2" charset="77"/>
              </a:defRPr>
            </a:lvl1pPr>
          </a:lstStyle>
          <a:p>
            <a:r>
              <a:rPr lang="es-ES" dirty="0"/>
              <a:t>Haga clic en el icono para agregar una imagen</a:t>
            </a:r>
            <a:endParaRPr lang="en-US" dirty="0"/>
          </a:p>
        </p:txBody>
      </p:sp>
      <p:sp>
        <p:nvSpPr>
          <p:cNvPr id="13" name="Text Placeholder 8">
            <a:extLst>
              <a:ext uri="{FF2B5EF4-FFF2-40B4-BE49-F238E27FC236}">
                <a16:creationId xmlns:a16="http://schemas.microsoft.com/office/drawing/2014/main" id="{31DBEE5B-84D8-34FC-C2DC-2459A23A61E5}"/>
              </a:ext>
            </a:extLst>
          </p:cNvPr>
          <p:cNvSpPr>
            <a:spLocks noGrp="1"/>
          </p:cNvSpPr>
          <p:nvPr>
            <p:ph type="body" sz="quarter" idx="18" hasCustomPrompt="1"/>
          </p:nvPr>
        </p:nvSpPr>
        <p:spPr>
          <a:xfrm>
            <a:off x="8276418" y="5019375"/>
            <a:ext cx="2815704" cy="945903"/>
          </a:xfrm>
        </p:spPr>
        <p:txBody>
          <a:bodyPr/>
          <a:lstStyle>
            <a:lvl1pPr algn="l">
              <a:lnSpc>
                <a:spcPct val="100000"/>
              </a:lnSpc>
              <a:spcBef>
                <a:spcPts val="0"/>
              </a:spcBef>
              <a:spcAft>
                <a:spcPts val="0"/>
              </a:spcAft>
              <a:defRPr lang="en-GB" sz="1050" b="0" i="0" kern="1200" dirty="0">
                <a:solidFill>
                  <a:schemeClr val="tx1"/>
                </a:solidFill>
                <a:latin typeface="Movistar Sans Medium" pitchFamily="2" charset="77"/>
                <a:ea typeface="Movistar Sans Medium" pitchFamily="2" charset="77"/>
                <a:cs typeface="+mn-cs"/>
              </a:defRPr>
            </a:lvl1pPr>
            <a:lvl2pPr algn="l">
              <a:lnSpc>
                <a:spcPct val="90000"/>
              </a:lnSpc>
              <a:spcAft>
                <a:spcPts val="0"/>
              </a:spcAft>
              <a:defRPr lang="en-GB" sz="1050" b="0" i="0" kern="1200" dirty="0">
                <a:solidFill>
                  <a:schemeClr val="tx1"/>
                </a:solidFill>
                <a:latin typeface="Movistar Sans Medium" pitchFamily="2" charset="77"/>
                <a:ea typeface="Movistar Sans Medium" pitchFamily="2" charset="77"/>
                <a:cs typeface="+mn-cs"/>
              </a:defRPr>
            </a:lvl2pPr>
          </a:lstStyle>
          <a:p>
            <a:pPr lvl="0"/>
            <a:r>
              <a:rPr lang="en-GB" dirty="0"/>
              <a:t>Click to edit master text styles</a:t>
            </a:r>
          </a:p>
          <a:p>
            <a:pPr lvl="0"/>
            <a:r>
              <a:rPr lang="en-GB" dirty="0"/>
              <a:t>Second level</a:t>
            </a:r>
          </a:p>
        </p:txBody>
      </p:sp>
    </p:spTree>
    <p:extLst>
      <p:ext uri="{BB962C8B-B14F-4D97-AF65-F5344CB8AC3E}">
        <p14:creationId xmlns:p14="http://schemas.microsoft.com/office/powerpoint/2010/main" val="3550153694"/>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27_Interior">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53DFCA-C394-CD48-A34B-7A3A8B8F524F}"/>
              </a:ext>
            </a:extLst>
          </p:cNvPr>
          <p:cNvSpPr>
            <a:spLocks noGrp="1"/>
          </p:cNvSpPr>
          <p:nvPr>
            <p:ph type="title" hasCustomPrompt="1"/>
          </p:nvPr>
        </p:nvSpPr>
        <p:spPr>
          <a:xfrm>
            <a:off x="415308" y="345529"/>
            <a:ext cx="11321767" cy="796466"/>
          </a:xfrm>
          <a:prstGeom prst="rect">
            <a:avLst/>
          </a:prstGeom>
        </p:spPr>
        <p:txBody>
          <a:bodyPr/>
          <a:lstStyle>
            <a:lvl1pPr>
              <a:defRPr sz="3200">
                <a:solidFill>
                  <a:srgbClr val="0066FF"/>
                </a:solidFill>
              </a:defRPr>
            </a:lvl1pPr>
          </a:lstStyle>
          <a:p>
            <a:r>
              <a:rPr lang="es-ES" dirty="0" err="1"/>
              <a:t>Insert</a:t>
            </a:r>
            <a:r>
              <a:rPr lang="es-ES" dirty="0"/>
              <a:t> </a:t>
            </a:r>
            <a:r>
              <a:rPr lang="es-ES" dirty="0" err="1"/>
              <a:t>Title</a:t>
            </a:r>
            <a:r>
              <a:rPr lang="es-ES" dirty="0"/>
              <a:t> Here Max 2 </a:t>
            </a:r>
            <a:r>
              <a:rPr lang="es-ES" dirty="0" err="1"/>
              <a:t>lines</a:t>
            </a:r>
            <a:endParaRPr lang="es-ES" dirty="0"/>
          </a:p>
        </p:txBody>
      </p:sp>
      <p:sp>
        <p:nvSpPr>
          <p:cNvPr id="3" name="Marcador de número de diapositiva 2">
            <a:extLst>
              <a:ext uri="{FF2B5EF4-FFF2-40B4-BE49-F238E27FC236}">
                <a16:creationId xmlns:a16="http://schemas.microsoft.com/office/drawing/2014/main" id="{9E67D84B-3C2F-A449-9FF6-0DACB6AD0EE6}"/>
              </a:ext>
            </a:extLst>
          </p:cNvPr>
          <p:cNvSpPr>
            <a:spLocks noGrp="1"/>
          </p:cNvSpPr>
          <p:nvPr>
            <p:ph type="sldNum" sz="quarter" idx="10"/>
          </p:nvPr>
        </p:nvSpPr>
        <p:spPr/>
        <p:txBody>
          <a:bodyPr/>
          <a:lstStyle>
            <a:lvl1pPr>
              <a:defRPr b="0" i="0">
                <a:latin typeface="Movistar Sans Medium" pitchFamily="2" charset="77"/>
              </a:defRPr>
            </a:lvl1pPr>
          </a:lstStyle>
          <a:p>
            <a:fld id="{E7EBEDA2-51E6-554C-A63C-E820F6D0080D}" type="slidenum">
              <a:rPr lang="es-ES" smtClean="0"/>
              <a:pPr/>
              <a:t>‹Nº›</a:t>
            </a:fld>
            <a:endParaRPr lang="es-ES"/>
          </a:p>
        </p:txBody>
      </p:sp>
      <p:sp>
        <p:nvSpPr>
          <p:cNvPr id="5" name="Picture Placeholder 6">
            <a:extLst>
              <a:ext uri="{FF2B5EF4-FFF2-40B4-BE49-F238E27FC236}">
                <a16:creationId xmlns:a16="http://schemas.microsoft.com/office/drawing/2014/main" id="{8F3DC07D-FAF5-A371-D533-05B704EA584D}"/>
              </a:ext>
            </a:extLst>
          </p:cNvPr>
          <p:cNvSpPr>
            <a:spLocks noGrp="1"/>
          </p:cNvSpPr>
          <p:nvPr>
            <p:ph type="pic" sz="quarter" idx="13" hasCustomPrompt="1"/>
          </p:nvPr>
        </p:nvSpPr>
        <p:spPr>
          <a:xfrm>
            <a:off x="415308" y="1526263"/>
            <a:ext cx="5398637" cy="3355492"/>
          </a:xfrm>
          <a:solidFill>
            <a:schemeClr val="tx1">
              <a:lumMod val="10000"/>
              <a:lumOff val="90000"/>
            </a:schemeClr>
          </a:solidFill>
        </p:spPr>
        <p:txBody>
          <a:bodyPr/>
          <a:lstStyle>
            <a:lvl1pPr>
              <a:defRPr sz="1000" b="1" i="0">
                <a:latin typeface="Movistar Sans" pitchFamily="2" charset="77"/>
              </a:defRPr>
            </a:lvl1pPr>
          </a:lstStyle>
          <a:p>
            <a:r>
              <a:rPr lang="es-ES" dirty="0"/>
              <a:t>Haga clic en el icono para agregar una imagen</a:t>
            </a:r>
            <a:endParaRPr lang="en-US" dirty="0"/>
          </a:p>
        </p:txBody>
      </p:sp>
      <p:sp>
        <p:nvSpPr>
          <p:cNvPr id="6" name="Text Placeholder 8">
            <a:extLst>
              <a:ext uri="{FF2B5EF4-FFF2-40B4-BE49-F238E27FC236}">
                <a16:creationId xmlns:a16="http://schemas.microsoft.com/office/drawing/2014/main" id="{D92C7D39-9B7B-AB42-40D8-FAC5962E9C13}"/>
              </a:ext>
            </a:extLst>
          </p:cNvPr>
          <p:cNvSpPr>
            <a:spLocks noGrp="1"/>
          </p:cNvSpPr>
          <p:nvPr>
            <p:ph type="body" sz="quarter" idx="14" hasCustomPrompt="1"/>
          </p:nvPr>
        </p:nvSpPr>
        <p:spPr>
          <a:xfrm>
            <a:off x="415308" y="5019375"/>
            <a:ext cx="2815704" cy="945903"/>
          </a:xfrm>
        </p:spPr>
        <p:txBody>
          <a:bodyPr/>
          <a:lstStyle>
            <a:lvl1pPr algn="l">
              <a:lnSpc>
                <a:spcPct val="100000"/>
              </a:lnSpc>
              <a:spcBef>
                <a:spcPts val="0"/>
              </a:spcBef>
              <a:spcAft>
                <a:spcPts val="0"/>
              </a:spcAft>
              <a:defRPr lang="en-GB" sz="1050" b="0" i="0" kern="1200" dirty="0">
                <a:solidFill>
                  <a:schemeClr val="tx1"/>
                </a:solidFill>
                <a:latin typeface="Movistar Sans Medium" pitchFamily="2" charset="77"/>
                <a:ea typeface="Movistar Sans Medium" pitchFamily="2" charset="77"/>
                <a:cs typeface="+mn-cs"/>
              </a:defRPr>
            </a:lvl1pPr>
            <a:lvl2pPr algn="l">
              <a:lnSpc>
                <a:spcPct val="90000"/>
              </a:lnSpc>
              <a:spcAft>
                <a:spcPts val="0"/>
              </a:spcAft>
              <a:defRPr lang="en-GB" sz="1050" b="0" i="0" kern="1200" dirty="0">
                <a:solidFill>
                  <a:schemeClr val="tx1"/>
                </a:solidFill>
                <a:latin typeface="Movistar Sans Medium" pitchFamily="2" charset="77"/>
                <a:ea typeface="Movistar Sans Medium" pitchFamily="2" charset="77"/>
                <a:cs typeface="+mn-cs"/>
              </a:defRPr>
            </a:lvl2pPr>
          </a:lstStyle>
          <a:p>
            <a:pPr lvl="0"/>
            <a:r>
              <a:rPr lang="en-GB" dirty="0"/>
              <a:t>Click to edit master text styles</a:t>
            </a:r>
          </a:p>
          <a:p>
            <a:pPr lvl="0"/>
            <a:r>
              <a:rPr lang="en-GB" dirty="0"/>
              <a:t>Second level</a:t>
            </a:r>
          </a:p>
        </p:txBody>
      </p:sp>
      <p:sp>
        <p:nvSpPr>
          <p:cNvPr id="4" name="Picture Placeholder 6">
            <a:extLst>
              <a:ext uri="{FF2B5EF4-FFF2-40B4-BE49-F238E27FC236}">
                <a16:creationId xmlns:a16="http://schemas.microsoft.com/office/drawing/2014/main" id="{8C0AB621-CA9E-F95C-3311-73BBD763CE01}"/>
              </a:ext>
            </a:extLst>
          </p:cNvPr>
          <p:cNvSpPr>
            <a:spLocks noGrp="1"/>
          </p:cNvSpPr>
          <p:nvPr>
            <p:ph type="pic" sz="quarter" idx="15" hasCustomPrompt="1"/>
          </p:nvPr>
        </p:nvSpPr>
        <p:spPr>
          <a:xfrm>
            <a:off x="6338437" y="1526263"/>
            <a:ext cx="5398637" cy="3355492"/>
          </a:xfrm>
          <a:solidFill>
            <a:schemeClr val="tx1">
              <a:lumMod val="10000"/>
              <a:lumOff val="90000"/>
            </a:schemeClr>
          </a:solidFill>
        </p:spPr>
        <p:txBody>
          <a:bodyPr/>
          <a:lstStyle>
            <a:lvl1pPr>
              <a:defRPr sz="1000" b="1" i="0">
                <a:latin typeface="Movistar Sans" pitchFamily="2" charset="77"/>
              </a:defRPr>
            </a:lvl1pPr>
          </a:lstStyle>
          <a:p>
            <a:r>
              <a:rPr lang="es-ES" dirty="0"/>
              <a:t>Haga clic en el icono para agregar una imagen</a:t>
            </a:r>
            <a:endParaRPr lang="en-US" dirty="0"/>
          </a:p>
        </p:txBody>
      </p:sp>
      <p:sp>
        <p:nvSpPr>
          <p:cNvPr id="7" name="Text Placeholder 8">
            <a:extLst>
              <a:ext uri="{FF2B5EF4-FFF2-40B4-BE49-F238E27FC236}">
                <a16:creationId xmlns:a16="http://schemas.microsoft.com/office/drawing/2014/main" id="{2D2390D7-1094-EEE4-B609-24241CA03684}"/>
              </a:ext>
            </a:extLst>
          </p:cNvPr>
          <p:cNvSpPr>
            <a:spLocks noGrp="1"/>
          </p:cNvSpPr>
          <p:nvPr>
            <p:ph type="body" sz="quarter" idx="16" hasCustomPrompt="1"/>
          </p:nvPr>
        </p:nvSpPr>
        <p:spPr>
          <a:xfrm>
            <a:off x="6283846" y="5019375"/>
            <a:ext cx="2815704" cy="945903"/>
          </a:xfrm>
        </p:spPr>
        <p:txBody>
          <a:bodyPr/>
          <a:lstStyle>
            <a:lvl1pPr algn="l">
              <a:lnSpc>
                <a:spcPct val="100000"/>
              </a:lnSpc>
              <a:spcBef>
                <a:spcPts val="0"/>
              </a:spcBef>
              <a:spcAft>
                <a:spcPts val="0"/>
              </a:spcAft>
              <a:defRPr lang="en-GB" sz="1050" b="0" i="0" kern="1200" dirty="0">
                <a:solidFill>
                  <a:schemeClr val="tx1"/>
                </a:solidFill>
                <a:latin typeface="Movistar Sans Medium" pitchFamily="2" charset="77"/>
                <a:ea typeface="Movistar Sans Medium" pitchFamily="2" charset="77"/>
                <a:cs typeface="+mn-cs"/>
              </a:defRPr>
            </a:lvl1pPr>
            <a:lvl2pPr algn="l">
              <a:lnSpc>
                <a:spcPct val="90000"/>
              </a:lnSpc>
              <a:spcAft>
                <a:spcPts val="0"/>
              </a:spcAft>
              <a:defRPr lang="en-GB" sz="1050" b="0" i="0" kern="1200" dirty="0">
                <a:solidFill>
                  <a:schemeClr val="tx1"/>
                </a:solidFill>
                <a:latin typeface="Movistar Sans Medium" pitchFamily="2" charset="77"/>
                <a:ea typeface="Movistar Sans Medium" pitchFamily="2" charset="77"/>
                <a:cs typeface="+mn-cs"/>
              </a:defRPr>
            </a:lvl2pPr>
          </a:lstStyle>
          <a:p>
            <a:pPr lvl="0"/>
            <a:r>
              <a:rPr lang="en-GB" dirty="0"/>
              <a:t>Click to edit master text styles</a:t>
            </a:r>
          </a:p>
          <a:p>
            <a:pPr lvl="0"/>
            <a:r>
              <a:rPr lang="en-GB" dirty="0"/>
              <a:t>Second level</a:t>
            </a:r>
          </a:p>
        </p:txBody>
      </p:sp>
    </p:spTree>
    <p:extLst>
      <p:ext uri="{BB962C8B-B14F-4D97-AF65-F5344CB8AC3E}">
        <p14:creationId xmlns:p14="http://schemas.microsoft.com/office/powerpoint/2010/main" val="346521604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Cierre">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262B4508-3A8C-09FA-625F-E5F0AB1985DD}"/>
              </a:ext>
            </a:extLst>
          </p:cNvPr>
          <p:cNvSpPr/>
          <p:nvPr userDrawn="1"/>
        </p:nvSpPr>
        <p:spPr>
          <a:xfrm flipH="1">
            <a:off x="0" y="-1"/>
            <a:ext cx="12192000" cy="6867924"/>
          </a:xfrm>
          <a:prstGeom prst="rect">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19DF4"/>
              </a:solidFill>
              <a:effectLst/>
              <a:uLnTx/>
              <a:uFillTx/>
              <a:latin typeface="Movistar Sans"/>
              <a:ea typeface="+mn-ea"/>
              <a:cs typeface="+mn-cs"/>
            </a:endParaRPr>
          </a:p>
        </p:txBody>
      </p:sp>
      <p:pic>
        <p:nvPicPr>
          <p:cNvPr id="4" name="Gráfico 8">
            <a:extLst>
              <a:ext uri="{FF2B5EF4-FFF2-40B4-BE49-F238E27FC236}">
                <a16:creationId xmlns:a16="http://schemas.microsoft.com/office/drawing/2014/main" id="{037BC9B9-F944-1822-18ED-76173651F9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09172" y="2876382"/>
            <a:ext cx="1476375" cy="1095375"/>
          </a:xfrm>
          <a:prstGeom prst="rect">
            <a:avLst/>
          </a:prstGeom>
        </p:spPr>
      </p:pic>
    </p:spTree>
    <p:extLst>
      <p:ext uri="{BB962C8B-B14F-4D97-AF65-F5344CB8AC3E}">
        <p14:creationId xmlns:p14="http://schemas.microsoft.com/office/powerpoint/2010/main" val="2896415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1_Cierre">
    <p:spTree>
      <p:nvGrpSpPr>
        <p:cNvPr id="1" name=""/>
        <p:cNvGrpSpPr/>
        <p:nvPr/>
      </p:nvGrpSpPr>
      <p:grpSpPr>
        <a:xfrm>
          <a:off x="0" y="0"/>
          <a:ext cx="0" cy="0"/>
          <a:chOff x="0" y="0"/>
          <a:chExt cx="0" cy="0"/>
        </a:xfrm>
      </p:grpSpPr>
      <p:sp>
        <p:nvSpPr>
          <p:cNvPr id="3" name="Rectangle 20">
            <a:extLst>
              <a:ext uri="{FF2B5EF4-FFF2-40B4-BE49-F238E27FC236}">
                <a16:creationId xmlns:a16="http://schemas.microsoft.com/office/drawing/2014/main" id="{262B4508-3A8C-09FA-625F-E5F0AB1985DD}"/>
              </a:ext>
            </a:extLst>
          </p:cNvPr>
          <p:cNvSpPr/>
          <p:nvPr userDrawn="1"/>
        </p:nvSpPr>
        <p:spPr>
          <a:xfrm flipH="1">
            <a:off x="0" y="-1"/>
            <a:ext cx="12192000" cy="68679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19DF4"/>
              </a:solidFill>
              <a:effectLst/>
              <a:uLnTx/>
              <a:uFillTx/>
              <a:latin typeface="Movistar Sans"/>
              <a:ea typeface="+mn-ea"/>
              <a:cs typeface="+mn-cs"/>
            </a:endParaRPr>
          </a:p>
        </p:txBody>
      </p:sp>
      <p:pic>
        <p:nvPicPr>
          <p:cNvPr id="4" name="Gráfico 8">
            <a:extLst>
              <a:ext uri="{FF2B5EF4-FFF2-40B4-BE49-F238E27FC236}">
                <a16:creationId xmlns:a16="http://schemas.microsoft.com/office/drawing/2014/main" id="{037BC9B9-F944-1822-18ED-76173651F9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309172" y="2876382"/>
            <a:ext cx="1476375" cy="1095375"/>
          </a:xfrm>
          <a:prstGeom prst="rect">
            <a:avLst/>
          </a:prstGeom>
        </p:spPr>
      </p:pic>
    </p:spTree>
    <p:extLst>
      <p:ext uri="{BB962C8B-B14F-4D97-AF65-F5344CB8AC3E}">
        <p14:creationId xmlns:p14="http://schemas.microsoft.com/office/powerpoint/2010/main" val="124919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1+#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theme" Target="../theme/theme1.xml"/><Relationship Id="rId103"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slideLayout" Target="../slideLayouts/slideLayout103.xml"/><Relationship Id="rId3" Type="http://schemas.openxmlformats.org/officeDocument/2006/relationships/slideLayout" Target="../slideLayouts/slideLayout104.xml"/><Relationship Id="rId4" Type="http://schemas.openxmlformats.org/officeDocument/2006/relationships/slideLayout" Target="../slideLayouts/slideLayout105.xml"/><Relationship Id="rId5" Type="http://schemas.openxmlformats.org/officeDocument/2006/relationships/slideLayout" Target="../slideLayouts/slideLayout106.xml"/><Relationship Id="rId6" Type="http://schemas.openxmlformats.org/officeDocument/2006/relationships/slideLayout" Target="../slideLayouts/slideLayout107.xml"/><Relationship Id="rId7" Type="http://schemas.openxmlformats.org/officeDocument/2006/relationships/slideLayout" Target="../slideLayouts/slideLayout108.xml"/><Relationship Id="rId8" Type="http://schemas.openxmlformats.org/officeDocument/2006/relationships/slideLayout" Target="../slideLayouts/slideLayout109.xml"/><Relationship Id="rId9" Type="http://schemas.openxmlformats.org/officeDocument/2006/relationships/slideLayout" Target="../slideLayouts/slideLayout110.xml"/><Relationship Id="rId10" Type="http://schemas.openxmlformats.org/officeDocument/2006/relationships/slideLayout" Target="../slideLayouts/slideLayout111.xml"/><Relationship Id="rId11" Type="http://schemas.openxmlformats.org/officeDocument/2006/relationships/slideLayout" Target="../slideLayouts/slideLayout112.xml"/><Relationship Id="rId12" Type="http://schemas.openxmlformats.org/officeDocument/2006/relationships/slideLayout" Target="../slideLayouts/slideLayout113.xml"/><Relationship Id="rId13" Type="http://schemas.openxmlformats.org/officeDocument/2006/relationships/slideLayout" Target="../slideLayouts/slideLayout114.xml"/><Relationship Id="rId14" Type="http://schemas.openxmlformats.org/officeDocument/2006/relationships/slideLayout" Target="../slideLayouts/slideLayout115.xml"/><Relationship Id="rId15" Type="http://schemas.openxmlformats.org/officeDocument/2006/relationships/slideLayout" Target="../slideLayouts/slideLayout116.xml"/><Relationship Id="rId16" Type="http://schemas.openxmlformats.org/officeDocument/2006/relationships/slideLayout" Target="../slideLayouts/slideLayout117.xml"/><Relationship Id="rId17" Type="http://schemas.openxmlformats.org/officeDocument/2006/relationships/slideLayout" Target="../slideLayouts/slideLayout118.xml"/><Relationship Id="rId18" Type="http://schemas.openxmlformats.org/officeDocument/2006/relationships/slideLayout" Target="../slideLayouts/slideLayout119.xml"/><Relationship Id="rId19" Type="http://schemas.openxmlformats.org/officeDocument/2006/relationships/slideLayout" Target="../slideLayouts/slideLayout120.xml"/><Relationship Id="rId20" Type="http://schemas.openxmlformats.org/officeDocument/2006/relationships/slideLayout" Target="../slideLayouts/slideLayout121.xml"/><Relationship Id="rId21" Type="http://schemas.openxmlformats.org/officeDocument/2006/relationships/slideLayout" Target="../slideLayouts/slideLayout122.xml"/><Relationship Id="rId22" Type="http://schemas.openxmlformats.org/officeDocument/2006/relationships/slideLayout" Target="../slideLayouts/slideLayout123.xml"/><Relationship Id="rId23" Type="http://schemas.openxmlformats.org/officeDocument/2006/relationships/slideLayout" Target="../slideLayouts/slideLayout124.xml"/><Relationship Id="rId24" Type="http://schemas.openxmlformats.org/officeDocument/2006/relationships/slideLayout" Target="../slideLayouts/slideLayout125.xml"/><Relationship Id="rId25" Type="http://schemas.openxmlformats.org/officeDocument/2006/relationships/slideLayout" Target="../slideLayouts/slideLayout126.xml"/><Relationship Id="rId26" Type="http://schemas.openxmlformats.org/officeDocument/2006/relationships/slideLayout" Target="../slideLayouts/slideLayout127.xml"/><Relationship Id="rId27" Type="http://schemas.openxmlformats.org/officeDocument/2006/relationships/slideLayout" Target="../slideLayouts/slideLayout128.xml"/><Relationship Id="rId28" Type="http://schemas.openxmlformats.org/officeDocument/2006/relationships/theme" Target="../theme/theme4.xml"/><Relationship Id="rId29" Type="http://schemas.openxmlformats.org/officeDocument/2006/relationships/image" Target="../media/image31.svg"/><Relationship Id="rId30" Type="http://schemas.openxmlformats.org/officeDocument/2006/relationships/image" Target="../media/image2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A91EB64-23DF-8FF0-ECDC-A14A2E73FA98}"/>
              </a:ext>
            </a:extLst>
          </p:cNvPr>
          <p:cNvSpPr>
            <a:spLocks noGrp="1"/>
          </p:cNvSpPr>
          <p:nvPr>
            <p:ph type="title"/>
          </p:nvPr>
        </p:nvSpPr>
        <p:spPr>
          <a:xfrm>
            <a:off x="425450" y="465137"/>
            <a:ext cx="5288400" cy="1008000"/>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D74B1E0D-A413-6767-B1A5-69E736DC07F2}"/>
              </a:ext>
            </a:extLst>
          </p:cNvPr>
          <p:cNvSpPr>
            <a:spLocks noGrp="1" noRot="1" noMove="1" noResize="1" noEditPoints="1" noAdjustHandles="1" noChangeArrowheads="1" noChangeShapeType="1"/>
          </p:cNvSpPr>
          <p:nvPr>
            <p:ph type="body" idx="1"/>
          </p:nvPr>
        </p:nvSpPr>
        <p:spPr>
          <a:xfrm>
            <a:off x="425450" y="1912122"/>
            <a:ext cx="7941310" cy="4520428"/>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id="{86CFDF54-53C7-E387-F06A-CF600BBF30AF}"/>
              </a:ext>
            </a:extLst>
          </p:cNvPr>
          <p:cNvSpPr>
            <a:spLocks noGrp="1"/>
          </p:cNvSpPr>
          <p:nvPr>
            <p:ph type="dt" sz="half" idx="2"/>
          </p:nvPr>
        </p:nvSpPr>
        <p:spPr>
          <a:xfrm>
            <a:off x="5526776" y="6575425"/>
            <a:ext cx="1138448" cy="144000"/>
          </a:xfrm>
          <a:prstGeom prst="rect">
            <a:avLst/>
          </a:prstGeom>
        </p:spPr>
        <p:txBody>
          <a:bodyPr vert="horz" lIns="0" tIns="0" rIns="0" bIns="0" rtlCol="0" anchor="t" anchorCtr="0"/>
          <a:lstStyle>
            <a:lvl1pPr algn="ctr">
              <a:defRPr sz="800" b="0" i="0">
                <a:solidFill>
                  <a:schemeClr val="tx1"/>
                </a:solidFill>
                <a:latin typeface="Movistar Sans" pitchFamily="2" charset="77"/>
                <a:ea typeface="Movistar Sans" pitchFamily="2" charset="77"/>
              </a:defRPr>
            </a:lvl1pPr>
          </a:lstStyle>
          <a:p>
            <a:pPr algn="ctr"/>
            <a:fld id="{2694D474-2CFB-964F-B716-B20E0DD1141B}" type="datetime1">
              <a:rPr lang="es-ES" smtClean="0"/>
              <a:t>20/3/26</a:t>
            </a:fld>
            <a:endParaRPr lang="en-GB" dirty="0"/>
          </a:p>
        </p:txBody>
      </p:sp>
      <p:sp>
        <p:nvSpPr>
          <p:cNvPr id="5" name="Footer Placeholder 4">
            <a:extLst>
              <a:ext uri="{FF2B5EF4-FFF2-40B4-BE49-F238E27FC236}">
                <a16:creationId xmlns:a16="http://schemas.microsoft.com/office/drawing/2014/main" id="{25589449-105E-6BEC-5D6C-8491E2D12978}"/>
              </a:ext>
            </a:extLst>
          </p:cNvPr>
          <p:cNvSpPr>
            <a:spLocks noGrp="1"/>
          </p:cNvSpPr>
          <p:nvPr>
            <p:ph type="ftr" sz="quarter" idx="3"/>
          </p:nvPr>
        </p:nvSpPr>
        <p:spPr>
          <a:xfrm>
            <a:off x="785997" y="6575425"/>
            <a:ext cx="2276476" cy="144000"/>
          </a:xfrm>
          <a:prstGeom prst="rect">
            <a:avLst/>
          </a:prstGeom>
        </p:spPr>
        <p:txBody>
          <a:bodyPr vert="horz" lIns="0" tIns="0" rIns="0" bIns="0" rtlCol="0" anchor="t" anchorCtr="0"/>
          <a:lstStyle>
            <a:lvl1pPr algn="l">
              <a:defRPr sz="800" b="0" i="0">
                <a:solidFill>
                  <a:schemeClr val="tx1"/>
                </a:solidFill>
                <a:latin typeface="Movistar Sans" pitchFamily="2" charset="77"/>
                <a:ea typeface="Movistar Sans" pitchFamily="2" charset="77"/>
              </a:defRPr>
            </a:lvl1pPr>
          </a:lstStyle>
          <a:p>
            <a:pPr algn="l"/>
            <a:r>
              <a:rPr lang="en-GB" dirty="0" err="1"/>
              <a:t>Título</a:t>
            </a:r>
            <a:r>
              <a:rPr lang="en-GB" dirty="0"/>
              <a:t> de la </a:t>
            </a:r>
            <a:r>
              <a:rPr lang="en-GB" dirty="0" err="1"/>
              <a:t>presentación</a:t>
            </a:r>
            <a:endParaRPr lang="en-GB" dirty="0"/>
          </a:p>
        </p:txBody>
      </p:sp>
      <p:sp>
        <p:nvSpPr>
          <p:cNvPr id="6" name="Slide Number Placeholder 5">
            <a:extLst>
              <a:ext uri="{FF2B5EF4-FFF2-40B4-BE49-F238E27FC236}">
                <a16:creationId xmlns:a16="http://schemas.microsoft.com/office/drawing/2014/main" id="{50FF14FB-305E-31A9-D066-C118806D82D3}"/>
              </a:ext>
            </a:extLst>
          </p:cNvPr>
          <p:cNvSpPr>
            <a:spLocks noGrp="1"/>
          </p:cNvSpPr>
          <p:nvPr>
            <p:ph type="sldNum" sz="quarter" idx="4"/>
          </p:nvPr>
        </p:nvSpPr>
        <p:spPr>
          <a:xfrm>
            <a:off x="425451" y="6575425"/>
            <a:ext cx="226059" cy="144000"/>
          </a:xfrm>
          <a:prstGeom prst="rect">
            <a:avLst/>
          </a:prstGeom>
        </p:spPr>
        <p:txBody>
          <a:bodyPr vert="horz" lIns="0" tIns="0" rIns="0" bIns="0" rtlCol="0" anchor="t" anchorCtr="0"/>
          <a:lstStyle>
            <a:lvl1pPr algn="l">
              <a:defRPr sz="800" b="0" i="0">
                <a:solidFill>
                  <a:schemeClr val="tx1"/>
                </a:solidFill>
                <a:latin typeface="Movistar Sans" pitchFamily="2" charset="77"/>
                <a:ea typeface="Movistar Sans" pitchFamily="2" charset="77"/>
              </a:defRPr>
            </a:lvl1pPr>
          </a:lstStyle>
          <a:p>
            <a:pPr algn="l"/>
            <a:fld id="{5F7B1633-95EA-F847-945E-534A0819728C}" type="slidenum">
              <a:rPr lang="en-GB" smtClean="0"/>
              <a:pPr algn="l"/>
              <a:t>‹Nº›</a:t>
            </a:fld>
            <a:endParaRPr lang="en-GB" dirty="0"/>
          </a:p>
        </p:txBody>
      </p:sp>
      <p:cxnSp>
        <p:nvCxnSpPr>
          <p:cNvPr id="9" name="Straight Connector 8">
            <a:extLst>
              <a:ext uri="{FF2B5EF4-FFF2-40B4-BE49-F238E27FC236}">
                <a16:creationId xmlns:a16="http://schemas.microsoft.com/office/drawing/2014/main" id="{556E8BD0-F8A2-0B51-DAD5-498F7EC3BB5C}"/>
              </a:ext>
            </a:extLst>
          </p:cNvPr>
          <p:cNvCxnSpPr/>
          <p:nvPr userDrawn="1"/>
        </p:nvCxnSpPr>
        <p:spPr>
          <a:xfrm>
            <a:off x="696200" y="6575424"/>
            <a:ext cx="0" cy="144000"/>
          </a:xfrm>
          <a:prstGeom prst="line">
            <a:avLst/>
          </a:prstGeom>
          <a:ln w="952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pic>
        <p:nvPicPr>
          <p:cNvPr id="7" name="Graphic 7">
            <a:extLst>
              <a:ext uri="{FF2B5EF4-FFF2-40B4-BE49-F238E27FC236}">
                <a16:creationId xmlns:a16="http://schemas.microsoft.com/office/drawing/2014/main" id="{ADB96F17-8130-DF67-5727-16326FA63587}"/>
              </a:ext>
            </a:extLst>
          </p:cNvPr>
          <p:cNvPicPr/>
          <p:nvPr userDrawn="1"/>
        </p:nvPicPr>
        <p:blipFill>
          <a:blip>
            <a:extLst>
              <a:ext uri="{96DAC541-7B7A-43D3-8B79-37D633B846F1}">
                <asvg:svgBlip xmlns:asvg="http://schemas.microsoft.com/office/drawing/2016/SVG/main" r:embed="rId103"/>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744234648"/>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1" r:id="rId3"/>
    <p:sldLayoutId id="2147483747" r:id="rId4"/>
    <p:sldLayoutId id="2147483748" r:id="rId5"/>
    <p:sldLayoutId id="2147483664" r:id="rId6"/>
    <p:sldLayoutId id="2147483771" r:id="rId7"/>
    <p:sldLayoutId id="2147483663" r:id="rId8"/>
    <p:sldLayoutId id="2147483770" r:id="rId9"/>
    <p:sldLayoutId id="2147483657" r:id="rId10"/>
    <p:sldLayoutId id="2147483757" r:id="rId11"/>
    <p:sldLayoutId id="2147483769" r:id="rId12"/>
    <p:sldLayoutId id="2147483753" r:id="rId13"/>
    <p:sldLayoutId id="2147483752" r:id="rId14"/>
    <p:sldLayoutId id="2147483685" r:id="rId15"/>
    <p:sldLayoutId id="2147483686" r:id="rId16"/>
    <p:sldLayoutId id="2147483687" r:id="rId17"/>
    <p:sldLayoutId id="2147483688" r:id="rId18"/>
    <p:sldLayoutId id="2147483689" r:id="rId19"/>
    <p:sldLayoutId id="2147483651" r:id="rId20"/>
    <p:sldLayoutId id="2147483665" r:id="rId21"/>
    <p:sldLayoutId id="2147483666" r:id="rId22"/>
    <p:sldLayoutId id="2147483667" r:id="rId23"/>
    <p:sldLayoutId id="2147483668" r:id="rId24"/>
    <p:sldLayoutId id="2147483690" r:id="rId25"/>
    <p:sldLayoutId id="2147483691" r:id="rId26"/>
    <p:sldLayoutId id="2147483692" r:id="rId27"/>
    <p:sldLayoutId id="2147483693" r:id="rId28"/>
    <p:sldLayoutId id="2147483694" r:id="rId29"/>
    <p:sldLayoutId id="2147483669" r:id="rId30"/>
    <p:sldLayoutId id="2147483658" r:id="rId31"/>
    <p:sldLayoutId id="2147483650" r:id="rId32"/>
    <p:sldLayoutId id="2147483768" r:id="rId33"/>
    <p:sldLayoutId id="2147483766" r:id="rId34"/>
    <p:sldLayoutId id="2147483767" r:id="rId35"/>
    <p:sldLayoutId id="2147483724" r:id="rId36"/>
    <p:sldLayoutId id="2147483721" r:id="rId37"/>
    <p:sldLayoutId id="2147483722" r:id="rId38"/>
    <p:sldLayoutId id="2147483697" r:id="rId39"/>
    <p:sldLayoutId id="2147483723" r:id="rId40"/>
    <p:sldLayoutId id="2147483730" r:id="rId41"/>
    <p:sldLayoutId id="2147483729" r:id="rId42"/>
    <p:sldLayoutId id="2147483699" r:id="rId43"/>
    <p:sldLayoutId id="2147483700" r:id="rId44"/>
    <p:sldLayoutId id="2147483701" r:id="rId45"/>
    <p:sldLayoutId id="2147483705" r:id="rId46"/>
    <p:sldLayoutId id="2147483704" r:id="rId47"/>
    <p:sldLayoutId id="2147483702" r:id="rId48"/>
    <p:sldLayoutId id="2147483703" r:id="rId49"/>
    <p:sldLayoutId id="2147483706" r:id="rId50"/>
    <p:sldLayoutId id="2147483707" r:id="rId51"/>
    <p:sldLayoutId id="2147483708" r:id="rId52"/>
    <p:sldLayoutId id="2147483709" r:id="rId53"/>
    <p:sldLayoutId id="2147483710" r:id="rId54"/>
    <p:sldLayoutId id="2147483772" r:id="rId55"/>
    <p:sldLayoutId id="2147483711" r:id="rId56"/>
    <p:sldLayoutId id="2147483712" r:id="rId57"/>
    <p:sldLayoutId id="2147483713" r:id="rId58"/>
    <p:sldLayoutId id="2147483714" r:id="rId59"/>
    <p:sldLayoutId id="2147483715" r:id="rId60"/>
    <p:sldLayoutId id="2147483716" r:id="rId61"/>
    <p:sldLayoutId id="2147483717" r:id="rId62"/>
    <p:sldLayoutId id="2147483718" r:id="rId63"/>
    <p:sldLayoutId id="2147483719" r:id="rId64"/>
    <p:sldLayoutId id="2147483660" r:id="rId65"/>
    <p:sldLayoutId id="2147483742" r:id="rId66"/>
    <p:sldLayoutId id="2147483758" r:id="rId67"/>
    <p:sldLayoutId id="2147483765" r:id="rId68"/>
    <p:sldLayoutId id="2147483760" r:id="rId69"/>
    <p:sldLayoutId id="2147483759" r:id="rId70"/>
    <p:sldLayoutId id="2147483761" r:id="rId71"/>
    <p:sldLayoutId id="2147483762" r:id="rId72"/>
    <p:sldLayoutId id="2147483763" r:id="rId73"/>
    <p:sldLayoutId id="2147483764" r:id="rId74"/>
    <p:sldLayoutId id="2147483743" r:id="rId75"/>
    <p:sldLayoutId id="2147483744" r:id="rId76"/>
    <p:sldLayoutId id="2147483745" r:id="rId77"/>
    <p:sldLayoutId id="2147483746" r:id="rId78"/>
    <p:sldLayoutId id="2147483754" r:id="rId79"/>
    <p:sldLayoutId id="2147483734" r:id="rId80"/>
    <p:sldLayoutId id="2147483735" r:id="rId81"/>
    <p:sldLayoutId id="2147483736" r:id="rId82"/>
    <p:sldLayoutId id="2147483737" r:id="rId83"/>
    <p:sldLayoutId id="2147483738" r:id="rId84"/>
    <p:sldLayoutId id="2147483674" r:id="rId85"/>
    <p:sldLayoutId id="2147483675" r:id="rId86"/>
    <p:sldLayoutId id="2147483676" r:id="rId87"/>
    <p:sldLayoutId id="2147483677" r:id="rId88"/>
    <p:sldLayoutId id="2147483678" r:id="rId89"/>
    <p:sldLayoutId id="2147483679" r:id="rId90"/>
    <p:sldLayoutId id="2147483680" r:id="rId91"/>
    <p:sldLayoutId id="2147483681" r:id="rId92"/>
    <p:sldLayoutId id="2147483682" r:id="rId93"/>
    <p:sldLayoutId id="2147483683" r:id="rId94"/>
    <p:sldLayoutId id="2147483684" r:id="rId95"/>
    <p:sldLayoutId id="2147483739" r:id="rId96"/>
    <p:sldLayoutId id="2147483751" r:id="rId97"/>
    <p:sldLayoutId id="2147483755" r:id="rId98"/>
    <p:sldLayoutId id="2147483756" r:id="rId99"/>
    <p:sldLayoutId id="2147483741" r:id="rId100"/>
    <p:sldLayoutId id="2147483740" r:id="rId101"/>
  </p:sldLayoutIdLst>
  <p:hf hdr="0"/>
  <p:txStyles>
    <p:titleStyle>
      <a:lvl1pPr marL="0" algn="l" defTabSz="914400" rtl="0" eaLnBrk="1" latinLnBrk="0" hangingPunct="1">
        <a:lnSpc>
          <a:spcPts val="3200"/>
        </a:lnSpc>
        <a:spcBef>
          <a:spcPct val="0"/>
        </a:spcBef>
        <a:buNone/>
        <a:defRPr lang="en-GB" sz="3200" b="1" i="0" kern="1200" spc="-60" baseline="0" dirty="0">
          <a:solidFill>
            <a:schemeClr val="tx2"/>
          </a:solidFill>
          <a:latin typeface="Movistar Sans" pitchFamily="2" charset="77"/>
          <a:ea typeface="Movistar Sans" pitchFamily="2" charset="77"/>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202" userDrawn="1">
          <p15:clr>
            <a:srgbClr val="F26B43"/>
          </p15:clr>
        </p15:guide>
        <p15:guide id="2" pos="3840" userDrawn="1">
          <p15:clr>
            <a:srgbClr val="F26B43"/>
          </p15:clr>
        </p15:guide>
        <p15:guide id="3" pos="268" userDrawn="1">
          <p15:clr>
            <a:srgbClr val="F26B43"/>
          </p15:clr>
        </p15:guide>
        <p15:guide id="4" orient="horz" pos="268" userDrawn="1">
          <p15:clr>
            <a:srgbClr val="F26B43"/>
          </p15:clr>
        </p15:guide>
        <p15:guide id="5" orient="horz" pos="4052" userDrawn="1">
          <p15:clr>
            <a:srgbClr val="F26B43"/>
          </p15:clr>
        </p15:guide>
        <p15:guide id="6" pos="740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22491EEF-A675-614A-9540-A1E4F13DE6D0}"/>
              </a:ext>
            </a:extLst>
          </p:cNvPr>
          <p:cNvSpPr>
            <a:spLocks noGrp="1"/>
          </p:cNvSpPr>
          <p:nvPr>
            <p:ph type="body" idx="1"/>
          </p:nvPr>
        </p:nvSpPr>
        <p:spPr>
          <a:xfrm>
            <a:off x="411021" y="2914923"/>
            <a:ext cx="10515600" cy="906863"/>
          </a:xfrm>
          <a:prstGeom prst="rect">
            <a:avLst/>
          </a:prstGeom>
        </p:spPr>
        <p:txBody>
          <a:bodyPr vert="horz" lIns="91440" tIns="45720" rIns="91440" bIns="45720" rtlCol="0" anchor="t">
            <a:no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grpSp>
        <p:nvGrpSpPr>
          <p:cNvPr id="4" name="Grupo 3">
            <a:extLst>
              <a:ext uri="{FF2B5EF4-FFF2-40B4-BE49-F238E27FC236}">
                <a16:creationId xmlns:a16="http://schemas.microsoft.com/office/drawing/2014/main" id="{6F1278AF-E9BF-AABD-27D3-8689CF56C0AB}"/>
              </a:ext>
            </a:extLst>
          </p:cNvPr>
          <p:cNvGrpSpPr/>
          <p:nvPr userDrawn="1"/>
        </p:nvGrpSpPr>
        <p:grpSpPr>
          <a:xfrm>
            <a:off x="5797017" y="-644808"/>
            <a:ext cx="6394983" cy="424134"/>
            <a:chOff x="5797017" y="-644808"/>
            <a:chExt cx="6394983" cy="424134"/>
          </a:xfrm>
        </p:grpSpPr>
        <p:sp>
          <p:nvSpPr>
            <p:cNvPr id="6" name="Rectángulo redondeado 5">
              <a:extLst>
                <a:ext uri="{FF2B5EF4-FFF2-40B4-BE49-F238E27FC236}">
                  <a16:creationId xmlns:a16="http://schemas.microsoft.com/office/drawing/2014/main" id="{51ED8712-0105-2A32-E043-EC7721AF111D}"/>
                </a:ext>
              </a:extLst>
            </p:cNvPr>
            <p:cNvSpPr/>
            <p:nvPr/>
          </p:nvSpPr>
          <p:spPr>
            <a:xfrm>
              <a:off x="6342977" y="-644808"/>
              <a:ext cx="454674" cy="424134"/>
            </a:xfrm>
            <a:prstGeom prst="roundRect">
              <a:avLst>
                <a:gd name="adj" fmla="val 6183"/>
              </a:avLst>
            </a:prstGeom>
            <a:solidFill>
              <a:schemeClr val="bg2"/>
            </a:solidFill>
            <a:ln>
              <a:solidFill>
                <a:srgbClr val="D3D4D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7" name="Rectángulo redondeado 6">
              <a:extLst>
                <a:ext uri="{FF2B5EF4-FFF2-40B4-BE49-F238E27FC236}">
                  <a16:creationId xmlns:a16="http://schemas.microsoft.com/office/drawing/2014/main" id="{4E6375DF-67B7-AED3-D3B8-770C48A5422E}"/>
                </a:ext>
              </a:extLst>
            </p:cNvPr>
            <p:cNvSpPr/>
            <p:nvPr/>
          </p:nvSpPr>
          <p:spPr>
            <a:xfrm>
              <a:off x="8832500" y="-644808"/>
              <a:ext cx="454674" cy="424134"/>
            </a:xfrm>
            <a:prstGeom prst="roundRect">
              <a:avLst>
                <a:gd name="adj" fmla="val 6183"/>
              </a:avLst>
            </a:prstGeom>
            <a:solidFill>
              <a:srgbClr val="B5F9B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8" name="Rectángulo redondeado 7">
              <a:extLst>
                <a:ext uri="{FF2B5EF4-FFF2-40B4-BE49-F238E27FC236}">
                  <a16:creationId xmlns:a16="http://schemas.microsoft.com/office/drawing/2014/main" id="{94E12524-D260-1209-1513-CCE6306A287E}"/>
                </a:ext>
              </a:extLst>
            </p:cNvPr>
            <p:cNvSpPr/>
            <p:nvPr/>
          </p:nvSpPr>
          <p:spPr>
            <a:xfrm>
              <a:off x="9340984" y="-644808"/>
              <a:ext cx="454674" cy="424134"/>
            </a:xfrm>
            <a:prstGeom prst="roundRect">
              <a:avLst>
                <a:gd name="adj" fmla="val 6183"/>
              </a:avLst>
            </a:prstGeom>
            <a:solidFill>
              <a:srgbClr val="3450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9" name="Rectángulo redondeado 8">
              <a:extLst>
                <a:ext uri="{FF2B5EF4-FFF2-40B4-BE49-F238E27FC236}">
                  <a16:creationId xmlns:a16="http://schemas.microsoft.com/office/drawing/2014/main" id="{2D038D93-CB30-FCA5-3347-88F608D07DEE}"/>
                </a:ext>
              </a:extLst>
            </p:cNvPr>
            <p:cNvSpPr/>
            <p:nvPr/>
          </p:nvSpPr>
          <p:spPr>
            <a:xfrm>
              <a:off x="10008288" y="-644808"/>
              <a:ext cx="454674" cy="424134"/>
            </a:xfrm>
            <a:prstGeom prst="roundRect">
              <a:avLst>
                <a:gd name="adj" fmla="val 6183"/>
              </a:avLst>
            </a:prstGeom>
            <a:solidFill>
              <a:srgbClr val="FFE99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10" name="Rectángulo redondeado 9">
              <a:extLst>
                <a:ext uri="{FF2B5EF4-FFF2-40B4-BE49-F238E27FC236}">
                  <a16:creationId xmlns:a16="http://schemas.microsoft.com/office/drawing/2014/main" id="{079444F0-B20F-94C5-F82A-640AA8363AF9}"/>
                </a:ext>
              </a:extLst>
            </p:cNvPr>
            <p:cNvSpPr/>
            <p:nvPr/>
          </p:nvSpPr>
          <p:spPr>
            <a:xfrm>
              <a:off x="10516772" y="-644808"/>
              <a:ext cx="454674" cy="424134"/>
            </a:xfrm>
            <a:prstGeom prst="roundRect">
              <a:avLst>
                <a:gd name="adj" fmla="val 6183"/>
              </a:avLst>
            </a:prstGeom>
            <a:solidFill>
              <a:srgbClr val="5E4B0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11" name="Rectángulo redondeado 10">
              <a:extLst>
                <a:ext uri="{FF2B5EF4-FFF2-40B4-BE49-F238E27FC236}">
                  <a16:creationId xmlns:a16="http://schemas.microsoft.com/office/drawing/2014/main" id="{B5D38A7A-49B7-639B-61D9-C6F2325806AE}"/>
                </a:ext>
              </a:extLst>
            </p:cNvPr>
            <p:cNvSpPr/>
            <p:nvPr/>
          </p:nvSpPr>
          <p:spPr>
            <a:xfrm>
              <a:off x="11228842" y="-644808"/>
              <a:ext cx="454674" cy="424134"/>
            </a:xfrm>
            <a:prstGeom prst="roundRect">
              <a:avLst>
                <a:gd name="adj" fmla="val 6183"/>
              </a:avLst>
            </a:prstGeom>
            <a:solidFill>
              <a:srgbClr val="FFC5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12" name="Rectángulo redondeado 11">
              <a:extLst>
                <a:ext uri="{FF2B5EF4-FFF2-40B4-BE49-F238E27FC236}">
                  <a16:creationId xmlns:a16="http://schemas.microsoft.com/office/drawing/2014/main" id="{307BCFD7-17A9-2B1D-41B9-A303E628487D}"/>
                </a:ext>
              </a:extLst>
            </p:cNvPr>
            <p:cNvSpPr/>
            <p:nvPr/>
          </p:nvSpPr>
          <p:spPr>
            <a:xfrm>
              <a:off x="11737326" y="-644808"/>
              <a:ext cx="454674" cy="424134"/>
            </a:xfrm>
            <a:prstGeom prst="roundRect">
              <a:avLst>
                <a:gd name="adj" fmla="val 6183"/>
              </a:avLst>
            </a:prstGeom>
            <a:solidFill>
              <a:srgbClr val="632E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13" name="Rectángulo redondeado 12">
              <a:extLst>
                <a:ext uri="{FF2B5EF4-FFF2-40B4-BE49-F238E27FC236}">
                  <a16:creationId xmlns:a16="http://schemas.microsoft.com/office/drawing/2014/main" id="{251AF0F9-060F-5C43-C551-A3A911B7E0A5}"/>
                </a:ext>
              </a:extLst>
            </p:cNvPr>
            <p:cNvSpPr/>
            <p:nvPr/>
          </p:nvSpPr>
          <p:spPr>
            <a:xfrm>
              <a:off x="7686770" y="-644808"/>
              <a:ext cx="454674" cy="424134"/>
            </a:xfrm>
            <a:prstGeom prst="roundRect">
              <a:avLst>
                <a:gd name="adj" fmla="val 6183"/>
              </a:avLst>
            </a:prstGeom>
            <a:solidFill>
              <a:srgbClr val="D3EE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14" name="Rectángulo redondeado 13">
              <a:extLst>
                <a:ext uri="{FF2B5EF4-FFF2-40B4-BE49-F238E27FC236}">
                  <a16:creationId xmlns:a16="http://schemas.microsoft.com/office/drawing/2014/main" id="{694D36B0-F80B-519F-3B66-612D1E7427A1}"/>
                </a:ext>
              </a:extLst>
            </p:cNvPr>
            <p:cNvSpPr/>
            <p:nvPr/>
          </p:nvSpPr>
          <p:spPr>
            <a:xfrm>
              <a:off x="8195254" y="-644808"/>
              <a:ext cx="454674" cy="424134"/>
            </a:xfrm>
            <a:prstGeom prst="roundRect">
              <a:avLst>
                <a:gd name="adj" fmla="val 6183"/>
              </a:avLst>
            </a:prstGeom>
            <a:solidFill>
              <a:srgbClr val="0240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15" name="Rectángulo redondeado 14">
              <a:extLst>
                <a:ext uri="{FF2B5EF4-FFF2-40B4-BE49-F238E27FC236}">
                  <a16:creationId xmlns:a16="http://schemas.microsoft.com/office/drawing/2014/main" id="{96DC6AB3-502B-FF55-F173-ABF2DBC24765}"/>
                </a:ext>
              </a:extLst>
            </p:cNvPr>
            <p:cNvSpPr/>
            <p:nvPr/>
          </p:nvSpPr>
          <p:spPr>
            <a:xfrm>
              <a:off x="5797017" y="-644808"/>
              <a:ext cx="454674" cy="424134"/>
            </a:xfrm>
            <a:prstGeom prst="roundRect">
              <a:avLst>
                <a:gd name="adj" fmla="val 6183"/>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sp>
          <p:nvSpPr>
            <p:cNvPr id="16" name="Rectángulo redondeado 15">
              <a:extLst>
                <a:ext uri="{FF2B5EF4-FFF2-40B4-BE49-F238E27FC236}">
                  <a16:creationId xmlns:a16="http://schemas.microsoft.com/office/drawing/2014/main" id="{71F9DA81-825F-3B0B-C191-DAE40D286DD0}"/>
                </a:ext>
              </a:extLst>
            </p:cNvPr>
            <p:cNvSpPr/>
            <p:nvPr/>
          </p:nvSpPr>
          <p:spPr>
            <a:xfrm>
              <a:off x="6863558" y="-644808"/>
              <a:ext cx="454674" cy="424134"/>
            </a:xfrm>
            <a:prstGeom prst="roundRect">
              <a:avLst>
                <a:gd name="adj" fmla="val 6183"/>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b="0" i="0">
                <a:latin typeface="Movistar Sans Medium" pitchFamily="2" charset="77"/>
              </a:endParaRPr>
            </a:p>
          </p:txBody>
        </p:sp>
      </p:grpSp>
      <p:pic>
        <p:nvPicPr>
          <p:cNvPr id="18" name="Gráfico 44">
            <a:extLst>
              <a:ext uri="{FF2B5EF4-FFF2-40B4-BE49-F238E27FC236}">
                <a16:creationId xmlns:a16="http://schemas.microsoft.com/office/drawing/2014/main" id="{070B9831-F094-8F02-1F9C-379FAD6E523E}"/>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11401144" y="6355461"/>
            <a:ext cx="454166" cy="336962"/>
          </a:xfrm>
          <a:prstGeom prst="rect">
            <a:avLst/>
          </a:prstGeom>
        </p:spPr>
      </p:pic>
      <p:pic>
        <p:nvPicPr>
          <p:cNvPr id="19" name="Gráfico 5">
            <a:extLst>
              <a:ext uri="{FF2B5EF4-FFF2-40B4-BE49-F238E27FC236}">
                <a16:creationId xmlns:a16="http://schemas.microsoft.com/office/drawing/2014/main" id="{7A12AC07-AC0C-D151-A571-48FE2EEB42E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493944" y="6421060"/>
            <a:ext cx="738639" cy="205764"/>
          </a:xfrm>
          <a:prstGeom prst="rect">
            <a:avLst/>
          </a:prstGeom>
        </p:spPr>
      </p:pic>
      <p:sp>
        <p:nvSpPr>
          <p:cNvPr id="21" name="Title Placeholder 20">
            <a:extLst>
              <a:ext uri="{FF2B5EF4-FFF2-40B4-BE49-F238E27FC236}">
                <a16:creationId xmlns:a16="http://schemas.microsoft.com/office/drawing/2014/main" id="{41C42CF7-20E4-B8CD-A92F-8E7ABE599069}"/>
              </a:ext>
            </a:extLst>
          </p:cNvPr>
          <p:cNvSpPr>
            <a:spLocks noGrp="1"/>
          </p:cNvSpPr>
          <p:nvPr>
            <p:ph type="title"/>
          </p:nvPr>
        </p:nvSpPr>
        <p:spPr>
          <a:xfrm>
            <a:off x="408703" y="365125"/>
            <a:ext cx="10515600" cy="1325563"/>
          </a:xfrm>
          <a:prstGeom prst="rect">
            <a:avLst/>
          </a:prstGeom>
        </p:spPr>
        <p:txBody>
          <a:bodyPr vert="horz" lIns="91440" tIns="45720" rIns="91440" bIns="45720" rtlCol="0" anchor="t">
            <a:normAutofit/>
          </a:bodyPr>
          <a:lstStyle/>
          <a:p>
            <a:r>
              <a:rPr lang="es-ES" dirty="0"/>
              <a:t>Haga clic para modificar el estilo de título del patrón</a:t>
            </a:r>
            <a:endParaRPr lang="en-US" dirty="0"/>
          </a:p>
        </p:txBody>
      </p:sp>
      <p:sp>
        <p:nvSpPr>
          <p:cNvPr id="24" name="Slide Number Placeholder 23">
            <a:extLst>
              <a:ext uri="{FF2B5EF4-FFF2-40B4-BE49-F238E27FC236}">
                <a16:creationId xmlns:a16="http://schemas.microsoft.com/office/drawing/2014/main" id="{9FE55C73-167F-1965-9ED8-4B153FD3448C}"/>
              </a:ext>
            </a:extLst>
          </p:cNvPr>
          <p:cNvSpPr>
            <a:spLocks noGrp="1"/>
          </p:cNvSpPr>
          <p:nvPr>
            <p:ph type="sldNum" sz="quarter" idx="4"/>
          </p:nvPr>
        </p:nvSpPr>
        <p:spPr>
          <a:xfrm>
            <a:off x="4499703" y="6356350"/>
            <a:ext cx="27432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fld id="{3E30E600-8B00-D040-8187-FF52CB250C7A}" type="slidenum">
              <a:rPr lang="en-US" smtClean="0"/>
              <a:pPr/>
              <a:t>‹Nº›</a:t>
            </a:fld>
            <a:endParaRPr lang="en-US"/>
          </a:p>
        </p:txBody>
      </p:sp>
    </p:spTree>
    <p:extLst>
      <p:ext uri="{BB962C8B-B14F-4D97-AF65-F5344CB8AC3E}">
        <p14:creationId xmlns:p14="http://schemas.microsoft.com/office/powerpoint/2010/main" val="1797112144"/>
      </p:ext>
    </p:extLst>
  </p:cSld>
  <p:clrMap bg1="lt1" tx1="dk1" bg2="lt2" tx2="dk2" accent1="accent1" accent2="accent2" accent3="accent3" accent4="accent4" accent5="accent5" accent6="accent6" hlink="hlink" folHlink="folHlink"/>
  <p:sldLayoutIdLst>
    <p:sldLayoutId id="2147484017" r:id="rId1"/>
    <p:sldLayoutId id="2147484018" r:id="rId2"/>
    <p:sldLayoutId id="2147484022" r:id="rId3"/>
    <p:sldLayoutId id="2147484023" r:id="rId4"/>
    <p:sldLayoutId id="2147484024" r:id="rId5"/>
    <p:sldLayoutId id="2147484019" r:id="rId6"/>
    <p:sldLayoutId id="2147484021" r:id="rId7"/>
    <p:sldLayoutId id="2147483907" r:id="rId8"/>
    <p:sldLayoutId id="2147483908" r:id="rId9"/>
    <p:sldLayoutId id="2147483946" r:id="rId10"/>
    <p:sldLayoutId id="2147483957" r:id="rId11"/>
    <p:sldLayoutId id="2147483959" r:id="rId12"/>
    <p:sldLayoutId id="2147483947" r:id="rId13"/>
    <p:sldLayoutId id="2147483960" r:id="rId14"/>
    <p:sldLayoutId id="2147483912" r:id="rId15"/>
    <p:sldLayoutId id="2147483958" r:id="rId16"/>
    <p:sldLayoutId id="2147483916" r:id="rId17"/>
    <p:sldLayoutId id="2147483920" r:id="rId18"/>
    <p:sldLayoutId id="2147483961" r:id="rId19"/>
    <p:sldLayoutId id="2147484020" r:id="rId20"/>
    <p:sldLayoutId id="2147483950" r:id="rId21"/>
    <p:sldLayoutId id="2147484025" r:id="rId22"/>
    <p:sldLayoutId id="2147484026" r:id="rId23"/>
    <p:sldLayoutId id="2147484028" r:id="rId24"/>
    <p:sldLayoutId id="2147484029" r:id="rId25"/>
    <p:sldLayoutId id="2147483926" r:id="rId26"/>
    <p:sldLayoutId id="2147484016" r:id="rId27"/>
  </p:sldLayoutIdLst>
  <p:hf hdr="0" ftr="0" dt="0"/>
  <p:txStyles>
    <p:titleStyle>
      <a:lvl1pPr algn="l" defTabSz="914377" rtl="0" eaLnBrk="1" latinLnBrk="0" hangingPunct="1">
        <a:lnSpc>
          <a:spcPct val="90000"/>
        </a:lnSpc>
        <a:spcBef>
          <a:spcPct val="0"/>
        </a:spcBef>
        <a:buNone/>
        <a:defRPr sz="4000" b="1" i="0" kern="1200" baseline="0">
          <a:solidFill>
            <a:schemeClr val="tx1"/>
          </a:solidFill>
          <a:latin typeface="Movistar Sans" pitchFamily="2" charset="77"/>
          <a:ea typeface="Movistar Sans" pitchFamily="2" charset="77"/>
          <a:cs typeface="+mj-cs"/>
        </a:defRPr>
      </a:lvl1pPr>
    </p:titleStyle>
    <p:bodyStyle>
      <a:lvl1pPr marL="0" indent="0" algn="l" defTabSz="914377" rtl="0" eaLnBrk="1" latinLnBrk="0" hangingPunct="1">
        <a:lnSpc>
          <a:spcPct val="90000"/>
        </a:lnSpc>
        <a:spcBef>
          <a:spcPts val="1000"/>
        </a:spcBef>
        <a:buFontTx/>
        <a:buNone/>
        <a:defRPr sz="1800" b="0" i="0" kern="1200" baseline="0">
          <a:solidFill>
            <a:schemeClr val="tx1"/>
          </a:solidFill>
          <a:latin typeface="+mn-lt"/>
          <a:ea typeface="+mn-ea"/>
          <a:cs typeface="+mn-cs"/>
        </a:defRPr>
      </a:lvl1pPr>
      <a:lvl2pPr marL="457189"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2pPr>
      <a:lvl3pPr marL="914377"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3pPr>
      <a:lvl4pPr marL="1371566"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4pPr>
      <a:lvl5pPr marL="1828754"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5pPr>
      <a:lvl6pPr marL="2514537"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7" pos="3840">
          <p15:clr>
            <a:srgbClr val="F26B43"/>
          </p15:clr>
        </p15:guide>
        <p15:guide id="8" pos="3613">
          <p15:clr>
            <a:srgbClr val="F26B43"/>
          </p15:clr>
        </p15:guide>
        <p15:guide id="9" pos="3387">
          <p15:clr>
            <a:srgbClr val="F26B43"/>
          </p15:clr>
        </p15:guide>
        <p15:guide id="10" pos="3160">
          <p15:clr>
            <a:srgbClr val="F26B43"/>
          </p15:clr>
        </p15:guide>
        <p15:guide id="11" pos="2933">
          <p15:clr>
            <a:srgbClr val="F26B43"/>
          </p15:clr>
        </p15:guide>
        <p15:guide id="12" pos="2707">
          <p15:clr>
            <a:srgbClr val="F26B43"/>
          </p15:clr>
        </p15:guide>
        <p15:guide id="13" pos="2472" userDrawn="1">
          <p15:clr>
            <a:srgbClr val="F26B43"/>
          </p15:clr>
        </p15:guide>
        <p15:guide id="14" pos="2252">
          <p15:clr>
            <a:srgbClr val="F26B43"/>
          </p15:clr>
        </p15:guide>
        <p15:guide id="15" pos="2027">
          <p15:clr>
            <a:srgbClr val="F26B43"/>
          </p15:clr>
        </p15:guide>
        <p15:guide id="16" pos="1572">
          <p15:clr>
            <a:srgbClr val="F26B43"/>
          </p15:clr>
        </p15:guide>
        <p15:guide id="17" pos="1345">
          <p15:clr>
            <a:srgbClr val="F26B43"/>
          </p15:clr>
        </p15:guide>
        <p15:guide id="18" pos="1799">
          <p15:clr>
            <a:srgbClr val="F26B43"/>
          </p15:clr>
        </p15:guide>
        <p15:guide id="19" pos="1119">
          <p15:clr>
            <a:srgbClr val="F26B43"/>
          </p15:clr>
        </p15:guide>
        <p15:guide id="20" pos="892">
          <p15:clr>
            <a:srgbClr val="F26B43"/>
          </p15:clr>
        </p15:guide>
        <p15:guide id="21" pos="665">
          <p15:clr>
            <a:srgbClr val="F26B43"/>
          </p15:clr>
        </p15:guide>
        <p15:guide id="22" pos="439">
          <p15:clr>
            <a:srgbClr val="F26B43"/>
          </p15:clr>
        </p15:guide>
        <p15:guide id="23" pos="211">
          <p15:clr>
            <a:srgbClr val="F26B43"/>
          </p15:clr>
        </p15:guide>
        <p15:guide id="24" pos="4067">
          <p15:clr>
            <a:srgbClr val="F26B43"/>
          </p15:clr>
        </p15:guide>
        <p15:guide id="25" pos="4295">
          <p15:clr>
            <a:srgbClr val="F26B43"/>
          </p15:clr>
        </p15:guide>
        <p15:guide id="26" pos="4520">
          <p15:clr>
            <a:srgbClr val="F26B43"/>
          </p15:clr>
        </p15:guide>
        <p15:guide id="27" pos="4747">
          <p15:clr>
            <a:srgbClr val="F26B43"/>
          </p15:clr>
        </p15:guide>
        <p15:guide id="28" pos="4975">
          <p15:clr>
            <a:srgbClr val="F26B43"/>
          </p15:clr>
        </p15:guide>
        <p15:guide id="29" pos="5201">
          <p15:clr>
            <a:srgbClr val="F26B43"/>
          </p15:clr>
        </p15:guide>
        <p15:guide id="30" pos="5428">
          <p15:clr>
            <a:srgbClr val="F26B43"/>
          </p15:clr>
        </p15:guide>
        <p15:guide id="31" pos="5655">
          <p15:clr>
            <a:srgbClr val="F26B43"/>
          </p15:clr>
        </p15:guide>
        <p15:guide id="32" pos="5881">
          <p15:clr>
            <a:srgbClr val="F26B43"/>
          </p15:clr>
        </p15:guide>
        <p15:guide id="33" pos="6108">
          <p15:clr>
            <a:srgbClr val="F26B43"/>
          </p15:clr>
        </p15:guide>
        <p15:guide id="34" pos="6335">
          <p15:clr>
            <a:srgbClr val="F26B43"/>
          </p15:clr>
        </p15:guide>
        <p15:guide id="35" pos="6563">
          <p15:clr>
            <a:srgbClr val="F26B43"/>
          </p15:clr>
        </p15:guide>
        <p15:guide id="36" pos="6788">
          <p15:clr>
            <a:srgbClr val="F26B43"/>
          </p15:clr>
        </p15:guide>
        <p15:guide id="37" pos="7015">
          <p15:clr>
            <a:srgbClr val="F26B43"/>
          </p15:clr>
        </p15:guide>
        <p15:guide id="38" pos="7243">
          <p15:clr>
            <a:srgbClr val="F26B43"/>
          </p15:clr>
        </p15:guide>
        <p15:guide id="39" pos="7469">
          <p15:clr>
            <a:srgbClr val="F26B43"/>
          </p15:clr>
        </p15:guide>
        <p15:guide id="40" orient="horz" pos="1933">
          <p15:clr>
            <a:srgbClr val="F26B43"/>
          </p15:clr>
        </p15:guide>
        <p15:guide id="41" orient="horz" pos="1706">
          <p15:clr>
            <a:srgbClr val="F26B43"/>
          </p15:clr>
        </p15:guide>
        <p15:guide id="42" orient="horz" pos="1480">
          <p15:clr>
            <a:srgbClr val="F26B43"/>
          </p15:clr>
        </p15:guide>
        <p15:guide id="43" orient="horz" pos="1253">
          <p15:clr>
            <a:srgbClr val="F26B43"/>
          </p15:clr>
        </p15:guide>
        <p15:guide id="44" orient="horz" pos="1026">
          <p15:clr>
            <a:srgbClr val="F26B43"/>
          </p15:clr>
        </p15:guide>
        <p15:guide id="45" orient="horz" pos="799">
          <p15:clr>
            <a:srgbClr val="F26B43"/>
          </p15:clr>
        </p15:guide>
        <p15:guide id="46" orient="horz" pos="572">
          <p15:clr>
            <a:srgbClr val="F26B43"/>
          </p15:clr>
        </p15:guide>
        <p15:guide id="47" orient="horz" pos="346">
          <p15:clr>
            <a:srgbClr val="F26B43"/>
          </p15:clr>
        </p15:guide>
        <p15:guide id="48" orient="horz" pos="119">
          <p15:clr>
            <a:srgbClr val="F26B43"/>
          </p15:clr>
        </p15:guide>
        <p15:guide id="49" orient="horz" pos="2387">
          <p15:clr>
            <a:srgbClr val="F26B43"/>
          </p15:clr>
        </p15:guide>
        <p15:guide id="50" orient="horz" pos="2614">
          <p15:clr>
            <a:srgbClr val="F26B43"/>
          </p15:clr>
        </p15:guide>
        <p15:guide id="51" orient="horz" pos="2840">
          <p15:clr>
            <a:srgbClr val="F26B43"/>
          </p15:clr>
        </p15:guide>
        <p15:guide id="52" orient="horz" pos="3067">
          <p15:clr>
            <a:srgbClr val="F26B43"/>
          </p15:clr>
        </p15:guide>
        <p15:guide id="53" orient="horz" pos="3294">
          <p15:clr>
            <a:srgbClr val="F26B43"/>
          </p15:clr>
        </p15:guide>
        <p15:guide id="54" orient="horz" pos="3521">
          <p15:clr>
            <a:srgbClr val="F26B43"/>
          </p15:clr>
        </p15:guide>
        <p15:guide id="55" orient="horz" pos="3748">
          <p15:clr>
            <a:srgbClr val="F26B43"/>
          </p15:clr>
        </p15:guide>
        <p15:guide id="56" orient="horz" pos="3974">
          <p15:clr>
            <a:srgbClr val="F26B43"/>
          </p15:clr>
        </p15:guide>
        <p15:guide id="57" orient="horz" pos="4201">
          <p15:clr>
            <a:srgbClr val="F26B43"/>
          </p15:clr>
        </p15:guide>
        <p15:guide id="58" pos="325">
          <p15:clr>
            <a:srgbClr val="F26B43"/>
          </p15:clr>
        </p15:guide>
        <p15:guide id="59" pos="7355">
          <p15:clr>
            <a:srgbClr val="F26B43"/>
          </p15:clr>
        </p15:guide>
        <p15:guide id="60" orient="horz" pos="40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0.svg"/><Relationship Id="rId3" Type="http://schemas.openxmlformats.org/officeDocument/2006/relationships/image" Target="../media/image23.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image" Target="../media/image32.svg"/><Relationship Id="rId3" Type="http://schemas.openxmlformats.org/officeDocument/2006/relationships/image" Target="../media/image26.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image" Target="../media/image30.svg"/><Relationship Id="rId3" Type="http://schemas.openxmlformats.org/officeDocument/2006/relationships/image" Target="../media/image33.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4.png"/><Relationship Id="rId3" Type="http://schemas.openxmlformats.org/officeDocument/2006/relationships/image" Target="../media/image30.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5.png"/><Relationship Id="rId3" Type="http://schemas.openxmlformats.org/officeDocument/2006/relationships/image" Target="../media/image30.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6.jpg"/><Relationship Id="rId3" Type="http://schemas.openxmlformats.org/officeDocument/2006/relationships/image" Target="../media/image30.svg"/><Relationship Id="rId4" Type="http://schemas.openxmlformats.org/officeDocument/2006/relationships/image" Target="../media/image23.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image" Target="../media/image37.jpg"/><Relationship Id="rId3" Type="http://schemas.openxmlformats.org/officeDocument/2006/relationships/image" Target="../media/image30.svg"/><Relationship Id="rId4" Type="http://schemas.openxmlformats.org/officeDocument/2006/relationships/image" Target="../media/image2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image" Target="../media/image34.png"/><Relationship Id="rId3" Type="http://schemas.openxmlformats.org/officeDocument/2006/relationships/image" Target="../media/image32.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36.jpg"/><Relationship Id="rId3" Type="http://schemas.openxmlformats.org/officeDocument/2006/relationships/image" Target="../media/image30.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5.xml"/><Relationship Id="rId2" Type="http://schemas.openxmlformats.org/officeDocument/2006/relationships/image" Target="../media/image30.svg"/><Relationship Id="rId3" Type="http://schemas.openxmlformats.org/officeDocument/2006/relationships/image" Target="../media/image3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6.xml"/><Relationship Id="rId2" Type="http://schemas.openxmlformats.org/officeDocument/2006/relationships/image" Target="../media/image38.jpg"/><Relationship Id="rId3" Type="http://schemas.openxmlformats.org/officeDocument/2006/relationships/image" Target="../media/image32.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image" Target="../media/image39.jpg"/><Relationship Id="rId3" Type="http://schemas.openxmlformats.org/officeDocument/2006/relationships/image" Target="../media/image30.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7.xml"/><Relationship Id="rId2" Type="http://schemas.openxmlformats.org/officeDocument/2006/relationships/image" Target="../media/image30.svg"/><Relationship Id="rId3" Type="http://schemas.openxmlformats.org/officeDocument/2006/relationships/image" Target="../media/image4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8.xml"/><Relationship Id="rId2" Type="http://schemas.openxmlformats.org/officeDocument/2006/relationships/image" Target="../media/image32.svg"/><Relationship Id="rId3" Type="http://schemas.openxmlformats.org/officeDocument/2006/relationships/image" Target="../media/image3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16.jpeg"/><Relationship Id="rId3" Type="http://schemas.openxmlformats.org/officeDocument/2006/relationships/image" Target="../media/image17.sv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16.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22.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2.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2.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3.xml"/><Relationship Id="rId2" Type="http://schemas.openxmlformats.org/officeDocument/2006/relationships/image" Target="../media/image32.svg"/><Relationship Id="rId3" Type="http://schemas.openxmlformats.org/officeDocument/2006/relationships/image" Target="../media/image26.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4.xml"/><Relationship Id="rId2" Type="http://schemas.openxmlformats.org/officeDocument/2006/relationships/image" Target="../media/image30.svg"/><Relationship Id="rId3" Type="http://schemas.openxmlformats.org/officeDocument/2006/relationships/image" Target="../media/image23.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3.xml"/><Relationship Id="rId2" Type="http://schemas.openxmlformats.org/officeDocument/2006/relationships/image" Target="../media/image41.svg"/><Relationship Id="rId3" Type="http://schemas.openxmlformats.org/officeDocument/2006/relationships/image" Target="../media/image24.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13.xml"/><Relationship Id="rId2" Type="http://schemas.openxmlformats.org/officeDocument/2006/relationships/image" Target="../media/image41.svg"/><Relationship Id="rId3" Type="http://schemas.openxmlformats.org/officeDocument/2006/relationships/image" Target="../media/image24.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22.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image22.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22.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22.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image" Target="../media/image22.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8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8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9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9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9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9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9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9.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18.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2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image" Target="../media/image42.jp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21.xml"/><Relationship Id="rId2" Type="http://schemas.openxmlformats.org/officeDocument/2006/relationships/image" Target="../media/image42.jpg"/><Relationship Id="rId3" Type="http://schemas.openxmlformats.org/officeDocument/2006/relationships/image" Target="../media/image39.jp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22.xml"/><Relationship Id="rId2" Type="http://schemas.openxmlformats.org/officeDocument/2006/relationships/image" Target="../media/image38.jpg"/><Relationship Id="rId3" Type="http://schemas.openxmlformats.org/officeDocument/2006/relationships/image" Target="../media/image40.jpg"/><Relationship Id="rId4" Type="http://schemas.openxmlformats.org/officeDocument/2006/relationships/image" Target="../media/image39.jp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19.xml"/><Relationship Id="rId2" Type="http://schemas.openxmlformats.org/officeDocument/2006/relationships/chart" Target="../charts/chart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23.xml"/><Relationship Id="rId2" Type="http://schemas.openxmlformats.org/officeDocument/2006/relationships/chart" Target="../charts/chart10.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1.sv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image" Target="../media/image1.sv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1.sv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image" Target="../media/image1.sv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1.sv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1.sv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image" Target="../media/image1.sv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3.xml"/><Relationship Id="rId3" Type="http://schemas.openxmlformats.org/officeDocument/2006/relationships/image" Target="../media/image18.jpeg"/><Relationship Id="rId4" Type="http://schemas.openxmlformats.org/officeDocument/2006/relationships/image" Target="../media/image1.sv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image" Target="../media/image19.jpeg"/><Relationship Id="rId3" Type="http://schemas.openxmlformats.org/officeDocument/2006/relationships/image" Target="../media/image1.sv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4.xml"/><Relationship Id="rId3" Type="http://schemas.openxmlformats.org/officeDocument/2006/relationships/image" Target="../media/image20.jpeg"/><Relationship Id="rId4" Type="http://schemas.openxmlformats.org/officeDocument/2006/relationships/image" Target="../media/image21.jpeg"/><Relationship Id="rId5" Type="http://schemas.openxmlformats.org/officeDocument/2006/relationships/image" Target="../media/image1.sv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2.jp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image" Target="../media/image22.jp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image" Target="../media/image22.jp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image" Target="../media/image22.jp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image" Target="../media/image22.jp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8.xml"/><Relationship Id="rId2" Type="http://schemas.openxmlformats.org/officeDocument/2006/relationships/image" Target="../media/image22.jp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image" Target="../media/image22.jp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image" Target="../media/image22.jp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image" Target="../media/image22.jp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image" Target="../media/image22.jp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63.xml"/><Relationship Id="rId2" Type="http://schemas.openxmlformats.org/officeDocument/2006/relationships/image" Target="../media/image22.jp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6.xml"/><Relationship Id="rId2" Type="http://schemas.openxmlformats.org/officeDocument/2006/relationships/image" Target="../media/image42.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image" Target="../media/image42.jp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24.xml"/><Relationship Id="rId2" Type="http://schemas.openxmlformats.org/officeDocument/2006/relationships/image" Target="../media/image42.jp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image" Target="../media/image22.jp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image" Target="../media/image22.jp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image" Target="../media/image22.jp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image" Target="../media/image22.jp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image" Target="../media/image22.jp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image" Target="../media/image22.jp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image" Target="../media/image22.jp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5.xml"/><Relationship Id="rId2" Type="http://schemas.openxmlformats.org/officeDocument/2006/relationships/image" Target="../media/image22.jp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7.xml"/><Relationship Id="rId2" Type="http://schemas.openxmlformats.org/officeDocument/2006/relationships/image" Target="../media/image22.jp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image" Target="../media/image22.jp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69.xml"/><Relationship Id="rId2" Type="http://schemas.openxmlformats.org/officeDocument/2006/relationships/image" Target="../media/image22.jp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0.xml"/><Relationship Id="rId2" Type="http://schemas.openxmlformats.org/officeDocument/2006/relationships/image" Target="../media/image22.jp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1.xml"/><Relationship Id="rId2" Type="http://schemas.openxmlformats.org/officeDocument/2006/relationships/image" Target="../media/image22.jp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2.xml"/><Relationship Id="rId2" Type="http://schemas.openxmlformats.org/officeDocument/2006/relationships/image" Target="../media/image22.jp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3.xml"/><Relationship Id="rId2" Type="http://schemas.openxmlformats.org/officeDocument/2006/relationships/image" Target="../media/image22.jp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4.xml"/><Relationship Id="rId2" Type="http://schemas.openxmlformats.org/officeDocument/2006/relationships/image" Target="../media/image22.jp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3.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64.xml"/><Relationship Id="rId2" Type="http://schemas.openxmlformats.org/officeDocument/2006/relationships/chart" Target="../charts/chart1.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65.xml"/><Relationship Id="rId2" Type="http://schemas.openxmlformats.org/officeDocument/2006/relationships/notesSlide" Target="../notesSlides/notesSlide7.xml"/><Relationship Id="rId3" Type="http://schemas.openxmlformats.org/officeDocument/2006/relationships/chart" Target="../charts/char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chart" Target="../charts/chart3.xml"/><Relationship Id="rId3" Type="http://schemas.openxmlformats.org/officeDocument/2006/relationships/chart" Target="../charts/chart4.xml"/><Relationship Id="rId4" Type="http://schemas.openxmlformats.org/officeDocument/2006/relationships/chart" Target="../charts/chart5.xml"/><Relationship Id="rId5" Type="http://schemas.openxmlformats.org/officeDocument/2006/relationships/chart" Target="../charts/chart6.xml"/><Relationship Id="rId6" Type="http://schemas.openxmlformats.org/officeDocument/2006/relationships/chart" Target="../charts/chart7.xml"/><Relationship Id="rId7" Type="http://schemas.openxmlformats.org/officeDocument/2006/relationships/chart" Target="../charts/chart8.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5.xml"/><Relationship Id="rId2" Type="http://schemas.openxmlformats.org/officeDocument/2006/relationships/notesSlide" Target="../notesSlides/notesSlide8.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112.xml"/><Relationship Id="rId2" Type="http://schemas.openxmlformats.org/officeDocument/2006/relationships/image" Target="../media/image36.jpg"/><Relationship Id="rId3" Type="http://schemas.openxmlformats.org/officeDocument/2006/relationships/image" Target="../media/image30.svg"/><Relationship Id="rId4" Type="http://schemas.openxmlformats.org/officeDocument/2006/relationships/image" Target="../media/image23.sv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80.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8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8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6.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8.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image" Target="../media/image29.sv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27.xml"/><Relationship Id="rId2" Type="http://schemas.openxmlformats.org/officeDocument/2006/relationships/image" Target="../media/image43.sv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96.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99.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100.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2 Marcador de contenido">
            <a:extLst>
              <a:ext uri="{FF2B5EF4-FFF2-40B4-BE49-F238E27FC236}">
                <a16:creationId xmlns:a16="http://schemas.microsoft.com/office/drawing/2014/main" id="{EC2C912D-C5C5-2444-9F98-A010A14A8636}"/>
              </a:ext>
            </a:extLst>
          </p:cNvPr>
          <p:cNvSpPr txBox="1">
            <a:spLocks/>
          </p:cNvSpPr>
          <p:nvPr/>
        </p:nvSpPr>
        <p:spPr>
          <a:xfrm>
            <a:off x="8027380" y="101073"/>
            <a:ext cx="3837593" cy="283104"/>
          </a:xfrm>
          <a:prstGeom prst="rect">
            <a:avLst/>
          </a:prstGeom>
        </p:spPr>
        <p:txBody>
          <a:bodyPr lIns="121917" tIns="60958" rIns="121917" bIns="60958"/>
          <a:lstStyle>
            <a:lvl1pPr marL="0" indent="0" algn="r" rtl="0" eaLnBrk="0" fontAlgn="base" hangingPunct="0">
              <a:spcBef>
                <a:spcPct val="20000"/>
              </a:spcBef>
              <a:spcAft>
                <a:spcPct val="0"/>
              </a:spcAft>
              <a:buClr>
                <a:schemeClr val="bg1"/>
              </a:buClr>
              <a:buSzPct val="100000"/>
              <a:buFont typeface="Movistar Sans" panose="020B0604020202020204" pitchFamily="34" charset="0"/>
              <a:buNone/>
              <a:defRPr lang="es-ES" altLang="es-ES" sz="1200" b="0" i="0" kern="1200" spc="-10" baseline="0" dirty="0" smtClean="0">
                <a:solidFill>
                  <a:schemeClr val="bg1"/>
                </a:solidFill>
                <a:latin typeface="Movistar Sans" pitchFamily="2" charset="77"/>
                <a:ea typeface="Movistar Sans" pitchFamily="2" charset="77"/>
                <a:cs typeface="Movistar Sans" charset="0"/>
                <a:sym typeface="Movistar Sans" charset="0"/>
              </a:defRPr>
            </a:lvl1pPr>
            <a:lvl2pPr marL="1066773" indent="-457189" algn="l" rtl="0" eaLnBrk="0" fontAlgn="base" hangingPunct="0">
              <a:spcBef>
                <a:spcPct val="20000"/>
              </a:spcBef>
              <a:spcAft>
                <a:spcPct val="0"/>
              </a:spcAft>
              <a:buClr>
                <a:schemeClr val="bg1"/>
              </a:buClr>
              <a:buFont typeface="Courier New" panose="02070309020205020404" pitchFamily="49" charset="0"/>
              <a:buChar char="o"/>
              <a:defRPr lang="es-ES" altLang="es-ES" sz="1900" b="0" kern="1200" baseline="0" dirty="0" smtClean="0">
                <a:solidFill>
                  <a:schemeClr val="bg1"/>
                </a:solidFill>
                <a:latin typeface="Movistar Sans"/>
                <a:ea typeface="MS PGothic" pitchFamily="34" charset="-128"/>
                <a:cs typeface="Movistar Sans"/>
                <a:sym typeface="Movistar Sans" charset="0"/>
              </a:defRPr>
            </a:lvl2pPr>
            <a:lvl3pPr marL="1676358" indent="-457189" algn="l" rtl="0" eaLnBrk="0" fontAlgn="base" hangingPunct="0">
              <a:spcBef>
                <a:spcPct val="20000"/>
              </a:spcBef>
              <a:spcAft>
                <a:spcPct val="0"/>
              </a:spcAft>
              <a:buClr>
                <a:schemeClr val="bg1"/>
              </a:buClr>
              <a:buFont typeface="Wingdings" panose="05000000000000000000" pitchFamily="2" charset="2"/>
              <a:buChar char="§"/>
              <a:defRPr lang="es-ES" altLang="es-ES" sz="1900" b="0" kern="1200" baseline="0" dirty="0" smtClean="0">
                <a:solidFill>
                  <a:schemeClr val="bg1"/>
                </a:solidFill>
                <a:latin typeface="Movistar Sans"/>
                <a:ea typeface="MS PGothic" pitchFamily="34" charset="-128"/>
                <a:cs typeface="Movistar Sans"/>
                <a:sym typeface="Movistar Sans" charset="0"/>
              </a:defRPr>
            </a:lvl3pPr>
            <a:lvl4pPr marL="2133547" indent="-304792" algn="l" rtl="0" eaLnBrk="0" fontAlgn="base" hangingPunct="0">
              <a:spcBef>
                <a:spcPct val="20000"/>
              </a:spcBef>
              <a:spcAft>
                <a:spcPct val="0"/>
              </a:spcAft>
              <a:buClr>
                <a:schemeClr val="bg1"/>
              </a:buClr>
              <a:buFont typeface="Movistar Sans" pitchFamily="34" charset="0"/>
              <a:buChar char="–"/>
              <a:defRPr lang="es-ES" altLang="es-ES" sz="1900" b="0" kern="1200" baseline="0" dirty="0" smtClean="0">
                <a:solidFill>
                  <a:schemeClr val="bg1"/>
                </a:solidFill>
                <a:latin typeface="Movistar Sans"/>
                <a:ea typeface="MS PGothic" pitchFamily="34" charset="-128"/>
                <a:cs typeface="Movistar Sans"/>
                <a:sym typeface="Movistar Sans" charset="0"/>
              </a:defRPr>
            </a:lvl4pPr>
            <a:lvl5pPr marL="2743131" indent="-304792" algn="l" rtl="0" eaLnBrk="0" fontAlgn="base" hangingPunct="0">
              <a:spcBef>
                <a:spcPct val="20000"/>
              </a:spcBef>
              <a:spcAft>
                <a:spcPct val="0"/>
              </a:spcAft>
              <a:buClr>
                <a:schemeClr val="tx2"/>
              </a:buClr>
              <a:buFont typeface="Movistar Sans" pitchFamily="34" charset="0"/>
              <a:buChar char="»"/>
              <a:defRPr sz="2700" kern="1200">
                <a:solidFill>
                  <a:schemeClr val="tx2"/>
                </a:solidFill>
                <a:latin typeface="Movistar Sans" panose="020F0502020204030204" pitchFamily="34" charset="0"/>
                <a:ea typeface="+mn-ea"/>
                <a:cs typeface="Movistar Sans" panose="020F0502020204030204" pitchFamily="34" charset="0"/>
              </a:defRPr>
            </a:lvl5pPr>
            <a:lvl6pPr marL="3352716" indent="-304792" algn="l" defTabSz="1219170" rtl="0" eaLnBrk="1" latinLnBrk="0" hangingPunct="1">
              <a:spcBef>
                <a:spcPct val="20000"/>
              </a:spcBef>
              <a:buFont typeface="Movistar Sans"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spcBef>
                <a:spcPct val="20000"/>
              </a:spcBef>
              <a:buFont typeface="Movistar Sans"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spcBef>
                <a:spcPct val="20000"/>
              </a:spcBef>
              <a:buFont typeface="Movistar Sans"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spcBef>
                <a:spcPct val="20000"/>
              </a:spcBef>
              <a:buFont typeface="Movistar Sans" panose="020B0604020202020204" pitchFamily="34" charset="0"/>
              <a:buChar char="•"/>
              <a:defRPr sz="2400" kern="1200">
                <a:solidFill>
                  <a:schemeClr val="tx1"/>
                </a:solidFill>
                <a:latin typeface="+mn-lt"/>
                <a:ea typeface="+mn-ea"/>
                <a:cs typeface="+mn-cs"/>
              </a:defRPr>
            </a:lvl9pPr>
          </a:lstStyle>
          <a:p>
            <a:pPr marL="0" marR="0" lvl="0" indent="0" algn="r" defTabSz="914400" rtl="0" eaLnBrk="0" fontAlgn="base" latinLnBrk="0" hangingPunct="0">
              <a:lnSpc>
                <a:spcPct val="100000"/>
              </a:lnSpc>
              <a:spcBef>
                <a:spcPct val="20000"/>
              </a:spcBef>
              <a:spcAft>
                <a:spcPct val="0"/>
              </a:spcAft>
              <a:buClr>
                <a:prstClr val="white"/>
              </a:buClr>
              <a:buSzPct val="100000"/>
              <a:buFont typeface="Movistar Sans" panose="020B0604020202020204" pitchFamily="34" charset="0"/>
              <a:buNone/>
              <a:tabLst/>
              <a:defRPr/>
            </a:pPr>
            <a:r>
              <a:rPr kumimoji="0" lang="en-GB" altLang="es-ES" sz="1200" b="0" i="0" u="none" strike="noStrike" kern="1200" cap="none" spc="-10" normalizeH="0" baseline="0" noProof="0" dirty="0">
                <a:ln>
                  <a:noFill/>
                </a:ln>
                <a:solidFill>
                  <a:prstClr val="black"/>
                </a:solidFill>
                <a:effectLst/>
                <a:uLnTx/>
                <a:uFillTx/>
                <a:latin typeface="Movistar Sans"/>
                <a:cs typeface="Movistar Sans" charset="0"/>
                <a:sym typeface="Movistar Sans" charset="0"/>
              </a:rPr>
              <a:t>INSERTE TIPO USO SEGURIDAD</a:t>
            </a:r>
          </a:p>
        </p:txBody>
      </p:sp>
    </p:spTree>
    <p:extLst>
      <p:ext uri="{BB962C8B-B14F-4D97-AF65-F5344CB8AC3E}">
        <p14:creationId xmlns:p14="http://schemas.microsoft.com/office/powerpoint/2010/main" val="30769344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F9425-4DB2-A3E5-5071-BB9A16374C0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AEE9D60-36E6-DB93-D116-C00A367FC52D}"/>
              </a:ext>
            </a:extLst>
          </p:cNvPr>
          <p:cNvSpPr>
            <a:spLocks noGrp="1"/>
          </p:cNvSpPr>
          <p:nvPr>
            <p:ph type="body" sz="quarter" idx="66"/>
          </p:nvPr>
        </p:nvSpPr>
        <p:spPr/>
        <p:txBody>
          <a:bodyPr/>
          <a:lstStyle/>
          <a:p>
            <a:pPr>
              <a:lnSpc>
                <a:spcPts val="7200"/>
              </a:lnSpc>
              <a:spcBef>
                <a:spcPts val="500"/>
              </a:spcBef>
              <a:defRPr/>
            </a:pPr>
            <a:r>
              <a:rPr lang="es-ES" dirty="0">
                <a:latin typeface="Movistar Sans"/>
                <a:cs typeface="Movistar Sans"/>
              </a:rPr>
              <a:t>Ejemplo titular principal 66pt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73A2DC21-8C3E-4460-C459-CFAB96B7BFE1}"/>
              </a:ext>
            </a:extLst>
          </p:cNvPr>
          <p:cNvSpPr>
            <a:spLocks noGrp="1"/>
          </p:cNvSpPr>
          <p:nvPr>
            <p:ph type="body" sz="quarter" idx="11"/>
          </p:nvPr>
        </p:nvSpPr>
        <p:spPr/>
        <p:txBody>
          <a:bodyPr/>
          <a:lstStyle/>
          <a:p>
            <a:pPr/>
            <a:r>
              <a:rPr lang="en-US" dirty="0" err="1"/>
              <a:t>Ejemplo</a:t>
            </a:r>
            <a:r>
              <a:rPr lang="en-US" dirty="0"/>
              <a:t> </a:t>
            </a:r>
            <a:r>
              <a:rPr lang="en-US" dirty="0" err="1"/>
              <a:t>subtitular</a:t>
            </a:r>
            <a:r>
              <a:rPr lang="en-US" dirty="0"/>
              <a:t> 14 pt</a:t>
            </a:r>
          </a:p>
        </p:txBody>
      </p:sp>
      <p:pic>
        <p:nvPicPr>
          <p:cNvPr id="5" name="Gráfico 44">
            <a:extLst>
              <a:ext uri="{FF2B5EF4-FFF2-40B4-BE49-F238E27FC236}">
                <a16:creationId xmlns:a16="http://schemas.microsoft.com/office/drawing/2014/main" id="{E4238E28-F1E0-C83C-C35D-03A254D2A0A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74630" y="5516461"/>
            <a:ext cx="1317687" cy="977639"/>
          </a:xfrm>
          <a:prstGeom prst="rect">
            <a:avLst/>
          </a:prstGeom>
        </p:spPr>
      </p:pic>
      <p:pic>
        <p:nvPicPr>
          <p:cNvPr id="6" name="Gráfico 5">
            <a:extLst>
              <a:ext uri="{FF2B5EF4-FFF2-40B4-BE49-F238E27FC236}">
                <a16:creationId xmlns:a16="http://schemas.microsoft.com/office/drawing/2014/main" id="{22C78777-AA3D-5814-B935-BB475060DF9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33523733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F748F-E631-7CD4-FA6E-3192C7E41B5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B6D12C8-82C2-F1BA-63E7-B182A5B65AB4}"/>
              </a:ext>
            </a:extLst>
          </p:cNvPr>
          <p:cNvSpPr>
            <a:spLocks noGrp="1"/>
          </p:cNvSpPr>
          <p:nvPr>
            <p:ph type="body" sz="quarter" idx="66"/>
          </p:nvPr>
        </p:nvSpPr>
        <p:spPr/>
        <p:txBody>
          <a:bodyPr/>
          <a:lstStyle/>
          <a:p>
            <a:pPr>
              <a:lnSpc>
                <a:spcPts val="7200"/>
              </a:lnSpc>
              <a:spcBef>
                <a:spcPts val="500"/>
              </a:spcBef>
              <a:defRPr/>
            </a:pPr>
            <a:r>
              <a:rPr lang="es-ES" dirty="0">
                <a:latin typeface="Movistar Sans"/>
                <a:cs typeface="Movistar Sans"/>
              </a:rPr>
              <a:t>Ejemplo titular principal 66pt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0A76DC4E-41DF-8AB7-466C-AACB1CF88319}"/>
              </a:ext>
            </a:extLst>
          </p:cNvPr>
          <p:cNvSpPr>
            <a:spLocks noGrp="1"/>
          </p:cNvSpPr>
          <p:nvPr>
            <p:ph type="body" sz="quarter" idx="11"/>
          </p:nvPr>
        </p:nvSpPr>
        <p:spPr/>
        <p:txBody>
          <a:bodyPr/>
          <a:lstStyle/>
          <a:p>
            <a:pPr/>
            <a:r>
              <a:rPr lang="en-US" dirty="0" err="1"/>
              <a:t>Ejemplo</a:t>
            </a:r>
            <a:r>
              <a:rPr lang="en-US" dirty="0"/>
              <a:t> </a:t>
            </a:r>
            <a:r>
              <a:rPr lang="en-US" dirty="0" err="1"/>
              <a:t>subtitular</a:t>
            </a:r>
            <a:r>
              <a:rPr lang="en-US" dirty="0"/>
              <a:t> 14 pt</a:t>
            </a:r>
          </a:p>
        </p:txBody>
      </p:sp>
      <p:pic>
        <p:nvPicPr>
          <p:cNvPr id="5" name="Gráfico 44">
            <a:extLst>
              <a:ext uri="{FF2B5EF4-FFF2-40B4-BE49-F238E27FC236}">
                <a16:creationId xmlns:a16="http://schemas.microsoft.com/office/drawing/2014/main" id="{5E7B3133-A196-4A54-398A-4D52FBBD978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74630" y="5516461"/>
            <a:ext cx="1317687" cy="977639"/>
          </a:xfrm>
          <a:prstGeom prst="rect">
            <a:avLst/>
          </a:prstGeom>
        </p:spPr>
      </p:pic>
      <p:pic>
        <p:nvPicPr>
          <p:cNvPr id="6" name="Gráfico 5">
            <a:extLst>
              <a:ext uri="{FF2B5EF4-FFF2-40B4-BE49-F238E27FC236}">
                <a16:creationId xmlns:a16="http://schemas.microsoft.com/office/drawing/2014/main" id="{4F537BB0-9AB9-7C29-EE9E-5BE42067D059}"/>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11306965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184D1-53CE-E0B8-5F55-CCF50AE5F6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517303-5A79-E60A-DB2B-281A884D9EBB}"/>
              </a:ext>
            </a:extLst>
          </p:cNvPr>
          <p:cNvSpPr>
            <a:spLocks noGrp="1"/>
          </p:cNvSpPr>
          <p:nvPr>
            <p:ph type="body" sz="quarter" idx="66"/>
          </p:nvPr>
        </p:nvSpPr>
        <p:spPr/>
        <p:txBody>
          <a:bodyPr/>
          <a:lstStyle/>
          <a:p>
            <a:pPr>
              <a:lnSpc>
                <a:spcPts val="7200"/>
              </a:lnSpc>
              <a:spcBef>
                <a:spcPts val="500"/>
              </a:spcBef>
              <a:defRPr/>
            </a:pPr>
            <a:r>
              <a:rPr lang="es-ES" dirty="0">
                <a:latin typeface="Movistar Sans"/>
                <a:cs typeface="Movistar Sans"/>
              </a:rPr>
              <a:t>Ejemplo titular principal 66pt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459AF684-7A69-32DF-AF59-5941EFFFAE4C}"/>
              </a:ext>
            </a:extLst>
          </p:cNvPr>
          <p:cNvSpPr>
            <a:spLocks noGrp="1"/>
          </p:cNvSpPr>
          <p:nvPr>
            <p:ph type="body" sz="quarter" idx="11"/>
          </p:nvPr>
        </p:nvSpPr>
        <p:spPr/>
        <p:txBody>
          <a:bodyPr/>
          <a:lstStyle/>
          <a:p>
            <a:pPr/>
            <a:r>
              <a:rPr lang="en-US" dirty="0" err="1"/>
              <a:t>Ejemplo</a:t>
            </a:r>
            <a:r>
              <a:rPr lang="en-US" dirty="0"/>
              <a:t> </a:t>
            </a:r>
            <a:r>
              <a:rPr lang="en-US" dirty="0" err="1"/>
              <a:t>subtitular</a:t>
            </a:r>
            <a:r>
              <a:rPr lang="en-US" dirty="0"/>
              <a:t> 14 pt</a:t>
            </a:r>
          </a:p>
        </p:txBody>
      </p:sp>
      <p:pic>
        <p:nvPicPr>
          <p:cNvPr id="5" name="Gráfico 44">
            <a:extLst>
              <a:ext uri="{FF2B5EF4-FFF2-40B4-BE49-F238E27FC236}">
                <a16:creationId xmlns:a16="http://schemas.microsoft.com/office/drawing/2014/main" id="{7F464E48-8015-4752-7F06-BB2EAF8910B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474630" y="5516461"/>
            <a:ext cx="1317687" cy="977639"/>
          </a:xfrm>
          <a:prstGeom prst="rect">
            <a:avLst/>
          </a:prstGeom>
        </p:spPr>
      </p:pic>
      <p:pic>
        <p:nvPicPr>
          <p:cNvPr id="6" name="Gráfico 5">
            <a:extLst>
              <a:ext uri="{FF2B5EF4-FFF2-40B4-BE49-F238E27FC236}">
                <a16:creationId xmlns:a16="http://schemas.microsoft.com/office/drawing/2014/main" id="{BEF2A28E-A8F7-5FEF-1B44-B2F10CE6098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12240507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9">
            <a:extLst>
              <a:ext uri="{FF2B5EF4-FFF2-40B4-BE49-F238E27FC236}">
                <a16:creationId xmlns:a16="http://schemas.microsoft.com/office/drawing/2014/main" id="{771AA587-22A6-0470-6A33-9FFDD316FA7E}"/>
              </a:ext>
            </a:extLst>
          </p:cNvPr>
          <p:cNvPicPr>
            <a:picLocks noChangeAspect="1"/>
          </p:cNvPicPr>
          <p:nvPr/>
        </p:nvPicPr>
        <p:blipFill>
          <a:blip r:embed="rId2"/>
          <a:srcRect/>
          <a:stretch/>
        </p:blipFill>
        <p:spPr>
          <a:xfrm>
            <a:off x="334962" y="276777"/>
            <a:ext cx="11522075" cy="6212945"/>
          </a:xfrm>
          <a:prstGeom prst="rect">
            <a:avLst/>
          </a:prstGeom>
        </p:spPr>
      </p:pic>
      <p:sp>
        <p:nvSpPr>
          <p:cNvPr id="2" name="Text Placeholder 1">
            <a:extLst>
              <a:ext uri="{FF2B5EF4-FFF2-40B4-BE49-F238E27FC236}">
                <a16:creationId xmlns:a16="http://schemas.microsoft.com/office/drawing/2014/main" id="{61A97D79-0D2C-FA89-CB1F-39F75865E36A}"/>
              </a:ext>
            </a:extLst>
          </p:cNvPr>
          <p:cNvSpPr>
            <a:spLocks noGrp="1"/>
          </p:cNvSpPr>
          <p:nvPr>
            <p:ph type="body" sz="quarter" idx="66"/>
          </p:nvPr>
        </p:nvSpPr>
        <p:spPr/>
        <p:txBody>
          <a:bodyPr/>
          <a:lstStyle/>
          <a:p>
            <a:pPr>
              <a:lnSpc>
                <a:spcPts val="7200"/>
              </a:lnSpc>
              <a:spcBef>
                <a:spcPts val="500"/>
              </a:spcBef>
              <a:defRPr/>
            </a:pPr>
            <a:r>
              <a:rPr lang="es-ES" dirty="0">
                <a:latin typeface="Movistar Sans"/>
                <a:cs typeface="Movistar Sans"/>
              </a:rPr>
              <a:t>Ejemplo titular principal 66pt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FF89C900-3200-60D5-22ED-637978F03E26}"/>
              </a:ext>
            </a:extLst>
          </p:cNvPr>
          <p:cNvSpPr>
            <a:spLocks noGrp="1"/>
          </p:cNvSpPr>
          <p:nvPr>
            <p:ph type="body" sz="quarter" idx="11"/>
          </p:nvPr>
        </p:nvSpPr>
        <p:spPr/>
        <p:txBody>
          <a:bodyPr/>
          <a:lstStyle/>
          <a:p>
            <a:pPr/>
            <a:r>
              <a:rPr lang="en-US" dirty="0" err="1"/>
              <a:t>Ejemplo</a:t>
            </a:r>
            <a:r>
              <a:rPr lang="en-US" dirty="0"/>
              <a:t> </a:t>
            </a:r>
            <a:r>
              <a:rPr lang="en-US" dirty="0" err="1"/>
              <a:t>subtitular</a:t>
            </a:r>
            <a:r>
              <a:rPr lang="en-US" dirty="0"/>
              <a:t> 14 pt</a:t>
            </a:r>
          </a:p>
        </p:txBody>
      </p:sp>
      <p:pic>
        <p:nvPicPr>
          <p:cNvPr id="5" name="Gráfico 44">
            <a:extLst>
              <a:ext uri="{FF2B5EF4-FFF2-40B4-BE49-F238E27FC236}">
                <a16:creationId xmlns:a16="http://schemas.microsoft.com/office/drawing/2014/main" id="{62C6B87F-A1FC-C60B-8D8A-2BA684E4228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4630" y="5516461"/>
            <a:ext cx="1317687" cy="977639"/>
          </a:xfrm>
          <a:prstGeom prst="rect">
            <a:avLst/>
          </a:prstGeom>
        </p:spPr>
      </p:pic>
    </p:spTree>
    <p:extLst>
      <p:ext uri="{BB962C8B-B14F-4D97-AF65-F5344CB8AC3E}">
        <p14:creationId xmlns:p14="http://schemas.microsoft.com/office/powerpoint/2010/main" val="29594437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E5244-D07D-F941-F173-1EF0A256CBC9}"/>
            </a:ext>
          </a:extLst>
        </p:cNvPr>
        <p:cNvGrpSpPr/>
        <p:nvPr/>
      </p:nvGrpSpPr>
      <p:grpSpPr>
        <a:xfrm>
          <a:off x="0" y="0"/>
          <a:ext cx="0" cy="0"/>
          <a:chOff x="0" y="0"/>
          <a:chExt cx="0" cy="0"/>
        </a:xfrm>
      </p:grpSpPr>
      <p:pic>
        <p:nvPicPr>
          <p:cNvPr id="4" name="Imagen 9">
            <a:extLst>
              <a:ext uri="{FF2B5EF4-FFF2-40B4-BE49-F238E27FC236}">
                <a16:creationId xmlns:a16="http://schemas.microsoft.com/office/drawing/2014/main" id="{D3D405FB-C351-8ED2-9C30-4AA62FBADE53}"/>
              </a:ext>
            </a:extLst>
          </p:cNvPr>
          <p:cNvPicPr>
            <a:picLocks noChangeAspect="1"/>
          </p:cNvPicPr>
          <p:nvPr/>
        </p:nvPicPr>
        <p:blipFill>
          <a:blip r:embed="rId2"/>
          <a:srcRect/>
          <a:stretch/>
        </p:blipFill>
        <p:spPr>
          <a:xfrm>
            <a:off x="334963" y="276777"/>
            <a:ext cx="11522072" cy="6212944"/>
          </a:xfrm>
          <a:prstGeom prst="rect">
            <a:avLst/>
          </a:prstGeom>
        </p:spPr>
      </p:pic>
      <p:sp>
        <p:nvSpPr>
          <p:cNvPr id="2" name="Text Placeholder 1">
            <a:extLst>
              <a:ext uri="{FF2B5EF4-FFF2-40B4-BE49-F238E27FC236}">
                <a16:creationId xmlns:a16="http://schemas.microsoft.com/office/drawing/2014/main" id="{33424F52-8C5D-EB65-24C5-6F8CB0BE3F91}"/>
              </a:ext>
            </a:extLst>
          </p:cNvPr>
          <p:cNvSpPr>
            <a:spLocks noGrp="1"/>
          </p:cNvSpPr>
          <p:nvPr>
            <p:ph type="body" sz="quarter" idx="66"/>
          </p:nvPr>
        </p:nvSpPr>
        <p:spPr/>
        <p:txBody>
          <a:bodyPr/>
          <a:lstStyle/>
          <a:p>
            <a:pPr>
              <a:lnSpc>
                <a:spcPts val="7200"/>
              </a:lnSpc>
              <a:spcBef>
                <a:spcPts val="500"/>
              </a:spcBef>
              <a:defRPr/>
            </a:pPr>
            <a:r>
              <a:rPr lang="es-ES" dirty="0">
                <a:latin typeface="Movistar Sans"/>
                <a:cs typeface="Movistar Sans"/>
              </a:rPr>
              <a:t>Ejemplo titular principal 66pt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EB42247F-DD8F-D65E-C056-3B4DCF8063A0}"/>
              </a:ext>
            </a:extLst>
          </p:cNvPr>
          <p:cNvSpPr>
            <a:spLocks noGrp="1"/>
          </p:cNvSpPr>
          <p:nvPr>
            <p:ph type="body" sz="quarter" idx="11"/>
          </p:nvPr>
        </p:nvSpPr>
        <p:spPr>
          <a:xfrm>
            <a:off x="439232" y="2873845"/>
            <a:ext cx="4303010" cy="603600"/>
          </a:xfrm>
        </p:spPr>
        <p:txBody>
          <a:bodyPr/>
          <a:lstStyle/>
          <a:p>
            <a:pPr/>
            <a:r>
              <a:rPr lang="en-US" dirty="0" err="1">
                <a:solidFill>
                  <a:schemeClr val="bg2"/>
                </a:solidFill>
              </a:rPr>
              <a:t>Ejemplo</a:t>
            </a:r>
            <a:r>
              <a:rPr lang="en-US" dirty="0">
                <a:solidFill>
                  <a:schemeClr val="bg2"/>
                </a:solidFill>
              </a:rPr>
              <a:t> </a:t>
            </a:r>
            <a:r>
              <a:rPr lang="en-US" dirty="0" err="1">
                <a:solidFill>
                  <a:schemeClr val="bg2"/>
                </a:solidFill>
              </a:rPr>
              <a:t>subtitular</a:t>
            </a:r>
            <a:r>
              <a:rPr lang="en-US" dirty="0">
                <a:solidFill>
                  <a:schemeClr val="bg2"/>
                </a:solidFill>
              </a:rPr>
              <a:t> 14 pt</a:t>
            </a:r>
          </a:p>
        </p:txBody>
      </p:sp>
      <p:pic>
        <p:nvPicPr>
          <p:cNvPr id="5" name="Gráfico 44">
            <a:extLst>
              <a:ext uri="{FF2B5EF4-FFF2-40B4-BE49-F238E27FC236}">
                <a16:creationId xmlns:a16="http://schemas.microsoft.com/office/drawing/2014/main" id="{60F1D85D-13EC-DC16-A163-3C3AC76E075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4630" y="5516461"/>
            <a:ext cx="1317687" cy="977639"/>
          </a:xfrm>
          <a:prstGeom prst="rect">
            <a:avLst/>
          </a:prstGeom>
        </p:spPr>
      </p:pic>
    </p:spTree>
    <p:extLst>
      <p:ext uri="{BB962C8B-B14F-4D97-AF65-F5344CB8AC3E}">
        <p14:creationId xmlns:p14="http://schemas.microsoft.com/office/powerpoint/2010/main" val="36744937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C52536-8FE5-3703-4132-00BE037E6081}"/>
            </a:ext>
          </a:extLst>
        </p:cNvPr>
        <p:cNvGrpSpPr/>
        <p:nvPr/>
      </p:nvGrpSpPr>
      <p:grpSpPr>
        <a:xfrm>
          <a:off x="0" y="0"/>
          <a:ext cx="0" cy="0"/>
          <a:chOff x="0" y="0"/>
          <a:chExt cx="0" cy="0"/>
        </a:xfrm>
      </p:grpSpPr>
      <p:pic>
        <p:nvPicPr>
          <p:cNvPr id="7" name="Picture 6" descr="A person petting a dog&#10;&#10;AI-generated content may be incorrect.">
            <a:extLst>
              <a:ext uri="{FF2B5EF4-FFF2-40B4-BE49-F238E27FC236}">
                <a16:creationId xmlns:a16="http://schemas.microsoft.com/office/drawing/2014/main" id="{AF12E9AB-B73F-FBD6-0EB2-8E7047471958}"/>
              </a:ext>
            </a:extLst>
          </p:cNvPr>
          <p:cNvPicPr>
            <a:picLocks noChangeAspect="1"/>
          </p:cNvPicPr>
          <p:nvPr/>
        </p:nvPicPr>
        <p:blipFill>
          <a:blip r:embed="rId2"/>
          <a:srcRect b="15880"/>
          <a:stretch>
            <a:fillRect/>
          </a:stretch>
        </p:blipFill>
        <p:spPr>
          <a:xfrm>
            <a:off x="-36963" y="0"/>
            <a:ext cx="12228963" cy="6858000"/>
          </a:xfrm>
          <a:prstGeom prst="rect">
            <a:avLst/>
          </a:prstGeom>
        </p:spPr>
      </p:pic>
      <p:sp>
        <p:nvSpPr>
          <p:cNvPr id="8" name="Rectangle 7">
            <a:extLst>
              <a:ext uri="{FF2B5EF4-FFF2-40B4-BE49-F238E27FC236}">
                <a16:creationId xmlns:a16="http://schemas.microsoft.com/office/drawing/2014/main" id="{CCCE20F3-E8DA-D823-636C-26A5BE519AC9}"/>
              </a:ext>
            </a:extLst>
          </p:cNvPr>
          <p:cNvSpPr/>
          <p:nvPr/>
        </p:nvSpPr>
        <p:spPr>
          <a:xfrm rot="10800000">
            <a:off x="-36964" y="0"/>
            <a:ext cx="11940634" cy="6858000"/>
          </a:xfrm>
          <a:prstGeom prst="rect">
            <a:avLst/>
          </a:prstGeom>
          <a:gradFill>
            <a:gsLst>
              <a:gs pos="0">
                <a:schemeClr val="tx1">
                  <a:alpha val="0"/>
                </a:schemeClr>
              </a:gs>
              <a:gs pos="100000">
                <a:schemeClr val="tx1">
                  <a:alpha val="52109"/>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F0B627C5-60A3-79E1-CBA0-FDA1420AB056}"/>
              </a:ext>
            </a:extLst>
          </p:cNvPr>
          <p:cNvSpPr>
            <a:spLocks noGrp="1"/>
          </p:cNvSpPr>
          <p:nvPr>
            <p:ph type="body" sz="quarter" idx="66"/>
          </p:nvPr>
        </p:nvSpPr>
        <p:spPr/>
        <p:txBody>
          <a:bodyPr/>
          <a:lstStyle/>
          <a:p>
            <a:pPr>
              <a:lnSpc>
                <a:spcPts val="7200"/>
              </a:lnSpc>
              <a:spcBef>
                <a:spcPts val="500"/>
              </a:spcBef>
              <a:defRPr/>
            </a:pPr>
            <a:r>
              <a:rPr lang="es-ES" dirty="0">
                <a:solidFill>
                  <a:schemeClr val="bg1"/>
                </a:solidFill>
                <a:latin typeface="Movistar Sans"/>
                <a:cs typeface="Movistar Sans"/>
              </a:rPr>
              <a:t>Ejemplo titular principal 66pt</a:t>
            </a:r>
            <a:endParaRPr lang="es-ES" altLang="es-ES" cap="all" dirty="0">
              <a:solidFill>
                <a:schemeClr val="bg1"/>
              </a:solidFill>
              <a:latin typeface="Movistar Sans"/>
              <a:cs typeface="Movistar Sans"/>
            </a:endParaRPr>
          </a:p>
        </p:txBody>
      </p:sp>
      <p:sp>
        <p:nvSpPr>
          <p:cNvPr id="3" name="Text Placeholder 2">
            <a:extLst>
              <a:ext uri="{FF2B5EF4-FFF2-40B4-BE49-F238E27FC236}">
                <a16:creationId xmlns:a16="http://schemas.microsoft.com/office/drawing/2014/main" id="{DE2C7A12-84DF-55A6-9878-CA4A74D67BB1}"/>
              </a:ext>
            </a:extLst>
          </p:cNvPr>
          <p:cNvSpPr>
            <a:spLocks noGrp="1"/>
          </p:cNvSpPr>
          <p:nvPr>
            <p:ph type="body" sz="quarter" idx="11"/>
          </p:nvPr>
        </p:nvSpPr>
        <p:spPr/>
        <p:txBody>
          <a:bodyPr/>
          <a:lstStyle/>
          <a:p>
            <a:pPr/>
            <a:r>
              <a:rPr lang="en-US" dirty="0" err="1">
                <a:solidFill>
                  <a:schemeClr val="bg1"/>
                </a:solidFill>
              </a:rPr>
              <a:t>Ejemplo</a:t>
            </a:r>
            <a:r>
              <a:rPr lang="en-US" dirty="0">
                <a:solidFill>
                  <a:schemeClr val="bg1"/>
                </a:solidFill>
              </a:rPr>
              <a:t> </a:t>
            </a:r>
            <a:r>
              <a:rPr lang="en-US" dirty="0" err="1">
                <a:solidFill>
                  <a:schemeClr val="bg1"/>
                </a:solidFill>
              </a:rPr>
              <a:t>subtitular</a:t>
            </a:r>
            <a:r>
              <a:rPr lang="en-US" dirty="0">
                <a:solidFill>
                  <a:schemeClr val="bg1"/>
                </a:solidFill>
              </a:rPr>
              <a:t> 14 pt</a:t>
            </a:r>
          </a:p>
        </p:txBody>
      </p:sp>
      <p:pic>
        <p:nvPicPr>
          <p:cNvPr id="5" name="Gráfico 44">
            <a:extLst>
              <a:ext uri="{FF2B5EF4-FFF2-40B4-BE49-F238E27FC236}">
                <a16:creationId xmlns:a16="http://schemas.microsoft.com/office/drawing/2014/main" id="{13DA87C4-C25D-8BA6-AAFC-7C7AA39C3C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4630" y="5516461"/>
            <a:ext cx="1317687" cy="977639"/>
          </a:xfrm>
          <a:prstGeom prst="rect">
            <a:avLst/>
          </a:prstGeom>
        </p:spPr>
      </p:pic>
      <p:pic>
        <p:nvPicPr>
          <p:cNvPr id="6" name="Gráfico 5">
            <a:extLst>
              <a:ext uri="{FF2B5EF4-FFF2-40B4-BE49-F238E27FC236}">
                <a16:creationId xmlns:a16="http://schemas.microsoft.com/office/drawing/2014/main" id="{82E07C17-D4D4-1AAD-3787-02F29B3FE8BB}"/>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1259401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48B2A2-EA2A-20B0-CF46-BE5559CC9E7A}"/>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2B0D8D80-076F-A7CE-895D-330C96D65819}"/>
              </a:ext>
            </a:extLst>
          </p:cNvPr>
          <p:cNvPicPr>
            <a:picLocks noChangeAspect="1"/>
          </p:cNvPicPr>
          <p:nvPr/>
        </p:nvPicPr>
        <p:blipFill>
          <a:blip r:embed="rId2"/>
          <a:srcRect t="7953" b="7953"/>
          <a:stretch/>
        </p:blipFill>
        <p:spPr>
          <a:xfrm>
            <a:off x="-36963" y="0"/>
            <a:ext cx="12228963" cy="6858000"/>
          </a:xfrm>
          <a:prstGeom prst="rect">
            <a:avLst/>
          </a:prstGeom>
        </p:spPr>
      </p:pic>
      <p:sp>
        <p:nvSpPr>
          <p:cNvPr id="8" name="Rectangle 7">
            <a:extLst>
              <a:ext uri="{FF2B5EF4-FFF2-40B4-BE49-F238E27FC236}">
                <a16:creationId xmlns:a16="http://schemas.microsoft.com/office/drawing/2014/main" id="{AE3D34BD-FD72-89CE-352F-E56AB70A5324}"/>
              </a:ext>
            </a:extLst>
          </p:cNvPr>
          <p:cNvSpPr/>
          <p:nvPr/>
        </p:nvSpPr>
        <p:spPr>
          <a:xfrm rot="10800000">
            <a:off x="-36964" y="0"/>
            <a:ext cx="5714433" cy="6858000"/>
          </a:xfrm>
          <a:prstGeom prst="rect">
            <a:avLst/>
          </a:prstGeom>
          <a:gradFill>
            <a:gsLst>
              <a:gs pos="0">
                <a:schemeClr val="tx1">
                  <a:alpha val="0"/>
                </a:schemeClr>
              </a:gs>
              <a:gs pos="100000">
                <a:schemeClr val="tx1">
                  <a:alpha val="52109"/>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 Placeholder 1">
            <a:extLst>
              <a:ext uri="{FF2B5EF4-FFF2-40B4-BE49-F238E27FC236}">
                <a16:creationId xmlns:a16="http://schemas.microsoft.com/office/drawing/2014/main" id="{555213AC-CCD0-C465-955D-AAB91F1FB723}"/>
              </a:ext>
            </a:extLst>
          </p:cNvPr>
          <p:cNvSpPr>
            <a:spLocks noGrp="1"/>
          </p:cNvSpPr>
          <p:nvPr>
            <p:ph type="body" sz="quarter" idx="66"/>
          </p:nvPr>
        </p:nvSpPr>
        <p:spPr/>
        <p:txBody>
          <a:bodyPr/>
          <a:lstStyle/>
          <a:p>
            <a:pPr>
              <a:lnSpc>
                <a:spcPts val="7200"/>
              </a:lnSpc>
              <a:spcBef>
                <a:spcPts val="500"/>
              </a:spcBef>
              <a:defRPr/>
            </a:pPr>
            <a:r>
              <a:rPr lang="es-ES" dirty="0">
                <a:solidFill>
                  <a:schemeClr val="bg1"/>
                </a:solidFill>
                <a:latin typeface="Movistar Sans"/>
                <a:cs typeface="Movistar Sans"/>
              </a:rPr>
              <a:t>Ejemplo titular principal 66pt</a:t>
            </a:r>
            <a:endParaRPr lang="es-ES" altLang="es-ES" cap="all" dirty="0">
              <a:solidFill>
                <a:schemeClr val="bg1"/>
              </a:solidFill>
              <a:latin typeface="Movistar Sans"/>
              <a:cs typeface="Movistar Sans"/>
            </a:endParaRPr>
          </a:p>
        </p:txBody>
      </p:sp>
      <p:sp>
        <p:nvSpPr>
          <p:cNvPr id="3" name="Text Placeholder 2">
            <a:extLst>
              <a:ext uri="{FF2B5EF4-FFF2-40B4-BE49-F238E27FC236}">
                <a16:creationId xmlns:a16="http://schemas.microsoft.com/office/drawing/2014/main" id="{25BA33D0-8F93-5229-0E61-26BDE9FD50E9}"/>
              </a:ext>
            </a:extLst>
          </p:cNvPr>
          <p:cNvSpPr>
            <a:spLocks noGrp="1"/>
          </p:cNvSpPr>
          <p:nvPr>
            <p:ph type="body" sz="quarter" idx="11"/>
          </p:nvPr>
        </p:nvSpPr>
        <p:spPr/>
        <p:txBody>
          <a:bodyPr/>
          <a:lstStyle/>
          <a:p>
            <a:pPr/>
            <a:r>
              <a:rPr lang="en-US" dirty="0" err="1">
                <a:solidFill>
                  <a:schemeClr val="bg1"/>
                </a:solidFill>
              </a:rPr>
              <a:t>Ejemplo</a:t>
            </a:r>
            <a:r>
              <a:rPr lang="en-US" dirty="0">
                <a:solidFill>
                  <a:schemeClr val="bg1"/>
                </a:solidFill>
              </a:rPr>
              <a:t> </a:t>
            </a:r>
            <a:r>
              <a:rPr lang="en-US" dirty="0" err="1">
                <a:solidFill>
                  <a:schemeClr val="bg1"/>
                </a:solidFill>
              </a:rPr>
              <a:t>subtitular</a:t>
            </a:r>
            <a:r>
              <a:rPr lang="en-US" dirty="0">
                <a:solidFill>
                  <a:schemeClr val="bg1"/>
                </a:solidFill>
              </a:rPr>
              <a:t> 14 pt</a:t>
            </a:r>
          </a:p>
        </p:txBody>
      </p:sp>
      <p:pic>
        <p:nvPicPr>
          <p:cNvPr id="5" name="Gráfico 44">
            <a:extLst>
              <a:ext uri="{FF2B5EF4-FFF2-40B4-BE49-F238E27FC236}">
                <a16:creationId xmlns:a16="http://schemas.microsoft.com/office/drawing/2014/main" id="{D4F31096-9575-6CD9-A621-918194D8F55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4630" y="5516461"/>
            <a:ext cx="1317687" cy="977639"/>
          </a:xfrm>
          <a:prstGeom prst="rect">
            <a:avLst/>
          </a:prstGeom>
        </p:spPr>
      </p:pic>
      <p:pic>
        <p:nvPicPr>
          <p:cNvPr id="6" name="Gráfico 5">
            <a:extLst>
              <a:ext uri="{FF2B5EF4-FFF2-40B4-BE49-F238E27FC236}">
                <a16:creationId xmlns:a16="http://schemas.microsoft.com/office/drawing/2014/main" id="{62996BB3-5E56-5865-12B4-0C82BE8DAAD0}"/>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3628283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37BE64-052B-12EB-581F-7EFE5F82F1E2}"/>
            </a:ext>
          </a:extLst>
        </p:cNvPr>
        <p:cNvGrpSpPr/>
        <p:nvPr/>
      </p:nvGrpSpPr>
      <p:grpSpPr>
        <a:xfrm>
          <a:off x="0" y="0"/>
          <a:ext cx="0" cy="0"/>
          <a:chOff x="0" y="0"/>
          <a:chExt cx="0" cy="0"/>
        </a:xfrm>
      </p:grpSpPr>
      <p:pic>
        <p:nvPicPr>
          <p:cNvPr id="4" name="Imagen 9">
            <a:extLst>
              <a:ext uri="{FF2B5EF4-FFF2-40B4-BE49-F238E27FC236}">
                <a16:creationId xmlns:a16="http://schemas.microsoft.com/office/drawing/2014/main" id="{46415F1C-6E3C-B900-717A-5F87D0B39ACF}"/>
              </a:ext>
            </a:extLst>
          </p:cNvPr>
          <p:cNvPicPr>
            <a:picLocks noChangeAspect="1"/>
          </p:cNvPicPr>
          <p:nvPr/>
        </p:nvPicPr>
        <p:blipFill>
          <a:blip r:embed="rId2"/>
          <a:srcRect/>
          <a:stretch/>
        </p:blipFill>
        <p:spPr>
          <a:xfrm>
            <a:off x="334962" y="276777"/>
            <a:ext cx="11522075" cy="6212945"/>
          </a:xfrm>
          <a:prstGeom prst="rect">
            <a:avLst/>
          </a:prstGeom>
        </p:spPr>
      </p:pic>
      <p:sp>
        <p:nvSpPr>
          <p:cNvPr id="2" name="Text Placeholder 1">
            <a:extLst>
              <a:ext uri="{FF2B5EF4-FFF2-40B4-BE49-F238E27FC236}">
                <a16:creationId xmlns:a16="http://schemas.microsoft.com/office/drawing/2014/main" id="{2300F8AD-0379-C9D0-013F-99986F6AD8FA}"/>
              </a:ext>
            </a:extLst>
          </p:cNvPr>
          <p:cNvSpPr>
            <a:spLocks noGrp="1"/>
          </p:cNvSpPr>
          <p:nvPr>
            <p:ph type="body" sz="quarter" idx="66"/>
          </p:nvPr>
        </p:nvSpPr>
        <p:spPr/>
        <p:txBody>
          <a:bodyPr/>
          <a:lstStyle/>
          <a:p>
            <a:pPr>
              <a:lnSpc>
                <a:spcPts val="7200"/>
              </a:lnSpc>
              <a:spcBef>
                <a:spcPts val="500"/>
              </a:spcBef>
              <a:defRPr/>
            </a:pPr>
            <a:r>
              <a:rPr lang="es-ES" dirty="0">
                <a:latin typeface="Movistar Sans"/>
                <a:cs typeface="Movistar Sans"/>
              </a:rPr>
              <a:t>Ejemplo titular principal 66pt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A7FE46DB-3A52-5296-B2BB-9FEE00F8120B}"/>
              </a:ext>
            </a:extLst>
          </p:cNvPr>
          <p:cNvSpPr>
            <a:spLocks noGrp="1"/>
          </p:cNvSpPr>
          <p:nvPr>
            <p:ph type="body" sz="quarter" idx="11"/>
          </p:nvPr>
        </p:nvSpPr>
        <p:spPr/>
        <p:txBody>
          <a:bodyPr/>
          <a:lstStyle/>
          <a:p>
            <a:pPr/>
            <a:r>
              <a:rPr lang="en-US" dirty="0" err="1"/>
              <a:t>Ejemplo</a:t>
            </a:r>
            <a:r>
              <a:rPr lang="en-US" dirty="0"/>
              <a:t> </a:t>
            </a:r>
            <a:r>
              <a:rPr lang="en-US" dirty="0" err="1"/>
              <a:t>subtitular</a:t>
            </a:r>
            <a:r>
              <a:rPr lang="en-US" dirty="0"/>
              <a:t> 14 pt</a:t>
            </a:r>
          </a:p>
        </p:txBody>
      </p:sp>
      <p:pic>
        <p:nvPicPr>
          <p:cNvPr id="5" name="Gráfico 44">
            <a:extLst>
              <a:ext uri="{FF2B5EF4-FFF2-40B4-BE49-F238E27FC236}">
                <a16:creationId xmlns:a16="http://schemas.microsoft.com/office/drawing/2014/main" id="{812E8494-0B55-2776-4CE3-5126418478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474630" y="5516461"/>
            <a:ext cx="1317687" cy="977639"/>
          </a:xfrm>
          <a:prstGeom prst="rect">
            <a:avLst/>
          </a:prstGeom>
        </p:spPr>
      </p:pic>
    </p:spTree>
    <p:extLst>
      <p:ext uri="{BB962C8B-B14F-4D97-AF65-F5344CB8AC3E}">
        <p14:creationId xmlns:p14="http://schemas.microsoft.com/office/powerpoint/2010/main" val="24314035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DBFC0C9-8AEC-64EB-7C8C-7FDB1BDF9109}"/>
              </a:ext>
            </a:extLst>
          </p:cNvPr>
          <p:cNvSpPr>
            <a:spLocks noGrp="1"/>
          </p:cNvSpPr>
          <p:nvPr>
            <p:ph type="body" sz="quarter" idx="66"/>
          </p:nvPr>
        </p:nvSpPr>
        <p:spPr>
          <a:xfrm>
            <a:off x="288329" y="276777"/>
            <a:ext cx="5607503" cy="1320251"/>
          </a:xfrm>
        </p:spPr>
        <p:txBody>
          <a:bodyPr/>
          <a:lstStyle/>
          <a:p>
            <a:pPr/>
            <a:r>
              <a:rPr lang="es-ES" dirty="0">
                <a:latin typeface="Movistar Sans"/>
                <a:cs typeface="Movistar Sans"/>
              </a:rPr>
              <a:t>Ejemplo titular principal 66pt</a:t>
            </a:r>
            <a:endParaRPr lang="es-ES" altLang="es-ES" cap="all" dirty="0">
              <a:latin typeface="Movistar Sans"/>
              <a:cs typeface="Movistar Sans"/>
            </a:endParaRPr>
          </a:p>
          <a:p>
            <a:pPr/>
            <a:endParaRPr lang="en-US" dirty="0"/>
          </a:p>
        </p:txBody>
      </p:sp>
      <p:sp>
        <p:nvSpPr>
          <p:cNvPr id="3" name="Text Placeholder 2">
            <a:extLst>
              <a:ext uri="{FF2B5EF4-FFF2-40B4-BE49-F238E27FC236}">
                <a16:creationId xmlns:a16="http://schemas.microsoft.com/office/drawing/2014/main" id="{48E0A2F0-DC56-6935-2FC5-BBE691145061}"/>
              </a:ext>
            </a:extLst>
          </p:cNvPr>
          <p:cNvSpPr>
            <a:spLocks noGrp="1"/>
          </p:cNvSpPr>
          <p:nvPr>
            <p:ph type="body" sz="quarter" idx="11"/>
          </p:nvPr>
        </p:nvSpPr>
        <p:spPr/>
        <p:txBody>
          <a:bodyPr/>
          <a:lstStyle/>
          <a:p>
            <a:pPr/>
            <a:r>
              <a:rPr lang="en-US" b="0" dirty="0" err="1">
                <a:latin typeface="Movistar Sans Medium" pitchFamily="2" charset="77"/>
                <a:ea typeface="Movistar Sans Medium" pitchFamily="2" charset="77"/>
              </a:rPr>
              <a:t>Ejemplo</a:t>
            </a:r>
            <a:r>
              <a:rPr lang="en-US" b="0" dirty="0">
                <a:latin typeface="Movistar Sans Medium" pitchFamily="2" charset="77"/>
                <a:ea typeface="Movistar Sans Medium" pitchFamily="2" charset="77"/>
              </a:rPr>
              <a:t> </a:t>
            </a:r>
            <a:r>
              <a:rPr lang="en-US" b="0" dirty="0" err="1">
                <a:latin typeface="Movistar Sans Medium" pitchFamily="2" charset="77"/>
                <a:ea typeface="Movistar Sans Medium" pitchFamily="2" charset="77"/>
              </a:rPr>
              <a:t>subtitular</a:t>
            </a:r>
            <a:r>
              <a:rPr lang="en-US" b="0" dirty="0">
                <a:latin typeface="Movistar Sans Medium" pitchFamily="2" charset="77"/>
                <a:ea typeface="Movistar Sans Medium" pitchFamily="2" charset="77"/>
              </a:rPr>
              <a:t> 14 pt</a:t>
            </a:r>
          </a:p>
          <a:p>
            <a:pPr/>
            <a:endParaRPr lang="en-US" b="0" dirty="0">
              <a:latin typeface="Movistar Sans Medium" pitchFamily="2" charset="77"/>
              <a:ea typeface="Movistar Sans Medium" pitchFamily="2" charset="77"/>
            </a:endParaRPr>
          </a:p>
          <a:p>
            <a:pPr/>
            <a:endParaRPr lang="en-US" b="0" dirty="0">
              <a:latin typeface="Movistar Sans Medium" pitchFamily="2" charset="77"/>
              <a:ea typeface="Movistar Sans Medium" pitchFamily="2" charset="77"/>
            </a:endParaRPr>
          </a:p>
        </p:txBody>
      </p:sp>
      <p:pic>
        <p:nvPicPr>
          <p:cNvPr id="6" name="Picture Placeholder 5" descr="A person petting a dog&#10;&#10;AI-generated content may be incorrect.">
            <a:extLst>
              <a:ext uri="{FF2B5EF4-FFF2-40B4-BE49-F238E27FC236}">
                <a16:creationId xmlns:a16="http://schemas.microsoft.com/office/drawing/2014/main" id="{6AAD9F40-E0DB-D1DE-1419-4F8C6CE2AE49}"/>
              </a:ext>
            </a:extLst>
          </p:cNvPr>
          <p:cNvPicPr>
            <a:picLocks noGrp="1" noChangeAspect="1"/>
          </p:cNvPicPr>
          <p:nvPr>
            <p:ph type="pic" sz="quarter" idx="16"/>
          </p:nvPr>
        </p:nvPicPr>
        <p:blipFill>
          <a:blip r:embed="rId2"/>
          <a:srcRect l="18958" r="18958"/>
          <a:stretch>
            <a:fillRect/>
          </a:stretch>
        </p:blipFill>
        <p:spPr/>
      </p:pic>
      <p:pic>
        <p:nvPicPr>
          <p:cNvPr id="7" name="Gráfico 44">
            <a:extLst>
              <a:ext uri="{FF2B5EF4-FFF2-40B4-BE49-F238E27FC236}">
                <a16:creationId xmlns:a16="http://schemas.microsoft.com/office/drawing/2014/main" id="{01746E3C-B1D7-DDBD-4B41-FEA0F4A8C9F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273" y="5448222"/>
            <a:ext cx="1317687" cy="977639"/>
          </a:xfrm>
          <a:prstGeom prst="rect">
            <a:avLst/>
          </a:prstGeom>
        </p:spPr>
      </p:pic>
    </p:spTree>
    <p:extLst>
      <p:ext uri="{BB962C8B-B14F-4D97-AF65-F5344CB8AC3E}">
        <p14:creationId xmlns:p14="http://schemas.microsoft.com/office/powerpoint/2010/main" val="9170322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D28E5E-33C5-1BFD-0568-867D7A612EE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751B4DC-1BE7-ADB8-DDB9-AC0FDDB5A825}"/>
              </a:ext>
            </a:extLst>
          </p:cNvPr>
          <p:cNvSpPr>
            <a:spLocks noGrp="1"/>
          </p:cNvSpPr>
          <p:nvPr>
            <p:ph type="body" sz="quarter" idx="66"/>
          </p:nvPr>
        </p:nvSpPr>
        <p:spPr>
          <a:xfrm>
            <a:off x="288329" y="276777"/>
            <a:ext cx="5607503" cy="1320251"/>
          </a:xfrm>
        </p:spPr>
        <p:txBody>
          <a:bodyPr/>
          <a:lstStyle/>
          <a:p>
            <a:pPr/>
            <a:r>
              <a:rPr lang="es-ES" dirty="0">
                <a:latin typeface="Movistar Sans"/>
                <a:cs typeface="Movistar Sans"/>
              </a:rPr>
              <a:t>Ejemplo titular principal 66pt</a:t>
            </a:r>
            <a:endParaRPr lang="es-ES" altLang="es-ES" cap="all" dirty="0">
              <a:latin typeface="Movistar Sans"/>
              <a:cs typeface="Movistar Sans"/>
            </a:endParaRPr>
          </a:p>
          <a:p>
            <a:pPr/>
            <a:endParaRPr lang="en-US" dirty="0"/>
          </a:p>
        </p:txBody>
      </p:sp>
      <p:sp>
        <p:nvSpPr>
          <p:cNvPr id="3" name="Text Placeholder 2">
            <a:extLst>
              <a:ext uri="{FF2B5EF4-FFF2-40B4-BE49-F238E27FC236}">
                <a16:creationId xmlns:a16="http://schemas.microsoft.com/office/drawing/2014/main" id="{E45C85A2-D455-0CD5-B5A7-5FF208CDC22E}"/>
              </a:ext>
            </a:extLst>
          </p:cNvPr>
          <p:cNvSpPr>
            <a:spLocks noGrp="1"/>
          </p:cNvSpPr>
          <p:nvPr>
            <p:ph type="body" sz="quarter" idx="11"/>
          </p:nvPr>
        </p:nvSpPr>
        <p:spPr/>
        <p:txBody>
          <a:bodyPr/>
          <a:lstStyle/>
          <a:p>
            <a:pPr/>
            <a:r>
              <a:rPr lang="en-US" b="0" dirty="0" err="1">
                <a:latin typeface="Movistar Sans Medium" pitchFamily="2" charset="77"/>
                <a:ea typeface="Movistar Sans Medium" pitchFamily="2" charset="77"/>
              </a:rPr>
              <a:t>Ejemplo</a:t>
            </a:r>
            <a:r>
              <a:rPr lang="en-US" b="0" dirty="0">
                <a:latin typeface="Movistar Sans Medium" pitchFamily="2" charset="77"/>
                <a:ea typeface="Movistar Sans Medium" pitchFamily="2" charset="77"/>
              </a:rPr>
              <a:t> </a:t>
            </a:r>
            <a:r>
              <a:rPr lang="en-US" b="0" dirty="0" err="1">
                <a:latin typeface="Movistar Sans Medium" pitchFamily="2" charset="77"/>
                <a:ea typeface="Movistar Sans Medium" pitchFamily="2" charset="77"/>
              </a:rPr>
              <a:t>subtitular</a:t>
            </a:r>
            <a:r>
              <a:rPr lang="en-US" b="0" dirty="0">
                <a:latin typeface="Movistar Sans Medium" pitchFamily="2" charset="77"/>
                <a:ea typeface="Movistar Sans Medium" pitchFamily="2" charset="77"/>
              </a:rPr>
              <a:t> 14 pt</a:t>
            </a:r>
          </a:p>
          <a:p>
            <a:pPr/>
            <a:endParaRPr lang="en-US" b="0" dirty="0">
              <a:latin typeface="Movistar Sans Medium" pitchFamily="2" charset="77"/>
              <a:ea typeface="Movistar Sans Medium" pitchFamily="2" charset="77"/>
            </a:endParaRPr>
          </a:p>
          <a:p>
            <a:pPr/>
            <a:endParaRPr lang="en-US" b="0" dirty="0">
              <a:latin typeface="Movistar Sans Medium" pitchFamily="2" charset="77"/>
              <a:ea typeface="Movistar Sans Medium" pitchFamily="2" charset="77"/>
            </a:endParaRPr>
          </a:p>
        </p:txBody>
      </p:sp>
      <p:pic>
        <p:nvPicPr>
          <p:cNvPr id="7" name="Gráfico 44">
            <a:extLst>
              <a:ext uri="{FF2B5EF4-FFF2-40B4-BE49-F238E27FC236}">
                <a16:creationId xmlns:a16="http://schemas.microsoft.com/office/drawing/2014/main" id="{A73D31E2-CEE3-9E63-4374-5F439E7DD42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29273" y="5448222"/>
            <a:ext cx="1317687" cy="977639"/>
          </a:xfrm>
          <a:prstGeom prst="rect">
            <a:avLst/>
          </a:prstGeom>
        </p:spPr>
      </p:pic>
      <p:pic>
        <p:nvPicPr>
          <p:cNvPr id="9" name="Picture Placeholder 8" descr="A person writing on a tablet&#10;&#10;AI-generated content may be incorrect.">
            <a:extLst>
              <a:ext uri="{FF2B5EF4-FFF2-40B4-BE49-F238E27FC236}">
                <a16:creationId xmlns:a16="http://schemas.microsoft.com/office/drawing/2014/main" id="{E63D1652-9A8B-0EDB-C5EF-A0002D5C32F4}"/>
              </a:ext>
            </a:extLst>
          </p:cNvPr>
          <p:cNvPicPr>
            <a:picLocks noGrp="1" noChangeAspect="1"/>
          </p:cNvPicPr>
          <p:nvPr>
            <p:ph type="pic" sz="quarter" idx="16"/>
          </p:nvPr>
        </p:nvPicPr>
        <p:blipFill>
          <a:blip r:embed="rId3"/>
          <a:srcRect t="14206" b="14206"/>
          <a:stretch>
            <a:fillRect/>
          </a:stretch>
        </p:blipFill>
        <p:spPr/>
      </p:pic>
    </p:spTree>
    <p:extLst>
      <p:ext uri="{BB962C8B-B14F-4D97-AF65-F5344CB8AC3E}">
        <p14:creationId xmlns:p14="http://schemas.microsoft.com/office/powerpoint/2010/main" val="1630972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1B1F-62E9-60DA-490B-7E2362FE90E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959850B-0E66-54A4-206B-C3C309145F51}"/>
              </a:ext>
            </a:extLst>
          </p:cNvPr>
          <p:cNvSpPr>
            <a:spLocks noGrp="1"/>
          </p:cNvSpPr>
          <p:nvPr>
            <p:ph type="body" sz="quarter" idx="66"/>
          </p:nvPr>
        </p:nvSpPr>
        <p:spPr/>
        <p:txBody>
          <a:bodyPr/>
          <a:lstStyle/>
          <a:p>
            <a:pPr/>
            <a:r>
              <a:rPr lang="es-ES" dirty="0">
                <a:latin typeface="Movistar Sans"/>
                <a:cs typeface="Movistar Sans"/>
              </a:rPr>
              <a:t>Ejemplo titular principal 66pt</a:t>
            </a:r>
            <a:endParaRPr lang="es-ES" altLang="es-ES" cap="all" dirty="0">
              <a:latin typeface="Movistar Sans"/>
              <a:cs typeface="Movistar Sans"/>
            </a:endParaRPr>
          </a:p>
          <a:p>
            <a:pPr/>
            <a:endParaRPr lang="en-US" dirty="0"/>
          </a:p>
        </p:txBody>
      </p:sp>
      <p:sp>
        <p:nvSpPr>
          <p:cNvPr id="3" name="Text Placeholder 2">
            <a:extLst>
              <a:ext uri="{FF2B5EF4-FFF2-40B4-BE49-F238E27FC236}">
                <a16:creationId xmlns:a16="http://schemas.microsoft.com/office/drawing/2014/main" id="{560E2164-D677-7995-06E7-27AFB08F4B29}"/>
              </a:ext>
            </a:extLst>
          </p:cNvPr>
          <p:cNvSpPr>
            <a:spLocks noGrp="1"/>
          </p:cNvSpPr>
          <p:nvPr>
            <p:ph type="body" sz="quarter" idx="11"/>
          </p:nvPr>
        </p:nvSpPr>
        <p:spPr/>
        <p:txBody>
          <a:bodyPr/>
          <a:lstStyle/>
          <a:p>
            <a:pPr/>
            <a:r>
              <a:rPr lang="en-US" b="0" dirty="0" err="1">
                <a:latin typeface="Movistar Sans Medium" pitchFamily="2" charset="77"/>
                <a:ea typeface="Movistar Sans Medium" pitchFamily="2" charset="77"/>
              </a:rPr>
              <a:t>Ejemplo</a:t>
            </a:r>
            <a:r>
              <a:rPr lang="en-US" b="0" dirty="0">
                <a:latin typeface="Movistar Sans Medium" pitchFamily="2" charset="77"/>
                <a:ea typeface="Movistar Sans Medium" pitchFamily="2" charset="77"/>
              </a:rPr>
              <a:t> </a:t>
            </a:r>
            <a:r>
              <a:rPr lang="en-US" b="0" dirty="0" err="1">
                <a:latin typeface="Movistar Sans Medium" pitchFamily="2" charset="77"/>
                <a:ea typeface="Movistar Sans Medium" pitchFamily="2" charset="77"/>
              </a:rPr>
              <a:t>subtitular</a:t>
            </a:r>
            <a:r>
              <a:rPr lang="en-US" b="0" dirty="0">
                <a:latin typeface="Movistar Sans Medium" pitchFamily="2" charset="77"/>
                <a:ea typeface="Movistar Sans Medium" pitchFamily="2" charset="77"/>
              </a:rPr>
              <a:t> 14 pt</a:t>
            </a:r>
          </a:p>
          <a:p>
            <a:pPr/>
            <a:endParaRPr lang="en-US" b="0" dirty="0">
              <a:latin typeface="Movistar Sans Medium" pitchFamily="2" charset="77"/>
              <a:ea typeface="Movistar Sans Medium" pitchFamily="2" charset="77"/>
            </a:endParaRPr>
          </a:p>
          <a:p>
            <a:pPr/>
            <a:endParaRPr lang="en-US" b="0" dirty="0">
              <a:latin typeface="Movistar Sans Medium" pitchFamily="2" charset="77"/>
              <a:ea typeface="Movistar Sans Medium" pitchFamily="2" charset="77"/>
            </a:endParaRPr>
          </a:p>
        </p:txBody>
      </p:sp>
      <p:pic>
        <p:nvPicPr>
          <p:cNvPr id="9" name="Picture Placeholder 8" descr="A person writing on a tablet&#10;&#10;AI-generated content may be incorrect.">
            <a:extLst>
              <a:ext uri="{FF2B5EF4-FFF2-40B4-BE49-F238E27FC236}">
                <a16:creationId xmlns:a16="http://schemas.microsoft.com/office/drawing/2014/main" id="{4D80D135-9A22-3718-E067-8FC7013658C0}"/>
              </a:ext>
            </a:extLst>
          </p:cNvPr>
          <p:cNvPicPr>
            <a:picLocks noGrp="1" noChangeAspect="1"/>
          </p:cNvPicPr>
          <p:nvPr>
            <p:ph type="pic" sz="quarter" idx="16"/>
          </p:nvPr>
        </p:nvPicPr>
        <p:blipFill>
          <a:blip r:embed="rId2"/>
          <a:srcRect t="14206" b="14206"/>
          <a:stretch/>
        </p:blipFill>
        <p:spPr/>
      </p:pic>
      <p:pic>
        <p:nvPicPr>
          <p:cNvPr id="7" name="Gráfico 44">
            <a:extLst>
              <a:ext uri="{FF2B5EF4-FFF2-40B4-BE49-F238E27FC236}">
                <a16:creationId xmlns:a16="http://schemas.microsoft.com/office/drawing/2014/main" id="{5D199F80-2B1D-603A-7FF3-5DC30D8B4A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273" y="5448222"/>
            <a:ext cx="1317687" cy="977639"/>
          </a:xfrm>
          <a:prstGeom prst="rect">
            <a:avLst/>
          </a:prstGeom>
        </p:spPr>
      </p:pic>
    </p:spTree>
    <p:extLst>
      <p:ext uri="{BB962C8B-B14F-4D97-AF65-F5344CB8AC3E}">
        <p14:creationId xmlns:p14="http://schemas.microsoft.com/office/powerpoint/2010/main" val="2543196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B571C76-EABD-A7A1-0A8F-C70C0D093967}"/>
              </a:ext>
            </a:extLst>
          </p:cNvPr>
          <p:cNvSpPr>
            <a:spLocks noGrp="1"/>
          </p:cNvSpPr>
          <p:nvPr>
            <p:ph type="body" sz="quarter" idx="66"/>
          </p:nvPr>
        </p:nvSpPr>
        <p:spPr/>
        <p:txBody>
          <a:bodyPr/>
          <a:lstStyle/>
          <a:p>
            <a:pPr/>
            <a:r>
              <a:rPr lang="es-ES" dirty="0">
                <a:latin typeface="Movistar Sans"/>
                <a:cs typeface="Movistar Sans"/>
              </a:rPr>
              <a:t>Ejemplo titular principal 54pt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5D8FFD5B-DBBB-A7D0-A2FC-40F808F90273}"/>
              </a:ext>
            </a:extLst>
          </p:cNvPr>
          <p:cNvSpPr>
            <a:spLocks noGrp="1"/>
          </p:cNvSpPr>
          <p:nvPr>
            <p:ph type="body" sz="quarter" idx="11"/>
          </p:nvPr>
        </p:nvSpPr>
        <p:spPr/>
        <p:txBody>
          <a:bodyPr/>
          <a:lstStyle/>
          <a:p>
            <a:pPr/>
            <a:r>
              <a:rPr lang="en-US" b="0" dirty="0" err="1">
                <a:latin typeface="Movistar Sans" pitchFamily="2" charset="77"/>
                <a:ea typeface="Movistar Sans" pitchFamily="2" charset="77"/>
              </a:rPr>
              <a:t>Ejemplo</a:t>
            </a:r>
            <a:r>
              <a:rPr lang="en-US" b="0" dirty="0">
                <a:latin typeface="Movistar Sans" pitchFamily="2" charset="77"/>
                <a:ea typeface="Movistar Sans" pitchFamily="2" charset="77"/>
              </a:rPr>
              <a:t> </a:t>
            </a:r>
            <a:r>
              <a:rPr lang="en-US" b="0" dirty="0" err="1">
                <a:latin typeface="Movistar Sans" pitchFamily="2" charset="77"/>
                <a:ea typeface="Movistar Sans" pitchFamily="2" charset="77"/>
              </a:rPr>
              <a:t>subtitular</a:t>
            </a:r>
            <a:r>
              <a:rPr lang="en-US" b="0" dirty="0">
                <a:latin typeface="Movistar Sans" pitchFamily="2" charset="77"/>
                <a:ea typeface="Movistar Sans" pitchFamily="2" charset="77"/>
              </a:rPr>
              <a:t> 14 pt</a:t>
            </a:r>
          </a:p>
          <a:p>
            <a:pPr/>
            <a:endParaRPr lang="en-US" dirty="0">
              <a:latin typeface="Movistar Sans" pitchFamily="2" charset="77"/>
              <a:ea typeface="Movistar Sans" pitchFamily="2" charset="77"/>
            </a:endParaRPr>
          </a:p>
          <a:p>
            <a:pPr/>
            <a:endParaRPr lang="en-US" dirty="0">
              <a:latin typeface="Movistar Sans" pitchFamily="2" charset="77"/>
              <a:ea typeface="Movistar Sans" pitchFamily="2" charset="77"/>
            </a:endParaRPr>
          </a:p>
        </p:txBody>
      </p:sp>
      <p:pic>
        <p:nvPicPr>
          <p:cNvPr id="6" name="Picture Placeholder 5" descr="A person holding a tablet&#10;&#10;AI-generated content may be incorrect.">
            <a:extLst>
              <a:ext uri="{FF2B5EF4-FFF2-40B4-BE49-F238E27FC236}">
                <a16:creationId xmlns:a16="http://schemas.microsoft.com/office/drawing/2014/main" id="{76B15DFC-853A-6863-EDD0-C62F51875851}"/>
              </a:ext>
            </a:extLst>
          </p:cNvPr>
          <p:cNvPicPr>
            <a:picLocks noGrp="1" noChangeAspect="1"/>
          </p:cNvPicPr>
          <p:nvPr>
            <p:ph type="pic" sz="quarter" idx="16"/>
          </p:nvPr>
        </p:nvPicPr>
        <p:blipFill>
          <a:blip r:embed="rId2"/>
          <a:srcRect t="13317" b="13317"/>
          <a:stretch>
            <a:fillRect/>
          </a:stretch>
        </p:blipFill>
        <p:spPr/>
      </p:pic>
      <p:pic>
        <p:nvPicPr>
          <p:cNvPr id="7" name="Gráfico 44">
            <a:extLst>
              <a:ext uri="{FF2B5EF4-FFF2-40B4-BE49-F238E27FC236}">
                <a16:creationId xmlns:a16="http://schemas.microsoft.com/office/drawing/2014/main" id="{0A06E493-0C45-EE38-E992-B41E8B9197C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1372" y="371000"/>
            <a:ext cx="1317687" cy="977639"/>
          </a:xfrm>
          <a:prstGeom prst="rect">
            <a:avLst/>
          </a:prstGeom>
        </p:spPr>
      </p:pic>
    </p:spTree>
    <p:extLst>
      <p:ext uri="{BB962C8B-B14F-4D97-AF65-F5344CB8AC3E}">
        <p14:creationId xmlns:p14="http://schemas.microsoft.com/office/powerpoint/2010/main" val="40786580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09EDA-1481-F581-0FE7-0365676D574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B007C27-7916-E6F0-FC09-7711E04142C4}"/>
              </a:ext>
            </a:extLst>
          </p:cNvPr>
          <p:cNvSpPr>
            <a:spLocks noGrp="1"/>
          </p:cNvSpPr>
          <p:nvPr>
            <p:ph type="body" sz="quarter" idx="66"/>
          </p:nvPr>
        </p:nvSpPr>
        <p:spPr/>
        <p:txBody>
          <a:bodyPr/>
          <a:lstStyle/>
          <a:p>
            <a:pPr/>
            <a:r>
              <a:rPr lang="es-ES" dirty="0">
                <a:latin typeface="Movistar Sans"/>
                <a:cs typeface="Movistar Sans"/>
              </a:rPr>
              <a:t>Ejemplo titular principal 54pt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75F1045B-54B1-C763-8305-F5BB53B7BC39}"/>
              </a:ext>
            </a:extLst>
          </p:cNvPr>
          <p:cNvSpPr>
            <a:spLocks noGrp="1"/>
          </p:cNvSpPr>
          <p:nvPr>
            <p:ph type="body" sz="quarter" idx="11"/>
          </p:nvPr>
        </p:nvSpPr>
        <p:spPr/>
        <p:txBody>
          <a:bodyPr/>
          <a:lstStyle/>
          <a:p>
            <a:pPr/>
            <a:r>
              <a:rPr lang="en-US" b="0" dirty="0" err="1">
                <a:latin typeface="Movistar Sans" pitchFamily="2" charset="77"/>
                <a:ea typeface="Movistar Sans" pitchFamily="2" charset="77"/>
              </a:rPr>
              <a:t>Ejemplo</a:t>
            </a:r>
            <a:r>
              <a:rPr lang="en-US" b="0" dirty="0">
                <a:latin typeface="Movistar Sans" pitchFamily="2" charset="77"/>
                <a:ea typeface="Movistar Sans" pitchFamily="2" charset="77"/>
              </a:rPr>
              <a:t> </a:t>
            </a:r>
            <a:r>
              <a:rPr lang="en-US" b="0" dirty="0" err="1">
                <a:latin typeface="Movistar Sans" pitchFamily="2" charset="77"/>
                <a:ea typeface="Movistar Sans" pitchFamily="2" charset="77"/>
              </a:rPr>
              <a:t>subtitular</a:t>
            </a:r>
            <a:r>
              <a:rPr lang="en-US" b="0" dirty="0">
                <a:latin typeface="Movistar Sans" pitchFamily="2" charset="77"/>
                <a:ea typeface="Movistar Sans" pitchFamily="2" charset="77"/>
              </a:rPr>
              <a:t> 14 pt</a:t>
            </a:r>
          </a:p>
          <a:p>
            <a:pPr/>
            <a:endParaRPr lang="en-US" dirty="0">
              <a:latin typeface="Movistar Sans" pitchFamily="2" charset="77"/>
              <a:ea typeface="Movistar Sans" pitchFamily="2" charset="77"/>
            </a:endParaRPr>
          </a:p>
          <a:p>
            <a:pPr/>
            <a:endParaRPr lang="en-US" dirty="0">
              <a:latin typeface="Movistar Sans" pitchFamily="2" charset="77"/>
              <a:ea typeface="Movistar Sans" pitchFamily="2" charset="77"/>
            </a:endParaRPr>
          </a:p>
        </p:txBody>
      </p:sp>
      <p:pic>
        <p:nvPicPr>
          <p:cNvPr id="7" name="Gráfico 44">
            <a:extLst>
              <a:ext uri="{FF2B5EF4-FFF2-40B4-BE49-F238E27FC236}">
                <a16:creationId xmlns:a16="http://schemas.microsoft.com/office/drawing/2014/main" id="{503B1051-9CBC-0CF6-5A13-BBD9F989EB3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1372" y="371000"/>
            <a:ext cx="1317687" cy="977639"/>
          </a:xfrm>
          <a:prstGeom prst="rect">
            <a:avLst/>
          </a:prstGeom>
        </p:spPr>
      </p:pic>
      <p:pic>
        <p:nvPicPr>
          <p:cNvPr id="9" name="Picture Placeholder 8" descr="A person lying on the ground holding a camera&#10;&#10;AI-generated content may be incorrect.">
            <a:extLst>
              <a:ext uri="{FF2B5EF4-FFF2-40B4-BE49-F238E27FC236}">
                <a16:creationId xmlns:a16="http://schemas.microsoft.com/office/drawing/2014/main" id="{9FC8446A-8EDC-721B-37FB-D9FEF74D9B52}"/>
              </a:ext>
            </a:extLst>
          </p:cNvPr>
          <p:cNvPicPr>
            <a:picLocks noGrp="1" noChangeAspect="1"/>
          </p:cNvPicPr>
          <p:nvPr>
            <p:ph type="pic" sz="quarter" idx="16"/>
          </p:nvPr>
        </p:nvPicPr>
        <p:blipFill>
          <a:blip r:embed="rId3"/>
          <a:srcRect t="14196" b="14196"/>
          <a:stretch>
            <a:fillRect/>
          </a:stretch>
        </p:blipFill>
        <p:spPr/>
      </p:pic>
    </p:spTree>
    <p:extLst>
      <p:ext uri="{BB962C8B-B14F-4D97-AF65-F5344CB8AC3E}">
        <p14:creationId xmlns:p14="http://schemas.microsoft.com/office/powerpoint/2010/main" val="17158044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EFFB3-5F1C-2340-33C3-86567387AE7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F927195-A31B-F4E0-4249-EF0184ADC005}"/>
              </a:ext>
            </a:extLst>
          </p:cNvPr>
          <p:cNvSpPr>
            <a:spLocks noGrp="1"/>
          </p:cNvSpPr>
          <p:nvPr>
            <p:ph type="body" sz="quarter" idx="66"/>
          </p:nvPr>
        </p:nvSpPr>
        <p:spPr/>
        <p:txBody>
          <a:bodyPr/>
          <a:lstStyle/>
          <a:p>
            <a:pPr/>
            <a:r>
              <a:rPr lang="es-ES" dirty="0">
                <a:latin typeface="Movistar Sans"/>
                <a:cs typeface="Movistar Sans"/>
              </a:rPr>
              <a:t>Ejemplo titular principal 54pt</a:t>
            </a:r>
            <a:endParaRPr lang="es-ES" altLang="es-ES" cap="all" dirty="0">
              <a:latin typeface="Movistar Sans"/>
              <a:cs typeface="Movistar Sans"/>
            </a:endParaRPr>
          </a:p>
        </p:txBody>
      </p:sp>
      <p:sp>
        <p:nvSpPr>
          <p:cNvPr id="3" name="Text Placeholder 2">
            <a:extLst>
              <a:ext uri="{FF2B5EF4-FFF2-40B4-BE49-F238E27FC236}">
                <a16:creationId xmlns:a16="http://schemas.microsoft.com/office/drawing/2014/main" id="{20C4FF52-E851-1214-F55F-C7E54377825F}"/>
              </a:ext>
            </a:extLst>
          </p:cNvPr>
          <p:cNvSpPr>
            <a:spLocks noGrp="1"/>
          </p:cNvSpPr>
          <p:nvPr>
            <p:ph type="body" sz="quarter" idx="11"/>
          </p:nvPr>
        </p:nvSpPr>
        <p:spPr/>
        <p:txBody>
          <a:bodyPr/>
          <a:lstStyle/>
          <a:p>
            <a:pPr/>
            <a:r>
              <a:rPr lang="en-US" b="0" dirty="0" err="1">
                <a:latin typeface="Movistar Sans" pitchFamily="2" charset="77"/>
                <a:ea typeface="Movistar Sans" pitchFamily="2" charset="77"/>
              </a:rPr>
              <a:t>Ejemplo</a:t>
            </a:r>
            <a:r>
              <a:rPr lang="en-US" b="0" dirty="0">
                <a:latin typeface="Movistar Sans" pitchFamily="2" charset="77"/>
                <a:ea typeface="Movistar Sans" pitchFamily="2" charset="77"/>
              </a:rPr>
              <a:t> </a:t>
            </a:r>
            <a:r>
              <a:rPr lang="en-US" b="0" dirty="0" err="1">
                <a:latin typeface="Movistar Sans" pitchFamily="2" charset="77"/>
                <a:ea typeface="Movistar Sans" pitchFamily="2" charset="77"/>
              </a:rPr>
              <a:t>subtitular</a:t>
            </a:r>
            <a:r>
              <a:rPr lang="en-US" b="0" dirty="0">
                <a:latin typeface="Movistar Sans" pitchFamily="2" charset="77"/>
                <a:ea typeface="Movistar Sans" pitchFamily="2" charset="77"/>
              </a:rPr>
              <a:t> 14 pt</a:t>
            </a:r>
          </a:p>
          <a:p>
            <a:pPr/>
            <a:endParaRPr lang="en-US" dirty="0">
              <a:latin typeface="Movistar Sans" pitchFamily="2" charset="77"/>
              <a:ea typeface="Movistar Sans" pitchFamily="2" charset="77"/>
            </a:endParaRPr>
          </a:p>
          <a:p>
            <a:pPr/>
            <a:endParaRPr lang="en-US" dirty="0">
              <a:latin typeface="Movistar Sans" pitchFamily="2" charset="77"/>
              <a:ea typeface="Movistar Sans" pitchFamily="2" charset="77"/>
            </a:endParaRPr>
          </a:p>
        </p:txBody>
      </p:sp>
      <p:pic>
        <p:nvPicPr>
          <p:cNvPr id="7" name="Gráfico 44">
            <a:extLst>
              <a:ext uri="{FF2B5EF4-FFF2-40B4-BE49-F238E27FC236}">
                <a16:creationId xmlns:a16="http://schemas.microsoft.com/office/drawing/2014/main" id="{FD346A7C-448F-6161-5C57-7F322058360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31372" y="371000"/>
            <a:ext cx="1317687" cy="977639"/>
          </a:xfrm>
          <a:prstGeom prst="rect">
            <a:avLst/>
          </a:prstGeom>
        </p:spPr>
      </p:pic>
      <p:pic>
        <p:nvPicPr>
          <p:cNvPr id="12" name="Picture Placeholder 11" descr="A person writing on a tablet&#10;&#10;AI-generated content may be incorrect.">
            <a:extLst>
              <a:ext uri="{FF2B5EF4-FFF2-40B4-BE49-F238E27FC236}">
                <a16:creationId xmlns:a16="http://schemas.microsoft.com/office/drawing/2014/main" id="{7043A562-9E8A-03AB-4E0F-F81295FE2C7B}"/>
              </a:ext>
            </a:extLst>
          </p:cNvPr>
          <p:cNvPicPr>
            <a:picLocks noGrp="1" noChangeAspect="1"/>
          </p:cNvPicPr>
          <p:nvPr>
            <p:ph type="pic" sz="quarter" idx="16"/>
          </p:nvPr>
        </p:nvPicPr>
        <p:blipFill>
          <a:blip r:embed="rId3"/>
          <a:srcRect t="14206" b="14206"/>
          <a:stretch>
            <a:fillRect/>
          </a:stretch>
        </p:blipFill>
        <p:spPr/>
      </p:pic>
    </p:spTree>
    <p:extLst>
      <p:ext uri="{BB962C8B-B14F-4D97-AF65-F5344CB8AC3E}">
        <p14:creationId xmlns:p14="http://schemas.microsoft.com/office/powerpoint/2010/main" val="38679803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56FD2-4BF0-6EF8-A006-9C97F3071FB3}"/>
            </a:ext>
          </a:extLst>
        </p:cNvPr>
        <p:cNvGrpSpPr/>
        <p:nvPr/>
      </p:nvGrpSpPr>
      <p:grpSpPr>
        <a:xfrm>
          <a:off x="0" y="0"/>
          <a:ext cx="0" cy="0"/>
          <a:chOff x="0" y="0"/>
          <a:chExt cx="0" cy="0"/>
        </a:xfrm>
      </p:grpSpPr>
      <p:pic>
        <p:nvPicPr>
          <p:cNvPr id="6" name="imagen">
            <a:extLst>
              <a:ext uri="{FF2B5EF4-FFF2-40B4-BE49-F238E27FC236}">
                <a16:creationId xmlns:a16="http://schemas.microsoft.com/office/drawing/2014/main" id="{08481E2A-CCA3-233A-83BD-30E1A20FBC1C}"/>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p:blipFill>
        <p:spPr/>
      </p:pic>
      <p:sp>
        <p:nvSpPr>
          <p:cNvPr id="2" name="titulo">
            <a:extLst>
              <a:ext uri="{FF2B5EF4-FFF2-40B4-BE49-F238E27FC236}">
                <a16:creationId xmlns:a16="http://schemas.microsoft.com/office/drawing/2014/main" id="{46FFF5E4-94BB-FDB9-A816-9325E02A0949}"/>
              </a:ext>
            </a:extLst>
          </p:cNvPr>
          <p:cNvSpPr>
            <a:spLocks noGrp="1"/>
          </p:cNvSpPr>
          <p:nvPr>
            <p:ph type="ctrTitle"/>
          </p:nvPr>
        </p:nvSpPr>
        <p:spPr/>
        <p:txBody>
          <a:bodyPr>
            <a:normAutofit/>
          </a:bodyPr>
          <a:lstStyle/>
          <a:p>
            <a:pPr/>
            <a:r>
              <a:t>Título de sección compuesto en dos líneas</a:t>
            </a:r>
          </a:p>
        </p:txBody>
      </p:sp>
      <p:sp>
        <p:nvSpPr>
          <p:cNvPr id="3" name="subtitulo">
            <a:extLst>
              <a:ext uri="{FF2B5EF4-FFF2-40B4-BE49-F238E27FC236}">
                <a16:creationId xmlns:a16="http://schemas.microsoft.com/office/drawing/2014/main" id="{EB9E3EF7-618E-79B6-4F47-637A862F98A1}"/>
              </a:ext>
            </a:extLst>
          </p:cNvPr>
          <p:cNvSpPr>
            <a:spLocks noGrp="1"/>
          </p:cNvSpPr>
          <p:nvPr>
            <p:ph type="subTitle" idx="1"/>
          </p:nvPr>
        </p:nvSpPr>
        <p:spPr>
          <a:solidFill>
            <a:schemeClr val="bg1"/>
          </a:solidFill>
        </p:spPr>
        <p:txBody>
          <a:bodyPr/>
          <a:lstStyle/>
          <a:p>
            <a:pPr/>
            <a:r>
              <a:rPr lang="es-ES" dirty="0"/>
              <a:t>Madrid, España </a:t>
            </a:r>
            <a:r>
              <a:rPr lang="es-ES" dirty="0">
                <a:solidFill>
                  <a:schemeClr val="tx1">
                    <a:lumMod val="50000"/>
                    <a:lumOff val="50000"/>
                  </a:schemeClr>
                </a:solidFill>
              </a:rPr>
              <a:t>  l   </a:t>
            </a:r>
            <a:r>
              <a:rPr lang="es-ES" dirty="0"/>
              <a:t>Departamento</a:t>
            </a:r>
          </a:p>
        </p:txBody>
      </p:sp>
      <p:pic>
        <p:nvPicPr>
          <p:cNvPr id="5" name="Gráfico 4">
            <a:extLst>
              <a:ext uri="{FF2B5EF4-FFF2-40B4-BE49-F238E27FC236}">
                <a16:creationId xmlns:a16="http://schemas.microsoft.com/office/drawing/2014/main" id="{A37D2E7F-E27E-B6B8-43F1-F9322C7A825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69100" y="6095384"/>
            <a:ext cx="738639" cy="205764"/>
          </a:xfrm>
          <a:prstGeom prst="rect">
            <a:avLst/>
          </a:prstGeom>
        </p:spPr>
      </p:pic>
    </p:spTree>
    <p:extLst>
      <p:ext uri="{BB962C8B-B14F-4D97-AF65-F5344CB8AC3E}">
        <p14:creationId xmlns:p14="http://schemas.microsoft.com/office/powerpoint/2010/main" val="24737090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DF2DB5-53B0-EA37-26EE-13A364E538D6}"/>
            </a:ext>
          </a:extLst>
        </p:cNvPr>
        <p:cNvGrpSpPr/>
        <p:nvPr/>
      </p:nvGrpSpPr>
      <p:grpSpPr>
        <a:xfrm>
          <a:off x="0" y="0"/>
          <a:ext cx="0" cy="0"/>
          <a:chOff x="0" y="0"/>
          <a:chExt cx="0" cy="0"/>
        </a:xfrm>
      </p:grpSpPr>
      <p:pic>
        <p:nvPicPr>
          <p:cNvPr id="6" name="imagen">
            <a:extLst>
              <a:ext uri="{FF2B5EF4-FFF2-40B4-BE49-F238E27FC236}">
                <a16:creationId xmlns:a16="http://schemas.microsoft.com/office/drawing/2014/main" id="{8F9CDA79-6258-6212-EE5E-AAFAF7525FF9}"/>
              </a:ext>
            </a:extLst>
          </p:cNvPr>
          <p:cNvPicPr>
            <a:picLocks noGrp="1" noChangeAspect="1"/>
          </p:cNvPicPr>
          <p:nvPr>
            <p:ph type="pic" sz="quarter" idx="10"/>
          </p:nvPr>
        </p:nvPicPr>
        <p:blipFill>
          <a:blip r:embed="rId2" cstate="email">
            <a:extLst>
              <a:ext uri="{28A0092B-C50C-407E-A947-70E740481C1C}">
                <a14:useLocalDpi xmlns:a14="http://schemas.microsoft.com/office/drawing/2010/main"/>
              </a:ext>
            </a:extLst>
          </a:blip>
          <a:srcRect/>
          <a:stretch/>
        </p:blipFill>
        <p:spPr/>
      </p:pic>
      <p:sp>
        <p:nvSpPr>
          <p:cNvPr id="2" name="titulo">
            <a:extLst>
              <a:ext uri="{FF2B5EF4-FFF2-40B4-BE49-F238E27FC236}">
                <a16:creationId xmlns:a16="http://schemas.microsoft.com/office/drawing/2014/main" id="{A800FF8E-2511-BB26-638D-54B1FEF7A0FE}"/>
              </a:ext>
            </a:extLst>
          </p:cNvPr>
          <p:cNvSpPr>
            <a:spLocks noGrp="1"/>
          </p:cNvSpPr>
          <p:nvPr>
            <p:ph type="ctrTitle"/>
          </p:nvPr>
        </p:nvSpPr>
        <p:spPr/>
        <p:txBody>
          <a:bodyPr>
            <a:normAutofit/>
          </a:bodyPr>
          <a:lstStyle/>
          <a:p>
            <a:pPr/>
            <a:r>
              <a:t>Título de sección compuesto en dos líneas</a:t>
            </a:r>
          </a:p>
        </p:txBody>
      </p:sp>
      <p:sp>
        <p:nvSpPr>
          <p:cNvPr id="3" name="subtitulo">
            <a:extLst>
              <a:ext uri="{FF2B5EF4-FFF2-40B4-BE49-F238E27FC236}">
                <a16:creationId xmlns:a16="http://schemas.microsoft.com/office/drawing/2014/main" id="{8E3E7359-11B0-C7E8-CAA5-E349516A9687}"/>
              </a:ext>
            </a:extLst>
          </p:cNvPr>
          <p:cNvSpPr>
            <a:spLocks noGrp="1"/>
          </p:cNvSpPr>
          <p:nvPr>
            <p:ph type="subTitle" idx="1"/>
          </p:nvPr>
        </p:nvSpPr>
        <p:spPr>
          <a:solidFill>
            <a:schemeClr val="bg1"/>
          </a:solidFill>
        </p:spPr>
        <p:txBody>
          <a:bodyPr/>
          <a:lstStyle/>
          <a:p>
            <a:pPr/>
            <a:r>
              <a:rPr lang="es-ES" dirty="0"/>
              <a:t>Subtítulo de presentación</a:t>
            </a:r>
          </a:p>
        </p:txBody>
      </p:sp>
      <p:sp>
        <p:nvSpPr>
          <p:cNvPr id="4" name="Text Placeholder 3">
            <a:extLst>
              <a:ext uri="{FF2B5EF4-FFF2-40B4-BE49-F238E27FC236}">
                <a16:creationId xmlns:a16="http://schemas.microsoft.com/office/drawing/2014/main" id="{E8714128-BE02-6E14-8825-488231B5C77F}"/>
              </a:ext>
            </a:extLst>
          </p:cNvPr>
          <p:cNvSpPr>
            <a:spLocks noGrp="1"/>
          </p:cNvSpPr>
          <p:nvPr>
            <p:ph type="body" sz="quarter" idx="31"/>
          </p:nvPr>
        </p:nvSpPr>
        <p:spPr/>
        <p:txBody>
          <a:bodyPr/>
          <a:lstStyle/>
          <a:p>
            <a:pPr/>
          </a:p>
        </p:txBody>
      </p:sp>
    </p:spTree>
    <p:extLst>
      <p:ext uri="{BB962C8B-B14F-4D97-AF65-F5344CB8AC3E}">
        <p14:creationId xmlns:p14="http://schemas.microsoft.com/office/powerpoint/2010/main" val="1883012943"/>
      </p:ext>
    </p:extLst>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ctrTitle"/>
          </p:nvPr>
        </p:nvSpPr>
        <p:spPr/>
        <p:txBody>
          <a:bodyPr/>
          <a:lstStyle/>
          <a:p>
            <a:pPr/>
            <a:r>
              <a:t>Título de sección</a:t>
            </a:r>
          </a:p>
        </p:txBody>
      </p:sp>
      <p:sp>
        <p:nvSpPr>
          <p:cNvPr id="3" name="Text Placeholder 2"/>
          <p:cNvSpPr>
            <a:spLocks noGrp="1"/>
          </p:cNvSpPr>
          <p:nvPr>
            <p:ph type="body" idx="31" sz="quarter"/>
          </p:nvPr>
        </p:nvSpPr>
        <p:spPr/>
        <p:txBody>
          <a:bodyPr/>
          <a:lstStyle/>
          <a:p>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ctrTitle"/>
          </p:nvPr>
        </p:nvSpPr>
        <p:spPr/>
        <p:txBody>
          <a:bodyPr/>
          <a:lstStyle/>
          <a:p>
            <a:pPr/>
            <a:r>
              <a:t>Título de sección</a:t>
            </a:r>
          </a:p>
        </p:txBody>
      </p:sp>
      <p:sp>
        <p:nvSpPr>
          <p:cNvPr id="3" name="subtitulo"/>
          <p:cNvSpPr>
            <a:spLocks noGrp="1"/>
          </p:cNvSpPr>
          <p:nvPr>
            <p:ph type="subTitle" idx="1"/>
          </p:nvPr>
        </p:nvSpPr>
        <p:spPr/>
        <p:txBody>
          <a:bodyPr/>
          <a:lstStyle/>
          <a:p>
            <a:pPr/>
            <a:r>
              <a:t>Bajada que amplía el titular en una</a:t>
            </a:r>
          </a:p>
        </p:txBody>
      </p:sp>
      <p:sp>
        <p:nvSpPr>
          <p:cNvPr id="4" name="Text Placeholder 3"/>
          <p:cNvSpPr>
            <a:spLocks noGrp="1"/>
          </p:cNvSpPr>
          <p:nvPr>
            <p:ph type="body" idx="31" sz="quarter"/>
          </p:nvPr>
        </p:nvSpPr>
        <p:spPr/>
        <p:txBody>
          <a:bodyPr/>
          <a:lstStyle/>
          <a:p>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ctrTitle"/>
          </p:nvPr>
        </p:nvSpPr>
        <p:spPr/>
        <p:txBody>
          <a:bodyPr/>
          <a:lstStyle/>
          <a:p>
            <a:pPr/>
            <a:r>
              <a:t>Título de sección</a:t>
            </a:r>
          </a:p>
        </p:txBody>
      </p:sp>
      <p:sp>
        <p:nvSpPr>
          <p:cNvPr id="3" name="subtitulo"/>
          <p:cNvSpPr>
            <a:spLocks noGrp="1"/>
          </p:cNvSpPr>
          <p:nvPr>
            <p:ph type="subTitle" idx="1"/>
          </p:nvPr>
        </p:nvSpPr>
        <p:spPr/>
        <p:txBody>
          <a:bodyPr/>
          <a:lstStyle/>
          <a:p>
            <a:pPr/>
            <a:r>
              <a:t>Bajada que amplía el titular en una</a:t>
            </a:r>
          </a:p>
        </p:txBody>
      </p:sp>
      <p:sp>
        <p:nvSpPr>
          <p:cNvPr id="4" name="Text Placeholder 3"/>
          <p:cNvSpPr>
            <a:spLocks noGrp="1"/>
          </p:cNvSpPr>
          <p:nvPr>
            <p:ph type="body" idx="31" sz="quarter"/>
          </p:nvPr>
        </p:nvSpPr>
        <p:spPr/>
        <p:txBody>
          <a:bodyPr/>
          <a:lstStyle/>
          <a:p>
            <a:p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ctrTitle"/>
          </p:nvPr>
        </p:nvSpPr>
        <p:spPr/>
        <p:txBody>
          <a:bodyPr/>
          <a:lstStyle/>
          <a:p>
            <a:pPr/>
            <a:r>
              <a:t>Título de sección</a:t>
            </a:r>
          </a:p>
        </p:txBody>
      </p:sp>
      <p:sp>
        <p:nvSpPr>
          <p:cNvPr id="3" name="subtitulo"/>
          <p:cNvSpPr>
            <a:spLocks noGrp="1"/>
          </p:cNvSpPr>
          <p:nvPr>
            <p:ph type="subTitle" idx="1"/>
          </p:nvPr>
        </p:nvSpPr>
        <p:spPr/>
        <p:txBody>
          <a:bodyPr/>
          <a:lstStyle/>
          <a:p>
            <a:pPr/>
            <a:r>
              <a:t>Bajada que amplía el titular en una</a:t>
            </a:r>
          </a:p>
        </p:txBody>
      </p:sp>
      <p:sp>
        <p:nvSpPr>
          <p:cNvPr id="4" name="Text Placeholder 3"/>
          <p:cNvSpPr>
            <a:spLocks noGrp="1"/>
          </p:cNvSpPr>
          <p:nvPr>
            <p:ph type="body" idx="31" sz="quarter"/>
          </p:nvPr>
        </p:nvSpPr>
        <p:spPr/>
        <p:txBody>
          <a:bodyPr/>
          <a:lstStyle/>
          <a:p>
            <a:p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ctrTitle"/>
          </p:nvPr>
        </p:nvSpPr>
        <p:spPr/>
        <p:txBody>
          <a:bodyPr/>
          <a:lstStyle/>
          <a:p>
            <a:pPr/>
            <a:r>
              <a:t>Título de sección</a:t>
            </a:r>
          </a:p>
        </p:txBody>
      </p:sp>
      <p:sp>
        <p:nvSpPr>
          <p:cNvPr id="3" name="subtitulo"/>
          <p:cNvSpPr>
            <a:spLocks noGrp="1"/>
          </p:cNvSpPr>
          <p:nvPr>
            <p:ph type="subTitle" idx="1"/>
          </p:nvPr>
        </p:nvSpPr>
        <p:spPr/>
        <p:txBody>
          <a:bodyPr/>
          <a:lstStyle/>
          <a:p>
            <a:pPr/>
            <a:r>
              <a:t>Bajada que amplía el titular en una</a:t>
            </a:r>
          </a:p>
        </p:txBody>
      </p:sp>
      <p:sp>
        <p:nvSpPr>
          <p:cNvPr id="4" name="Text Placeholder 3"/>
          <p:cNvSpPr>
            <a:spLocks noGrp="1"/>
          </p:cNvSpPr>
          <p:nvPr>
            <p:ph type="body" idx="31" sz="quarter"/>
          </p:nvPr>
        </p:nvSpPr>
        <p:spPr/>
        <p:txBody>
          <a:bodyPr/>
          <a:lstStyle/>
          <a:p>
            <a:p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ctrTitle"/>
          </p:nvPr>
        </p:nvSpPr>
        <p:spPr/>
        <p:txBody>
          <a:bodyPr/>
          <a:lstStyle/>
          <a:p>
            <a:pPr/>
            <a:r>
              <a:rPr>
                <a:solidFill>
                  <a:srgbClr val="262423"/>
                </a:solidFill>
              </a:rPr>
              <a:t>Título de sección</a:t>
            </a:r>
          </a:p>
        </p:txBody>
      </p:sp>
      <p:sp>
        <p:nvSpPr>
          <p:cNvPr id="3" name="subtitulo"/>
          <p:cNvSpPr>
            <a:spLocks noGrp="1"/>
          </p:cNvSpPr>
          <p:nvPr>
            <p:ph type="subTitle" idx="1"/>
          </p:nvPr>
        </p:nvSpPr>
        <p:spPr/>
        <p:txBody>
          <a:bodyPr/>
          <a:lstStyle/>
          <a:p>
            <a:pPr/>
            <a:r>
              <a:rPr>
                <a:solidFill>
                  <a:srgbClr val="262423"/>
                </a:solidFill>
              </a:rPr>
              <a:t>Bajada que amplía el titular en una</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ctrTitle"/>
          </p:nvPr>
        </p:nvSpPr>
        <p:spPr/>
        <p:txBody>
          <a:bodyPr/>
          <a:lstStyle/>
          <a:p>
            <a:pPr/>
            <a:r>
              <a:t>Título de sección</a:t>
            </a:r>
          </a:p>
        </p:txBody>
      </p:sp>
      <p:sp>
        <p:nvSpPr>
          <p:cNvPr id="3" name="subtitulo"/>
          <p:cNvSpPr>
            <a:spLocks noGrp="1"/>
          </p:cNvSpPr>
          <p:nvPr>
            <p:ph type="subTitle" idx="1"/>
          </p:nvPr>
        </p:nvSpPr>
        <p:spPr/>
        <p:txBody>
          <a:bodyPr/>
          <a:lstStyle/>
          <a:p>
            <a:pPr/>
            <a:r>
              <a:t>Bajada que amplía el titular en una</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10" sz="quarter"/>
          </p:nvPr>
        </p:nvPicPr>
        <p:blipFill>
          <a:blip r:embed="rId2"/>
          <a:srcRect l="28289" r="28289"/>
          <a:stretch>
            <a:fillRect/>
          </a:stretch>
        </p:blipFill>
        <p:spPr/>
      </p:pic>
      <p:sp>
        <p:nvSpPr>
          <p:cNvPr id="3" name="titulo"/>
          <p:cNvSpPr>
            <a:spLocks noGrp="1"/>
          </p:cNvSpPr>
          <p:nvPr>
            <p:ph type="ctrTitle"/>
          </p:nvPr>
        </p:nvSpPr>
        <p:spPr/>
        <p:txBody>
          <a:bodyPr/>
          <a:lstStyle/>
          <a:p>
            <a:pPr/>
            <a:r>
              <a:t>Título de sección</a:t>
            </a:r>
          </a:p>
        </p:txBody>
      </p:sp>
      <p:sp>
        <p:nvSpPr>
          <p:cNvPr id="4" name="subtitulo"/>
          <p:cNvSpPr>
            <a:spLocks noGrp="1"/>
          </p:cNvSpPr>
          <p:nvPr>
            <p:ph type="subTitle" idx="1"/>
          </p:nvPr>
        </p:nvSpPr>
        <p:spPr/>
        <p:txBody>
          <a:bodyPr/>
          <a:lstStyle/>
          <a:p>
            <a:pPr/>
            <a:r>
              <a:t>Bajada que amplía el titular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10" sz="quarter"/>
          </p:nvPr>
        </p:nvPicPr>
        <p:blipFill>
          <a:blip r:embed="rId2"/>
          <a:srcRect l="28289" r="28289"/>
          <a:stretch>
            <a:fillRect/>
          </a:stretch>
        </p:blipFill>
        <p:spPr/>
      </p:pic>
      <p:sp>
        <p:nvSpPr>
          <p:cNvPr id="3" name="titulo"/>
          <p:cNvSpPr>
            <a:spLocks noGrp="1"/>
          </p:cNvSpPr>
          <p:nvPr>
            <p:ph type="ctrTitle"/>
          </p:nvPr>
        </p:nvSpPr>
        <p:spPr/>
        <p:txBody>
          <a:bodyPr/>
          <a:lstStyle/>
          <a:p>
            <a:pPr/>
            <a:r>
              <a:t>Título de sección</a:t>
            </a:r>
          </a:p>
        </p:txBody>
      </p:sp>
      <p:sp>
        <p:nvSpPr>
          <p:cNvPr id="4" name="subtitulo"/>
          <p:cNvSpPr>
            <a:spLocks noGrp="1"/>
          </p:cNvSpPr>
          <p:nvPr>
            <p:ph type="subTitle" idx="1"/>
          </p:nvPr>
        </p:nvSpPr>
        <p:spPr/>
        <p:txBody>
          <a:bodyPr/>
          <a:lstStyle/>
          <a:p>
            <a:pPr/>
            <a:r>
              <a:t>Bajada que amplía el titular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10" sz="quarter"/>
          </p:nvPr>
        </p:nvPicPr>
        <p:blipFill>
          <a:blip r:embed="rId2"/>
          <a:srcRect l="1515" r="1515"/>
          <a:stretch>
            <a:fillRect/>
          </a:stretch>
        </p:blipFill>
        <p:spPr/>
      </p:pic>
      <p:sp>
        <p:nvSpPr>
          <p:cNvPr id="3" name="titulo"/>
          <p:cNvSpPr>
            <a:spLocks noGrp="1"/>
          </p:cNvSpPr>
          <p:nvPr>
            <p:ph type="ctrTitle"/>
          </p:nvPr>
        </p:nvSpPr>
        <p:spPr/>
        <p:txBody>
          <a:bodyPr/>
          <a:lstStyle/>
          <a:p>
            <a:pPr/>
            <a:r>
              <a:t>Título de sección compuesto en</a:t>
            </a:r>
          </a:p>
        </p:txBody>
      </p:sp>
      <p:sp>
        <p:nvSpPr>
          <p:cNvPr id="4" name="subtitulo"/>
          <p:cNvSpPr>
            <a:spLocks noGrp="1"/>
          </p:cNvSpPr>
          <p:nvPr>
            <p:ph type="subTitle" idx="1"/>
          </p:nvPr>
        </p:nvSpPr>
        <p:spPr/>
        <p:txBody>
          <a:bodyPr/>
          <a:lstStyle/>
          <a:p>
            <a:pPr/>
            <a:r>
              <a:t>Bajada que amplía el</a:t>
            </a:r>
          </a:p>
        </p:txBody>
      </p:sp>
      <p:sp>
        <p:nvSpPr>
          <p:cNvPr id="5" name="Text Placeholder 4"/>
          <p:cNvSpPr>
            <a:spLocks noGrp="1"/>
          </p:cNvSpPr>
          <p:nvPr>
            <p:ph type="body" idx="31" sz="quarter"/>
          </p:nvPr>
        </p:nvSpPr>
        <p:spPr/>
        <p:txBody>
          <a:bodyPr/>
          <a:lstStyle/>
          <a:p>
            <a:p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2D4C2F7-D543-05D0-7F72-0163A80CD2D5}"/>
              </a:ext>
            </a:extLst>
          </p:cNvPr>
          <p:cNvSpPr>
            <a:spLocks noGrp="1"/>
          </p:cNvSpPr>
          <p:nvPr>
            <p:ph type="body" sz="quarter" idx="10"/>
          </p:nvPr>
        </p:nvSpPr>
        <p:spPr/>
        <p:txBody>
          <a:bodyPr>
            <a:normAutofit lnSpcReduction="10000"/>
          </a:bodyPr>
          <a:lstStyle/>
          <a:p>
            <a:pPr/>
            <a:r>
              <a:rPr lang="en-US" dirty="0" err="1"/>
              <a:t>Subtitulo</a:t>
            </a:r>
            <a:r>
              <a:rPr lang="en-US" dirty="0"/>
              <a:t> del </a:t>
            </a:r>
            <a:r>
              <a:rPr lang="en-US" dirty="0" err="1"/>
              <a:t>capítulo</a:t>
            </a:r>
            <a:endParaRPr lang="en-US" dirty="0"/>
          </a:p>
          <a:p>
            <a:pPr/>
            <a:endParaRPr lang="en-US" dirty="0"/>
          </a:p>
        </p:txBody>
      </p:sp>
      <p:sp>
        <p:nvSpPr>
          <p:cNvPr id="3" name="Text Placeholder 2">
            <a:extLst>
              <a:ext uri="{FF2B5EF4-FFF2-40B4-BE49-F238E27FC236}">
                <a16:creationId xmlns:a16="http://schemas.microsoft.com/office/drawing/2014/main" id="{BE1C0025-08FB-4910-C14B-12197BFBF37A}"/>
              </a:ext>
            </a:extLst>
          </p:cNvPr>
          <p:cNvSpPr>
            <a:spLocks noGrp="1"/>
          </p:cNvSpPr>
          <p:nvPr>
            <p:ph type="body" sz="quarter" idx="12"/>
          </p:nvPr>
        </p:nvSpPr>
        <p:spPr/>
        <p:txBody>
          <a:bodyPr/>
          <a:lstStyle/>
          <a:p>
            <a:pPr/>
            <a:endParaRPr lang="en-US"/>
          </a:p>
        </p:txBody>
      </p:sp>
      <p:sp>
        <p:nvSpPr>
          <p:cNvPr id="4" name="Text Placeholder 3">
            <a:extLst>
              <a:ext uri="{FF2B5EF4-FFF2-40B4-BE49-F238E27FC236}">
                <a16:creationId xmlns:a16="http://schemas.microsoft.com/office/drawing/2014/main" id="{8B691163-988B-7DBB-2B89-68A15778F662}"/>
              </a:ext>
            </a:extLst>
          </p:cNvPr>
          <p:cNvSpPr>
            <a:spLocks noGrp="1"/>
          </p:cNvSpPr>
          <p:nvPr>
            <p:ph type="body" sz="quarter" idx="45"/>
          </p:nvPr>
        </p:nvSpPr>
        <p:spPr/>
        <p:txBody>
          <a:bodyPr>
            <a:normAutofit lnSpcReduction="10000"/>
          </a:bodyPr>
          <a:lstStyle/>
          <a:p>
            <a:pPr/>
            <a:r>
              <a:rPr lang="es-ES" dirty="0">
                <a:solidFill>
                  <a:srgbClr val="242933"/>
                </a:solidFill>
              </a:rPr>
              <a:t>Nombre del capítulo</a:t>
            </a:r>
          </a:p>
          <a:p>
            <a:pPr/>
            <a:endParaRPr lang="en-US" dirty="0"/>
          </a:p>
        </p:txBody>
      </p:sp>
      <p:sp>
        <p:nvSpPr>
          <p:cNvPr id="5" name="Text Placeholder 4">
            <a:extLst>
              <a:ext uri="{FF2B5EF4-FFF2-40B4-BE49-F238E27FC236}">
                <a16:creationId xmlns:a16="http://schemas.microsoft.com/office/drawing/2014/main" id="{D375F069-CA7D-A586-E4C2-6F509DE94F30}"/>
              </a:ext>
            </a:extLst>
          </p:cNvPr>
          <p:cNvSpPr>
            <a:spLocks noGrp="1"/>
          </p:cNvSpPr>
          <p:nvPr>
            <p:ph type="body" sz="quarter" idx="67"/>
          </p:nvPr>
        </p:nvSpPr>
        <p:spPr/>
        <p:txBody>
          <a:bodyPr>
            <a:normAutofit lnSpcReduction="10000"/>
          </a:bodyPr>
          <a:lstStyle/>
          <a:p>
            <a:pPr/>
            <a:r>
              <a:rPr lang="en-US" dirty="0" err="1"/>
              <a:t>Subtitulo</a:t>
            </a:r>
            <a:r>
              <a:rPr lang="en-US" dirty="0"/>
              <a:t> del </a:t>
            </a:r>
            <a:r>
              <a:rPr lang="en-US" dirty="0" err="1"/>
              <a:t>capítulo</a:t>
            </a:r>
            <a:endParaRPr lang="en-US" dirty="0"/>
          </a:p>
        </p:txBody>
      </p:sp>
      <p:sp>
        <p:nvSpPr>
          <p:cNvPr id="6" name="Text Placeholder 5">
            <a:extLst>
              <a:ext uri="{FF2B5EF4-FFF2-40B4-BE49-F238E27FC236}">
                <a16:creationId xmlns:a16="http://schemas.microsoft.com/office/drawing/2014/main" id="{EF97B78A-A334-7277-9EA7-026F54F254EC}"/>
              </a:ext>
            </a:extLst>
          </p:cNvPr>
          <p:cNvSpPr>
            <a:spLocks noGrp="1"/>
          </p:cNvSpPr>
          <p:nvPr>
            <p:ph type="body" sz="quarter" idx="68"/>
          </p:nvPr>
        </p:nvSpPr>
        <p:spPr/>
        <p:txBody>
          <a:bodyPr/>
          <a:lstStyle/>
          <a:p>
            <a:pPr/>
            <a:endParaRPr lang="en-US"/>
          </a:p>
        </p:txBody>
      </p:sp>
      <p:sp>
        <p:nvSpPr>
          <p:cNvPr id="7" name="Text Placeholder 6">
            <a:extLst>
              <a:ext uri="{FF2B5EF4-FFF2-40B4-BE49-F238E27FC236}">
                <a16:creationId xmlns:a16="http://schemas.microsoft.com/office/drawing/2014/main" id="{873D1E6E-AAA9-8C41-723E-73CD46C16DE3}"/>
              </a:ext>
            </a:extLst>
          </p:cNvPr>
          <p:cNvSpPr>
            <a:spLocks noGrp="1"/>
          </p:cNvSpPr>
          <p:nvPr>
            <p:ph type="body" sz="quarter" idx="69"/>
          </p:nvPr>
        </p:nvSpPr>
        <p:spPr/>
        <p:txBody>
          <a:bodyPr>
            <a:normAutofit lnSpcReduction="10000"/>
          </a:bodyPr>
          <a:lstStyle/>
          <a:p>
            <a:pPr/>
            <a:r>
              <a:rPr lang="es-ES" dirty="0">
                <a:solidFill>
                  <a:srgbClr val="242933"/>
                </a:solidFill>
              </a:rPr>
              <a:t>Nombre del capítulo</a:t>
            </a:r>
          </a:p>
          <a:p>
            <a:pPr/>
            <a:endParaRPr lang="en-US" dirty="0"/>
          </a:p>
        </p:txBody>
      </p:sp>
      <p:sp>
        <p:nvSpPr>
          <p:cNvPr id="8" name="Text Placeholder 7">
            <a:extLst>
              <a:ext uri="{FF2B5EF4-FFF2-40B4-BE49-F238E27FC236}">
                <a16:creationId xmlns:a16="http://schemas.microsoft.com/office/drawing/2014/main" id="{275288DC-D3C2-C8ED-A83B-6219BE58008D}"/>
              </a:ext>
            </a:extLst>
          </p:cNvPr>
          <p:cNvSpPr>
            <a:spLocks noGrp="1"/>
          </p:cNvSpPr>
          <p:nvPr>
            <p:ph type="body" sz="quarter" idx="70"/>
          </p:nvPr>
        </p:nvSpPr>
        <p:spPr/>
        <p:txBody>
          <a:bodyPr>
            <a:normAutofit lnSpcReduction="10000"/>
          </a:bodyPr>
          <a:lstStyle/>
          <a:p>
            <a:pPr/>
            <a:r>
              <a:rPr lang="en-US" dirty="0" err="1"/>
              <a:t>Subtitulo</a:t>
            </a:r>
            <a:r>
              <a:rPr lang="en-US" dirty="0"/>
              <a:t> del </a:t>
            </a:r>
            <a:r>
              <a:rPr lang="en-US" dirty="0" err="1"/>
              <a:t>capítulo</a:t>
            </a:r>
            <a:endParaRPr lang="en-US" dirty="0"/>
          </a:p>
        </p:txBody>
      </p:sp>
      <p:sp>
        <p:nvSpPr>
          <p:cNvPr id="9" name="Text Placeholder 8">
            <a:extLst>
              <a:ext uri="{FF2B5EF4-FFF2-40B4-BE49-F238E27FC236}">
                <a16:creationId xmlns:a16="http://schemas.microsoft.com/office/drawing/2014/main" id="{635E5AFD-7CE0-E5FF-A187-ABBABC66895A}"/>
              </a:ext>
            </a:extLst>
          </p:cNvPr>
          <p:cNvSpPr>
            <a:spLocks noGrp="1"/>
          </p:cNvSpPr>
          <p:nvPr>
            <p:ph type="body" sz="quarter" idx="71"/>
          </p:nvPr>
        </p:nvSpPr>
        <p:spPr/>
        <p:txBody>
          <a:bodyPr/>
          <a:lstStyle/>
          <a:p>
            <a:pPr/>
            <a:endParaRPr lang="en-US"/>
          </a:p>
        </p:txBody>
      </p:sp>
      <p:sp>
        <p:nvSpPr>
          <p:cNvPr id="10" name="Text Placeholder 9">
            <a:extLst>
              <a:ext uri="{FF2B5EF4-FFF2-40B4-BE49-F238E27FC236}">
                <a16:creationId xmlns:a16="http://schemas.microsoft.com/office/drawing/2014/main" id="{9F1C1D39-EA23-03D6-6ADF-3C384D6A5DC4}"/>
              </a:ext>
            </a:extLst>
          </p:cNvPr>
          <p:cNvSpPr>
            <a:spLocks noGrp="1"/>
          </p:cNvSpPr>
          <p:nvPr>
            <p:ph type="body" sz="quarter" idx="72"/>
          </p:nvPr>
        </p:nvSpPr>
        <p:spPr/>
        <p:txBody>
          <a:bodyPr>
            <a:normAutofit lnSpcReduction="10000"/>
          </a:bodyPr>
          <a:lstStyle/>
          <a:p>
            <a:pPr/>
            <a:r>
              <a:rPr lang="es-ES" dirty="0">
                <a:solidFill>
                  <a:srgbClr val="242933"/>
                </a:solidFill>
              </a:rPr>
              <a:t>Nombre del capítulo</a:t>
            </a:r>
          </a:p>
          <a:p>
            <a:pPr/>
            <a:endParaRPr lang="en-US" dirty="0"/>
          </a:p>
        </p:txBody>
      </p:sp>
      <p:sp>
        <p:nvSpPr>
          <p:cNvPr id="11" name="Text Placeholder 10">
            <a:extLst>
              <a:ext uri="{FF2B5EF4-FFF2-40B4-BE49-F238E27FC236}">
                <a16:creationId xmlns:a16="http://schemas.microsoft.com/office/drawing/2014/main" id="{24E76795-9328-2ABD-634C-C3BA30F47332}"/>
              </a:ext>
            </a:extLst>
          </p:cNvPr>
          <p:cNvSpPr>
            <a:spLocks noGrp="1"/>
          </p:cNvSpPr>
          <p:nvPr>
            <p:ph type="body" sz="quarter" idx="73"/>
          </p:nvPr>
        </p:nvSpPr>
        <p:spPr/>
        <p:txBody>
          <a:bodyPr>
            <a:normAutofit lnSpcReduction="10000"/>
          </a:bodyPr>
          <a:lstStyle/>
          <a:p>
            <a:pPr/>
            <a:r>
              <a:rPr lang="en-US" dirty="0" err="1"/>
              <a:t>Subtitulo</a:t>
            </a:r>
            <a:r>
              <a:rPr lang="en-US" dirty="0"/>
              <a:t> del </a:t>
            </a:r>
            <a:r>
              <a:rPr lang="en-US" dirty="0" err="1"/>
              <a:t>capítulo</a:t>
            </a:r>
            <a:endParaRPr lang="en-US" dirty="0"/>
          </a:p>
        </p:txBody>
      </p:sp>
      <p:sp>
        <p:nvSpPr>
          <p:cNvPr id="12" name="Text Placeholder 11">
            <a:extLst>
              <a:ext uri="{FF2B5EF4-FFF2-40B4-BE49-F238E27FC236}">
                <a16:creationId xmlns:a16="http://schemas.microsoft.com/office/drawing/2014/main" id="{E9859CE7-A6AE-D4A1-74BC-0500A2E7F431}"/>
              </a:ext>
            </a:extLst>
          </p:cNvPr>
          <p:cNvSpPr>
            <a:spLocks noGrp="1"/>
          </p:cNvSpPr>
          <p:nvPr>
            <p:ph type="body" sz="quarter" idx="74"/>
          </p:nvPr>
        </p:nvSpPr>
        <p:spPr/>
        <p:txBody>
          <a:bodyPr/>
          <a:lstStyle/>
          <a:p>
            <a:pPr/>
            <a:endParaRPr lang="en-US"/>
          </a:p>
        </p:txBody>
      </p:sp>
      <p:sp>
        <p:nvSpPr>
          <p:cNvPr id="13" name="Text Placeholder 12">
            <a:extLst>
              <a:ext uri="{FF2B5EF4-FFF2-40B4-BE49-F238E27FC236}">
                <a16:creationId xmlns:a16="http://schemas.microsoft.com/office/drawing/2014/main" id="{1E1F85BB-08DC-0BC4-94A8-6B833D9A0539}"/>
              </a:ext>
            </a:extLst>
          </p:cNvPr>
          <p:cNvSpPr>
            <a:spLocks noGrp="1"/>
          </p:cNvSpPr>
          <p:nvPr>
            <p:ph type="body" sz="quarter" idx="75"/>
          </p:nvPr>
        </p:nvSpPr>
        <p:spPr/>
        <p:txBody>
          <a:bodyPr>
            <a:normAutofit lnSpcReduction="10000"/>
          </a:bodyPr>
          <a:lstStyle/>
          <a:p>
            <a:pPr/>
            <a:r>
              <a:rPr lang="es-ES" dirty="0">
                <a:solidFill>
                  <a:srgbClr val="242933"/>
                </a:solidFill>
              </a:rPr>
              <a:t>Nombre del capítulo</a:t>
            </a:r>
          </a:p>
          <a:p>
            <a:pPr/>
            <a:endParaRPr lang="en-US" dirty="0"/>
          </a:p>
        </p:txBody>
      </p:sp>
      <p:sp>
        <p:nvSpPr>
          <p:cNvPr id="14" name="Text Placeholder 13">
            <a:extLst>
              <a:ext uri="{FF2B5EF4-FFF2-40B4-BE49-F238E27FC236}">
                <a16:creationId xmlns:a16="http://schemas.microsoft.com/office/drawing/2014/main" id="{944F95EC-29EE-C1F0-6F9A-A81C9AF3C2C0}"/>
              </a:ext>
            </a:extLst>
          </p:cNvPr>
          <p:cNvSpPr>
            <a:spLocks noGrp="1"/>
          </p:cNvSpPr>
          <p:nvPr>
            <p:ph type="body" sz="quarter" idx="82"/>
          </p:nvPr>
        </p:nvSpPr>
        <p:spPr/>
        <p:txBody>
          <a:bodyPr>
            <a:normAutofit lnSpcReduction="10000"/>
          </a:bodyPr>
          <a:lstStyle/>
          <a:p>
            <a:pPr/>
            <a:r>
              <a:rPr lang="en-US" dirty="0" err="1"/>
              <a:t>Subtitulo</a:t>
            </a:r>
            <a:r>
              <a:rPr lang="en-US" dirty="0"/>
              <a:t> del </a:t>
            </a:r>
            <a:r>
              <a:rPr lang="en-US" dirty="0" err="1"/>
              <a:t>capítulo</a:t>
            </a:r>
            <a:endParaRPr lang="en-US" dirty="0"/>
          </a:p>
        </p:txBody>
      </p:sp>
      <p:sp>
        <p:nvSpPr>
          <p:cNvPr id="15" name="Text Placeholder 14">
            <a:extLst>
              <a:ext uri="{FF2B5EF4-FFF2-40B4-BE49-F238E27FC236}">
                <a16:creationId xmlns:a16="http://schemas.microsoft.com/office/drawing/2014/main" id="{D6DDDDD9-A477-9EF6-40A5-A75475D16837}"/>
              </a:ext>
            </a:extLst>
          </p:cNvPr>
          <p:cNvSpPr>
            <a:spLocks noGrp="1"/>
          </p:cNvSpPr>
          <p:nvPr>
            <p:ph type="body" sz="quarter" idx="83"/>
          </p:nvPr>
        </p:nvSpPr>
        <p:spPr/>
        <p:txBody>
          <a:bodyPr/>
          <a:lstStyle/>
          <a:p>
            <a:pPr/>
            <a:endParaRPr lang="en-US" dirty="0"/>
          </a:p>
        </p:txBody>
      </p:sp>
      <p:sp>
        <p:nvSpPr>
          <p:cNvPr id="16" name="Text Placeholder 15">
            <a:extLst>
              <a:ext uri="{FF2B5EF4-FFF2-40B4-BE49-F238E27FC236}">
                <a16:creationId xmlns:a16="http://schemas.microsoft.com/office/drawing/2014/main" id="{6A83EBC2-FC14-C012-D8F6-74DDB39336C4}"/>
              </a:ext>
            </a:extLst>
          </p:cNvPr>
          <p:cNvSpPr>
            <a:spLocks noGrp="1"/>
          </p:cNvSpPr>
          <p:nvPr>
            <p:ph type="body" sz="quarter" idx="84"/>
          </p:nvPr>
        </p:nvSpPr>
        <p:spPr/>
        <p:txBody>
          <a:bodyPr>
            <a:normAutofit lnSpcReduction="10000"/>
          </a:bodyPr>
          <a:lstStyle/>
          <a:p>
            <a:pPr/>
            <a:r>
              <a:rPr lang="es-ES" dirty="0">
                <a:solidFill>
                  <a:srgbClr val="242933"/>
                </a:solidFill>
              </a:rPr>
              <a:t>Nombre del capítulo</a:t>
            </a:r>
          </a:p>
          <a:p>
            <a:pPr/>
            <a:endParaRPr lang="en-US" dirty="0"/>
          </a:p>
        </p:txBody>
      </p:sp>
      <p:sp>
        <p:nvSpPr>
          <p:cNvPr id="17" name="Text Placeholder 16">
            <a:extLst>
              <a:ext uri="{FF2B5EF4-FFF2-40B4-BE49-F238E27FC236}">
                <a16:creationId xmlns:a16="http://schemas.microsoft.com/office/drawing/2014/main" id="{7F9188CC-46B9-734E-D3EA-DFF27C0A993A}"/>
              </a:ext>
            </a:extLst>
          </p:cNvPr>
          <p:cNvSpPr>
            <a:spLocks noGrp="1"/>
          </p:cNvSpPr>
          <p:nvPr>
            <p:ph type="body" sz="quarter" idx="85"/>
          </p:nvPr>
        </p:nvSpPr>
        <p:spPr/>
        <p:txBody>
          <a:bodyPr>
            <a:normAutofit lnSpcReduction="10000"/>
          </a:bodyPr>
          <a:lstStyle/>
          <a:p>
            <a:pPr/>
            <a:r>
              <a:rPr lang="en-US" dirty="0" err="1"/>
              <a:t>Subtitulo</a:t>
            </a:r>
            <a:r>
              <a:rPr lang="en-US" dirty="0"/>
              <a:t> del </a:t>
            </a:r>
            <a:r>
              <a:rPr lang="en-US" dirty="0" err="1"/>
              <a:t>capítulo</a:t>
            </a:r>
            <a:endParaRPr lang="en-US" dirty="0"/>
          </a:p>
        </p:txBody>
      </p:sp>
      <p:sp>
        <p:nvSpPr>
          <p:cNvPr id="18" name="Text Placeholder 17">
            <a:extLst>
              <a:ext uri="{FF2B5EF4-FFF2-40B4-BE49-F238E27FC236}">
                <a16:creationId xmlns:a16="http://schemas.microsoft.com/office/drawing/2014/main" id="{00EE8AE3-822E-D8D9-0578-224A3E3C818E}"/>
              </a:ext>
            </a:extLst>
          </p:cNvPr>
          <p:cNvSpPr>
            <a:spLocks noGrp="1"/>
          </p:cNvSpPr>
          <p:nvPr>
            <p:ph type="body" sz="quarter" idx="86"/>
          </p:nvPr>
        </p:nvSpPr>
        <p:spPr/>
        <p:txBody>
          <a:bodyPr/>
          <a:lstStyle/>
          <a:p>
            <a:pPr/>
            <a:endParaRPr lang="en-US"/>
          </a:p>
        </p:txBody>
      </p:sp>
      <p:sp>
        <p:nvSpPr>
          <p:cNvPr id="19" name="Text Placeholder 18">
            <a:extLst>
              <a:ext uri="{FF2B5EF4-FFF2-40B4-BE49-F238E27FC236}">
                <a16:creationId xmlns:a16="http://schemas.microsoft.com/office/drawing/2014/main" id="{5365F533-6CF2-988F-1BCD-A26A909F707F}"/>
              </a:ext>
            </a:extLst>
          </p:cNvPr>
          <p:cNvSpPr>
            <a:spLocks noGrp="1"/>
          </p:cNvSpPr>
          <p:nvPr>
            <p:ph type="body" sz="quarter" idx="87"/>
          </p:nvPr>
        </p:nvSpPr>
        <p:spPr/>
        <p:txBody>
          <a:bodyPr>
            <a:normAutofit lnSpcReduction="10000"/>
          </a:bodyPr>
          <a:lstStyle/>
          <a:p>
            <a:pPr/>
            <a:r>
              <a:rPr lang="es-ES" dirty="0">
                <a:solidFill>
                  <a:srgbClr val="242933"/>
                </a:solidFill>
              </a:rPr>
              <a:t>Nombre del capítulo</a:t>
            </a:r>
          </a:p>
          <a:p>
            <a:pPr/>
            <a:endParaRPr lang="en-US" dirty="0"/>
          </a:p>
        </p:txBody>
      </p:sp>
      <p:sp>
        <p:nvSpPr>
          <p:cNvPr id="20" name="Text Placeholder 19">
            <a:extLst>
              <a:ext uri="{FF2B5EF4-FFF2-40B4-BE49-F238E27FC236}">
                <a16:creationId xmlns:a16="http://schemas.microsoft.com/office/drawing/2014/main" id="{2C07E9FE-2B9C-E720-F151-EB46812AA90A}"/>
              </a:ext>
            </a:extLst>
          </p:cNvPr>
          <p:cNvSpPr>
            <a:spLocks noGrp="1"/>
          </p:cNvSpPr>
          <p:nvPr>
            <p:ph type="body" sz="quarter" idx="88"/>
          </p:nvPr>
        </p:nvSpPr>
        <p:spPr/>
        <p:txBody>
          <a:bodyPr>
            <a:normAutofit lnSpcReduction="10000"/>
          </a:bodyPr>
          <a:lstStyle/>
          <a:p>
            <a:pPr/>
            <a:r>
              <a:rPr lang="en-US" dirty="0" err="1"/>
              <a:t>Subtitulo</a:t>
            </a:r>
            <a:r>
              <a:rPr lang="en-US" dirty="0"/>
              <a:t> del </a:t>
            </a:r>
            <a:r>
              <a:rPr lang="en-US" dirty="0" err="1"/>
              <a:t>capítulo</a:t>
            </a:r>
            <a:endParaRPr lang="en-US" dirty="0"/>
          </a:p>
        </p:txBody>
      </p:sp>
      <p:sp>
        <p:nvSpPr>
          <p:cNvPr id="21" name="Text Placeholder 20">
            <a:extLst>
              <a:ext uri="{FF2B5EF4-FFF2-40B4-BE49-F238E27FC236}">
                <a16:creationId xmlns:a16="http://schemas.microsoft.com/office/drawing/2014/main" id="{B30BA35A-47A7-D12B-F445-4F70FC633ACE}"/>
              </a:ext>
            </a:extLst>
          </p:cNvPr>
          <p:cNvSpPr>
            <a:spLocks noGrp="1"/>
          </p:cNvSpPr>
          <p:nvPr>
            <p:ph type="body" sz="quarter" idx="89"/>
          </p:nvPr>
        </p:nvSpPr>
        <p:spPr/>
        <p:txBody>
          <a:bodyPr/>
          <a:lstStyle/>
          <a:p>
            <a:pPr/>
            <a:endParaRPr lang="en-US"/>
          </a:p>
        </p:txBody>
      </p:sp>
      <p:sp>
        <p:nvSpPr>
          <p:cNvPr id="22" name="Text Placeholder 21">
            <a:extLst>
              <a:ext uri="{FF2B5EF4-FFF2-40B4-BE49-F238E27FC236}">
                <a16:creationId xmlns:a16="http://schemas.microsoft.com/office/drawing/2014/main" id="{75C05896-6DDE-F192-2DFF-CCF1C0DBD89E}"/>
              </a:ext>
            </a:extLst>
          </p:cNvPr>
          <p:cNvSpPr>
            <a:spLocks noGrp="1"/>
          </p:cNvSpPr>
          <p:nvPr>
            <p:ph type="body" sz="quarter" idx="90"/>
          </p:nvPr>
        </p:nvSpPr>
        <p:spPr/>
        <p:txBody>
          <a:bodyPr>
            <a:normAutofit lnSpcReduction="10000"/>
          </a:bodyPr>
          <a:lstStyle/>
          <a:p>
            <a:pPr/>
            <a:r>
              <a:rPr lang="es-ES" dirty="0">
                <a:solidFill>
                  <a:srgbClr val="242933"/>
                </a:solidFill>
              </a:rPr>
              <a:t>Nombre del capítulo</a:t>
            </a:r>
          </a:p>
          <a:p>
            <a:pPr/>
            <a:endParaRPr lang="en-US" dirty="0"/>
          </a:p>
        </p:txBody>
      </p:sp>
      <p:sp>
        <p:nvSpPr>
          <p:cNvPr id="23" name="Text Placeholder 22">
            <a:extLst>
              <a:ext uri="{FF2B5EF4-FFF2-40B4-BE49-F238E27FC236}">
                <a16:creationId xmlns:a16="http://schemas.microsoft.com/office/drawing/2014/main" id="{BEB1BC44-287F-2EDA-8510-4777F599B45E}"/>
              </a:ext>
            </a:extLst>
          </p:cNvPr>
          <p:cNvSpPr>
            <a:spLocks noGrp="1"/>
          </p:cNvSpPr>
          <p:nvPr>
            <p:ph type="body" sz="quarter" idx="91"/>
          </p:nvPr>
        </p:nvSpPr>
        <p:spPr/>
        <p:txBody>
          <a:bodyPr>
            <a:normAutofit lnSpcReduction="10000"/>
          </a:bodyPr>
          <a:lstStyle/>
          <a:p>
            <a:pPr/>
            <a:r>
              <a:rPr lang="en-US" dirty="0" err="1"/>
              <a:t>Subtitulo</a:t>
            </a:r>
            <a:r>
              <a:rPr lang="en-US" dirty="0"/>
              <a:t> del </a:t>
            </a:r>
            <a:r>
              <a:rPr lang="en-US" dirty="0" err="1"/>
              <a:t>capítulo</a:t>
            </a:r>
            <a:endParaRPr lang="en-US" dirty="0"/>
          </a:p>
        </p:txBody>
      </p:sp>
      <p:sp>
        <p:nvSpPr>
          <p:cNvPr id="24" name="Text Placeholder 23">
            <a:extLst>
              <a:ext uri="{FF2B5EF4-FFF2-40B4-BE49-F238E27FC236}">
                <a16:creationId xmlns:a16="http://schemas.microsoft.com/office/drawing/2014/main" id="{9CA9B762-33BD-DB08-F60C-2FB72CBFE2B4}"/>
              </a:ext>
            </a:extLst>
          </p:cNvPr>
          <p:cNvSpPr>
            <a:spLocks noGrp="1"/>
          </p:cNvSpPr>
          <p:nvPr>
            <p:ph type="body" sz="quarter" idx="92"/>
          </p:nvPr>
        </p:nvSpPr>
        <p:spPr/>
        <p:txBody>
          <a:bodyPr/>
          <a:lstStyle/>
          <a:p>
            <a:pPr/>
            <a:endParaRPr lang="en-US"/>
          </a:p>
        </p:txBody>
      </p:sp>
      <p:sp>
        <p:nvSpPr>
          <p:cNvPr id="25" name="Text Placeholder 24">
            <a:extLst>
              <a:ext uri="{FF2B5EF4-FFF2-40B4-BE49-F238E27FC236}">
                <a16:creationId xmlns:a16="http://schemas.microsoft.com/office/drawing/2014/main" id="{0EEE3A7C-AA79-6A54-61EB-5098EA116FF0}"/>
              </a:ext>
            </a:extLst>
          </p:cNvPr>
          <p:cNvSpPr>
            <a:spLocks noGrp="1"/>
          </p:cNvSpPr>
          <p:nvPr>
            <p:ph type="body" sz="quarter" idx="93"/>
          </p:nvPr>
        </p:nvSpPr>
        <p:spPr/>
        <p:txBody>
          <a:bodyPr>
            <a:normAutofit lnSpcReduction="10000"/>
          </a:bodyPr>
          <a:lstStyle/>
          <a:p>
            <a:pPr/>
            <a:r>
              <a:rPr lang="es-ES" dirty="0">
                <a:solidFill>
                  <a:srgbClr val="242933"/>
                </a:solidFill>
              </a:rPr>
              <a:t>Nombre del capítulo</a:t>
            </a:r>
          </a:p>
          <a:p>
            <a:pPr/>
            <a:endParaRPr lang="en-US" dirty="0"/>
          </a:p>
        </p:txBody>
      </p:sp>
      <p:sp>
        <p:nvSpPr>
          <p:cNvPr id="26" name="Text Placeholder 25">
            <a:extLst>
              <a:ext uri="{FF2B5EF4-FFF2-40B4-BE49-F238E27FC236}">
                <a16:creationId xmlns:a16="http://schemas.microsoft.com/office/drawing/2014/main" id="{580761FE-C82A-1621-883D-206B8ED8C099}"/>
              </a:ext>
            </a:extLst>
          </p:cNvPr>
          <p:cNvSpPr>
            <a:spLocks noGrp="1"/>
          </p:cNvSpPr>
          <p:nvPr>
            <p:ph type="body" sz="quarter" idx="94"/>
          </p:nvPr>
        </p:nvSpPr>
        <p:spPr/>
        <p:txBody>
          <a:bodyPr>
            <a:normAutofit lnSpcReduction="10000"/>
          </a:bodyPr>
          <a:lstStyle/>
          <a:p>
            <a:pPr/>
            <a:r>
              <a:rPr lang="en-US" dirty="0" err="1"/>
              <a:t>Subtitulo</a:t>
            </a:r>
            <a:r>
              <a:rPr lang="en-US" dirty="0"/>
              <a:t> del </a:t>
            </a:r>
            <a:r>
              <a:rPr lang="en-US" dirty="0" err="1"/>
              <a:t>capítulo</a:t>
            </a:r>
            <a:endParaRPr lang="en-US" dirty="0"/>
          </a:p>
        </p:txBody>
      </p:sp>
      <p:sp>
        <p:nvSpPr>
          <p:cNvPr id="27" name="Text Placeholder 26">
            <a:extLst>
              <a:ext uri="{FF2B5EF4-FFF2-40B4-BE49-F238E27FC236}">
                <a16:creationId xmlns:a16="http://schemas.microsoft.com/office/drawing/2014/main" id="{6C7F66C7-9BC9-B223-C0FD-52FCFA6C475A}"/>
              </a:ext>
            </a:extLst>
          </p:cNvPr>
          <p:cNvSpPr>
            <a:spLocks noGrp="1"/>
          </p:cNvSpPr>
          <p:nvPr>
            <p:ph type="body" sz="quarter" idx="95"/>
          </p:nvPr>
        </p:nvSpPr>
        <p:spPr/>
        <p:txBody>
          <a:bodyPr/>
          <a:lstStyle/>
          <a:p>
            <a:pPr/>
            <a:endParaRPr lang="en-US"/>
          </a:p>
        </p:txBody>
      </p:sp>
      <p:sp>
        <p:nvSpPr>
          <p:cNvPr id="28" name="Text Placeholder 27">
            <a:extLst>
              <a:ext uri="{FF2B5EF4-FFF2-40B4-BE49-F238E27FC236}">
                <a16:creationId xmlns:a16="http://schemas.microsoft.com/office/drawing/2014/main" id="{45D19A1F-BFD2-1302-E5F8-61F5C54F0172}"/>
              </a:ext>
            </a:extLst>
          </p:cNvPr>
          <p:cNvSpPr>
            <a:spLocks noGrp="1"/>
          </p:cNvSpPr>
          <p:nvPr>
            <p:ph type="body" sz="quarter" idx="96"/>
          </p:nvPr>
        </p:nvSpPr>
        <p:spPr/>
        <p:txBody>
          <a:bodyPr>
            <a:normAutofit lnSpcReduction="10000"/>
          </a:bodyPr>
          <a:lstStyle/>
          <a:p>
            <a:pPr/>
            <a:r>
              <a:rPr lang="es-ES" dirty="0">
                <a:solidFill>
                  <a:srgbClr val="242933"/>
                </a:solidFill>
              </a:rPr>
              <a:t>Nombre del capítulo</a:t>
            </a:r>
          </a:p>
          <a:p>
            <a:pPr/>
            <a:endParaRPr lang="en-US" dirty="0"/>
          </a:p>
        </p:txBody>
      </p:sp>
      <p:sp>
        <p:nvSpPr>
          <p:cNvPr id="29" name="Text Placeholder 28">
            <a:extLst>
              <a:ext uri="{FF2B5EF4-FFF2-40B4-BE49-F238E27FC236}">
                <a16:creationId xmlns:a16="http://schemas.microsoft.com/office/drawing/2014/main" id="{8306A74E-5888-2F86-0422-277DFB4E6662}"/>
              </a:ext>
            </a:extLst>
          </p:cNvPr>
          <p:cNvSpPr>
            <a:spLocks noGrp="1"/>
          </p:cNvSpPr>
          <p:nvPr>
            <p:ph type="body" sz="quarter" idx="66"/>
          </p:nvPr>
        </p:nvSpPr>
        <p:spPr/>
        <p:txBody>
          <a:bodyPr/>
          <a:lstStyle/>
          <a:p>
            <a:pPr/>
            <a:r>
              <a:rPr lang="en-US" dirty="0" err="1"/>
              <a:t>Indice</a:t>
            </a:r>
            <a:endParaRPr lang="en-US" dirty="0"/>
          </a:p>
        </p:txBody>
      </p:sp>
    </p:spTree>
    <p:extLst>
      <p:ext uri="{BB962C8B-B14F-4D97-AF65-F5344CB8AC3E}">
        <p14:creationId xmlns:p14="http://schemas.microsoft.com/office/powerpoint/2010/main" val="2516776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E50FDFB-3CCD-98B6-1E2A-D5B301A9FB53}"/>
              </a:ext>
            </a:extLst>
          </p:cNvPr>
          <p:cNvSpPr>
            <a:spLocks noGrp="1"/>
          </p:cNvSpPr>
          <p:nvPr>
            <p:ph type="body" sz="quarter" idx="45"/>
          </p:nvPr>
        </p:nvSpPr>
        <p:spPr/>
        <p:txBody>
          <a:bodyPr/>
          <a:lstStyle/>
          <a:p>
            <a:pPr/>
            <a:r>
              <a:rPr lang="en-US" dirty="0"/>
              <a:t>1.</a:t>
            </a:r>
          </a:p>
          <a:p>
            <a:pPr/>
            <a:r>
              <a:rPr lang="en-US" dirty="0"/>
              <a:t>2.</a:t>
            </a:r>
          </a:p>
          <a:p>
            <a:pPr/>
            <a:r>
              <a:rPr lang="en-US" dirty="0"/>
              <a:t>3.</a:t>
            </a:r>
          </a:p>
          <a:p>
            <a:pPr/>
            <a:r>
              <a:rPr lang="en-US" dirty="0"/>
              <a:t>4.</a:t>
            </a:r>
          </a:p>
          <a:p>
            <a:pPr/>
            <a:r>
              <a:rPr lang="en-US" dirty="0"/>
              <a:t>5.</a:t>
            </a:r>
          </a:p>
        </p:txBody>
      </p:sp>
      <p:sp>
        <p:nvSpPr>
          <p:cNvPr id="3" name="Text Placeholder 2">
            <a:extLst>
              <a:ext uri="{FF2B5EF4-FFF2-40B4-BE49-F238E27FC236}">
                <a16:creationId xmlns:a16="http://schemas.microsoft.com/office/drawing/2014/main" id="{ED680FD8-ABD9-D0F9-B7C6-0E77630ADC6C}"/>
              </a:ext>
            </a:extLst>
          </p:cNvPr>
          <p:cNvSpPr>
            <a:spLocks noGrp="1"/>
          </p:cNvSpPr>
          <p:nvPr>
            <p:ph type="body" sz="quarter" idx="67"/>
          </p:nvPr>
        </p:nvSpPr>
        <p:spPr/>
        <p:txBody>
          <a:bodyPr/>
          <a:lstStyle/>
          <a:p>
            <a:pPr/>
            <a:r>
              <a:rPr lang="en-US" dirty="0" err="1"/>
              <a:t>Subtitulo</a:t>
            </a:r>
            <a:r>
              <a:rPr lang="en-US" dirty="0"/>
              <a:t> del </a:t>
            </a:r>
            <a:r>
              <a:rPr lang="en-US" dirty="0" err="1"/>
              <a:t>capítulo</a:t>
            </a:r>
            <a:endParaRPr lang="en-US" dirty="0"/>
          </a:p>
          <a:p>
            <a:pPr/>
            <a:r>
              <a:rPr lang="en-US" dirty="0" err="1"/>
              <a:t>Subtitulo</a:t>
            </a:r>
            <a:r>
              <a:rPr lang="en-US" dirty="0"/>
              <a:t> del </a:t>
            </a:r>
            <a:r>
              <a:rPr lang="en-US" dirty="0" err="1"/>
              <a:t>capítulo</a:t>
            </a:r>
            <a:endParaRPr lang="en-US" dirty="0"/>
          </a:p>
          <a:p>
            <a:pPr/>
            <a:r>
              <a:rPr lang="en-US" dirty="0" err="1"/>
              <a:t>Subtitulo</a:t>
            </a:r>
            <a:r>
              <a:rPr lang="en-US" dirty="0"/>
              <a:t> del </a:t>
            </a:r>
            <a:r>
              <a:rPr lang="en-US" dirty="0" err="1"/>
              <a:t>capítulo</a:t>
            </a:r>
            <a:endParaRPr lang="en-US" dirty="0"/>
          </a:p>
          <a:p>
            <a:pPr/>
            <a:r>
              <a:rPr lang="en-US" dirty="0" err="1"/>
              <a:t>Subtitulo</a:t>
            </a:r>
            <a:r>
              <a:rPr lang="en-US" dirty="0"/>
              <a:t> del </a:t>
            </a:r>
            <a:r>
              <a:rPr lang="en-US" dirty="0" err="1"/>
              <a:t>capítulo</a:t>
            </a:r>
            <a:endParaRPr lang="en-US" dirty="0"/>
          </a:p>
          <a:p>
            <a:pPr/>
            <a:r>
              <a:rPr lang="en-US" dirty="0" err="1"/>
              <a:t>Subtitulo</a:t>
            </a:r>
            <a:r>
              <a:rPr lang="en-US" dirty="0"/>
              <a:t> del </a:t>
            </a:r>
            <a:r>
              <a:rPr lang="en-US" dirty="0" err="1"/>
              <a:t>capítulo</a:t>
            </a:r>
            <a:endParaRPr lang="en-US" dirty="0"/>
          </a:p>
          <a:p>
            <a:pPr/>
            <a:endParaRPr lang="en-US" dirty="0"/>
          </a:p>
        </p:txBody>
      </p:sp>
      <p:sp>
        <p:nvSpPr>
          <p:cNvPr id="4" name="Text Placeholder 3">
            <a:extLst>
              <a:ext uri="{FF2B5EF4-FFF2-40B4-BE49-F238E27FC236}">
                <a16:creationId xmlns:a16="http://schemas.microsoft.com/office/drawing/2014/main" id="{25A3D7CD-17C2-97A0-3194-DB913D6B0B63}"/>
              </a:ext>
            </a:extLst>
          </p:cNvPr>
          <p:cNvSpPr>
            <a:spLocks noGrp="1"/>
          </p:cNvSpPr>
          <p:nvPr>
            <p:ph type="body" sz="quarter" idx="66"/>
          </p:nvPr>
        </p:nvSpPr>
        <p:spPr/>
        <p:txBody>
          <a:bodyPr/>
          <a:lstStyle/>
          <a:p>
            <a:pPr/>
            <a:r>
              <a:rPr lang="en-US" dirty="0"/>
              <a:t>Agenda</a:t>
            </a:r>
          </a:p>
        </p:txBody>
      </p:sp>
    </p:spTree>
    <p:extLst>
      <p:ext uri="{BB962C8B-B14F-4D97-AF65-F5344CB8AC3E}">
        <p14:creationId xmlns:p14="http://schemas.microsoft.com/office/powerpoint/2010/main" val="3718514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94112-C5C0-A1C5-6D15-200538162524}"/>
            </a:ext>
          </a:extLst>
        </p:cNvPr>
        <p:cNvGrpSpPr/>
        <p:nvPr/>
      </p:nvGrpSpPr>
      <p:grpSpPr>
        <a:xfrm>
          <a:off x="0" y="0"/>
          <a:ext cx="0" cy="0"/>
          <a:chOff x="0" y="0"/>
          <a:chExt cx="0" cy="0"/>
        </a:xfrm>
      </p:grpSpPr>
      <p:grpSp>
        <p:nvGrpSpPr>
          <p:cNvPr id="27" name="Grupo 26">
            <a:extLst>
              <a:ext uri="{FF2B5EF4-FFF2-40B4-BE49-F238E27FC236}">
                <a16:creationId xmlns:a16="http://schemas.microsoft.com/office/drawing/2014/main" id="{AE3F8670-352D-0965-3835-4048BF20E7B9}"/>
              </a:ext>
            </a:extLst>
          </p:cNvPr>
          <p:cNvGrpSpPr/>
          <p:nvPr/>
        </p:nvGrpSpPr>
        <p:grpSpPr>
          <a:xfrm>
            <a:off x="343667" y="2432226"/>
            <a:ext cx="2350637" cy="2349381"/>
            <a:chOff x="343667" y="1627008"/>
            <a:chExt cx="2350637" cy="2349381"/>
          </a:xfrm>
        </p:grpSpPr>
        <p:sp>
          <p:nvSpPr>
            <p:cNvPr id="10" name="13 CuadroTexto">
              <a:extLst>
                <a:ext uri="{FF2B5EF4-FFF2-40B4-BE49-F238E27FC236}">
                  <a16:creationId xmlns:a16="http://schemas.microsoft.com/office/drawing/2014/main" id="{1603D9E0-B3D2-1EE8-C579-56A2946FF25A}"/>
                </a:ext>
              </a:extLst>
            </p:cNvPr>
            <p:cNvSpPr txBox="1">
              <a:spLocks noChangeArrowheads="1"/>
            </p:cNvSpPr>
            <p:nvPr/>
          </p:nvSpPr>
          <p:spPr bwMode="auto">
            <a:xfrm>
              <a:off x="343667" y="1627008"/>
              <a:ext cx="2333233"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Primera sección, </a:t>
              </a:r>
              <a:b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a 24 puntos</a:t>
              </a:r>
              <a:b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endPar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Texto secundario, 12 puntos</a:t>
              </a:r>
              <a:endParaRPr kumimoji="0" lang="es-ES" altLang="es-ES" sz="2000" b="0" i="0" u="none" strike="noStrike" kern="1200" cap="none" spc="0" normalizeH="0" baseline="0" noProof="0" dirty="0">
                <a:ln>
                  <a:noFill/>
                </a:ln>
                <a:solidFill>
                  <a:srgbClr val="262422"/>
                </a:solidFill>
                <a:effectLst/>
                <a:uLnTx/>
                <a:uFillTx/>
                <a:latin typeface="Movistar Sans Medium" pitchFamily="2" charset="77"/>
                <a:ea typeface="ヒラギノ角ゴ ProN W3" charset="-128"/>
                <a:cs typeface="Movistar Sans" panose="020B0604020202020204" pitchFamily="34" charset="0"/>
                <a:sym typeface="Movistar Sans" charset="0"/>
              </a:endParaRPr>
            </a:p>
          </p:txBody>
        </p:sp>
        <p:sp>
          <p:nvSpPr>
            <p:cNvPr id="11" name="13 CuadroTexto__2">
              <a:extLst>
                <a:ext uri="{FF2B5EF4-FFF2-40B4-BE49-F238E27FC236}">
                  <a16:creationId xmlns:a16="http://schemas.microsoft.com/office/drawing/2014/main" id="{DE65ECAD-080D-A106-1DC5-9C947AD373E2}"/>
                </a:ext>
              </a:extLst>
            </p:cNvPr>
            <p:cNvSpPr txBox="1">
              <a:spLocks noChangeArrowheads="1"/>
            </p:cNvSpPr>
            <p:nvPr/>
          </p:nvSpPr>
          <p:spPr bwMode="auto">
            <a:xfrm>
              <a:off x="2203083" y="3514724"/>
              <a:ext cx="491221"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altLang="es-ES" sz="2400" b="1" i="0" u="none" strike="noStrike" kern="0" cap="none" spc="0" normalizeH="0" baseline="0" noProof="0" dirty="0">
                  <a:ln>
                    <a:noFill/>
                  </a:ln>
                  <a:solidFill>
                    <a:srgbClr val="FFFFFF"/>
                  </a:solidFill>
                  <a:effectLst/>
                  <a:uLnTx/>
                  <a:uFillTx/>
                  <a:latin typeface="Movistar Sans Extrabold" pitchFamily="2" charset="77"/>
                  <a:ea typeface="Movistar Sans Extrabold" pitchFamily="2" charset="77"/>
                  <a:cs typeface="Movistar Sans" panose="020B0604020202020204" pitchFamily="34" charset="0"/>
                  <a:sym typeface="Movistar Sans" charset="0"/>
                </a:rPr>
                <a:t>1</a:t>
              </a:r>
            </a:p>
          </p:txBody>
        </p:sp>
        <p:cxnSp>
          <p:nvCxnSpPr>
            <p:cNvPr id="25" name="Conector recto 24">
              <a:extLst>
                <a:ext uri="{FF2B5EF4-FFF2-40B4-BE49-F238E27FC236}">
                  <a16:creationId xmlns:a16="http://schemas.microsoft.com/office/drawing/2014/main" id="{B15480E0-7E9D-FC36-3D9A-8D47B1BC4ED6}"/>
                </a:ext>
              </a:extLst>
            </p:cNvPr>
            <p:cNvCxnSpPr>
              <a:cxnSpLocks/>
            </p:cNvCxnSpPr>
            <p:nvPr/>
          </p:nvCxnSpPr>
          <p:spPr>
            <a:xfrm>
              <a:off x="439097" y="3516368"/>
              <a:ext cx="2093751" cy="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28" name="Grupo 27">
            <a:extLst>
              <a:ext uri="{FF2B5EF4-FFF2-40B4-BE49-F238E27FC236}">
                <a16:creationId xmlns:a16="http://schemas.microsoft.com/office/drawing/2014/main" id="{02509254-68C5-885F-BACF-6C219E8027EE}"/>
              </a:ext>
            </a:extLst>
          </p:cNvPr>
          <p:cNvGrpSpPr/>
          <p:nvPr/>
        </p:nvGrpSpPr>
        <p:grpSpPr>
          <a:xfrm>
            <a:off x="2676900" y="2432226"/>
            <a:ext cx="2350637" cy="2349381"/>
            <a:chOff x="343667" y="1627008"/>
            <a:chExt cx="2350637" cy="2349381"/>
          </a:xfrm>
        </p:grpSpPr>
        <p:sp>
          <p:nvSpPr>
            <p:cNvPr id="29" name="13 CuadroTexto__3">
              <a:extLst>
                <a:ext uri="{FF2B5EF4-FFF2-40B4-BE49-F238E27FC236}">
                  <a16:creationId xmlns:a16="http://schemas.microsoft.com/office/drawing/2014/main" id="{4E2AF70C-7D3A-1042-E561-7D9BBDDAD453}"/>
                </a:ext>
              </a:extLst>
            </p:cNvPr>
            <p:cNvSpPr txBox="1">
              <a:spLocks noChangeArrowheads="1"/>
            </p:cNvSpPr>
            <p:nvPr/>
          </p:nvSpPr>
          <p:spPr bwMode="auto">
            <a:xfrm>
              <a:off x="343667" y="1627008"/>
              <a:ext cx="2333233"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Segunda sección, </a:t>
              </a:r>
              <a:b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a 24 puntos</a:t>
              </a:r>
              <a:b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endPar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Texto secundario, 12 puntos</a:t>
              </a:r>
              <a:endParaRPr kumimoji="0" lang="es-ES" altLang="es-ES" sz="2000" b="0" i="0" u="none" strike="noStrike" kern="1200" cap="none" spc="0" normalizeH="0" baseline="0" noProof="0" dirty="0">
                <a:ln>
                  <a:noFill/>
                </a:ln>
                <a:solidFill>
                  <a:srgbClr val="262422"/>
                </a:solidFill>
                <a:effectLst/>
                <a:uLnTx/>
                <a:uFillTx/>
                <a:latin typeface="Movistar Sans Medium" pitchFamily="2" charset="77"/>
                <a:ea typeface="ヒラギノ角ゴ ProN W3" charset="-128"/>
                <a:cs typeface="Movistar Sans" panose="020B0604020202020204" pitchFamily="34" charset="0"/>
                <a:sym typeface="Movistar Sans" charset="0"/>
              </a:endParaRPr>
            </a:p>
          </p:txBody>
        </p:sp>
        <p:sp>
          <p:nvSpPr>
            <p:cNvPr id="30" name="13 CuadroTexto__4">
              <a:extLst>
                <a:ext uri="{FF2B5EF4-FFF2-40B4-BE49-F238E27FC236}">
                  <a16:creationId xmlns:a16="http://schemas.microsoft.com/office/drawing/2014/main" id="{761E56C1-DCDF-9A06-F4D5-9BB974CDF4D2}"/>
                </a:ext>
              </a:extLst>
            </p:cNvPr>
            <p:cNvSpPr txBox="1">
              <a:spLocks noChangeArrowheads="1"/>
            </p:cNvSpPr>
            <p:nvPr/>
          </p:nvSpPr>
          <p:spPr bwMode="auto">
            <a:xfrm>
              <a:off x="2203083" y="3514724"/>
              <a:ext cx="491221"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altLang="es-ES" sz="2400" b="1" i="0" u="none" strike="noStrike" kern="0" cap="none" spc="0" normalizeH="0" baseline="0" noProof="0" dirty="0">
                  <a:ln>
                    <a:noFill/>
                  </a:ln>
                  <a:solidFill>
                    <a:srgbClr val="FFFFFF"/>
                  </a:solidFill>
                  <a:effectLst/>
                  <a:uLnTx/>
                  <a:uFillTx/>
                  <a:latin typeface="Movistar Sans Extrabold" pitchFamily="2" charset="77"/>
                  <a:ea typeface="Movistar Sans Extrabold" pitchFamily="2" charset="77"/>
                  <a:cs typeface="Movistar Sans" panose="020B0604020202020204" pitchFamily="34" charset="0"/>
                  <a:sym typeface="Movistar Sans" charset="0"/>
                </a:rPr>
                <a:t>2</a:t>
              </a:r>
            </a:p>
          </p:txBody>
        </p:sp>
        <p:cxnSp>
          <p:nvCxnSpPr>
            <p:cNvPr id="31" name="Conector recto 30">
              <a:extLst>
                <a:ext uri="{FF2B5EF4-FFF2-40B4-BE49-F238E27FC236}">
                  <a16:creationId xmlns:a16="http://schemas.microsoft.com/office/drawing/2014/main" id="{3C650F01-4B06-A393-F869-CC63E0498C7E}"/>
                </a:ext>
              </a:extLst>
            </p:cNvPr>
            <p:cNvCxnSpPr>
              <a:cxnSpLocks/>
            </p:cNvCxnSpPr>
            <p:nvPr/>
          </p:nvCxnSpPr>
          <p:spPr>
            <a:xfrm>
              <a:off x="439097" y="3516368"/>
              <a:ext cx="2093751" cy="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32" name="Grupo 31">
            <a:extLst>
              <a:ext uri="{FF2B5EF4-FFF2-40B4-BE49-F238E27FC236}">
                <a16:creationId xmlns:a16="http://schemas.microsoft.com/office/drawing/2014/main" id="{E6FAD752-46CE-638E-5282-64D017B2EDF9}"/>
              </a:ext>
            </a:extLst>
          </p:cNvPr>
          <p:cNvGrpSpPr/>
          <p:nvPr/>
        </p:nvGrpSpPr>
        <p:grpSpPr>
          <a:xfrm>
            <a:off x="5010133" y="2432226"/>
            <a:ext cx="2350637" cy="2349381"/>
            <a:chOff x="343667" y="1627008"/>
            <a:chExt cx="2350637" cy="2349381"/>
          </a:xfrm>
        </p:grpSpPr>
        <p:sp>
          <p:nvSpPr>
            <p:cNvPr id="33" name="13 CuadroTexto__5">
              <a:extLst>
                <a:ext uri="{FF2B5EF4-FFF2-40B4-BE49-F238E27FC236}">
                  <a16:creationId xmlns:a16="http://schemas.microsoft.com/office/drawing/2014/main" id="{C65D2D22-D787-9010-A430-9052CFE27F67}"/>
                </a:ext>
              </a:extLst>
            </p:cNvPr>
            <p:cNvSpPr txBox="1">
              <a:spLocks noChangeArrowheads="1"/>
            </p:cNvSpPr>
            <p:nvPr/>
          </p:nvSpPr>
          <p:spPr bwMode="auto">
            <a:xfrm>
              <a:off x="343667" y="1627008"/>
              <a:ext cx="2189181"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Tercera sección, </a:t>
              </a:r>
              <a:b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a 24 puntos</a:t>
              </a:r>
              <a:b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endPar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Texto secundario, 12 puntos</a:t>
              </a:r>
              <a:endParaRPr kumimoji="0" lang="es-ES" altLang="es-ES" sz="2000" b="0" i="0" u="none" strike="noStrike" kern="1200" cap="none" spc="0" normalizeH="0" baseline="0" noProof="0" dirty="0">
                <a:ln>
                  <a:noFill/>
                </a:ln>
                <a:solidFill>
                  <a:srgbClr val="262422"/>
                </a:solidFill>
                <a:effectLst/>
                <a:uLnTx/>
                <a:uFillTx/>
                <a:latin typeface="Movistar Sans Medium" pitchFamily="2" charset="77"/>
                <a:ea typeface="ヒラギノ角ゴ ProN W3" charset="-128"/>
                <a:cs typeface="Movistar Sans" panose="020B0604020202020204" pitchFamily="34" charset="0"/>
                <a:sym typeface="Movistar Sans" charset="0"/>
              </a:endParaRPr>
            </a:p>
          </p:txBody>
        </p:sp>
        <p:sp>
          <p:nvSpPr>
            <p:cNvPr id="34" name="13 CuadroTexto__6">
              <a:extLst>
                <a:ext uri="{FF2B5EF4-FFF2-40B4-BE49-F238E27FC236}">
                  <a16:creationId xmlns:a16="http://schemas.microsoft.com/office/drawing/2014/main" id="{CDC334FF-EF15-EAC8-1669-0A4EB32E2C69}"/>
                </a:ext>
              </a:extLst>
            </p:cNvPr>
            <p:cNvSpPr txBox="1">
              <a:spLocks noChangeArrowheads="1"/>
            </p:cNvSpPr>
            <p:nvPr/>
          </p:nvSpPr>
          <p:spPr bwMode="auto">
            <a:xfrm>
              <a:off x="2203083" y="3514724"/>
              <a:ext cx="491221"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altLang="es-ES" sz="2400" b="1" i="0" u="none" strike="noStrike" kern="0" cap="none" spc="0" normalizeH="0" baseline="0" noProof="0" dirty="0">
                  <a:ln>
                    <a:noFill/>
                  </a:ln>
                  <a:solidFill>
                    <a:srgbClr val="FFFFFF"/>
                  </a:solidFill>
                  <a:effectLst/>
                  <a:uLnTx/>
                  <a:uFillTx/>
                  <a:latin typeface="Movistar Sans Extrabold" pitchFamily="2" charset="77"/>
                  <a:ea typeface="Movistar Sans Extrabold" pitchFamily="2" charset="77"/>
                  <a:cs typeface="Movistar Sans" panose="020B0604020202020204" pitchFamily="34" charset="0"/>
                  <a:sym typeface="Movistar Sans" charset="0"/>
                </a:rPr>
                <a:t>3</a:t>
              </a:r>
            </a:p>
          </p:txBody>
        </p:sp>
        <p:cxnSp>
          <p:nvCxnSpPr>
            <p:cNvPr id="35" name="Conector recto 34">
              <a:extLst>
                <a:ext uri="{FF2B5EF4-FFF2-40B4-BE49-F238E27FC236}">
                  <a16:creationId xmlns:a16="http://schemas.microsoft.com/office/drawing/2014/main" id="{BD1471B6-3904-ED0A-8FCB-0FBAA62C0B22}"/>
                </a:ext>
              </a:extLst>
            </p:cNvPr>
            <p:cNvCxnSpPr>
              <a:cxnSpLocks/>
            </p:cNvCxnSpPr>
            <p:nvPr/>
          </p:nvCxnSpPr>
          <p:spPr>
            <a:xfrm>
              <a:off x="439097" y="3516368"/>
              <a:ext cx="2093751" cy="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36" name="Grupo 35">
            <a:extLst>
              <a:ext uri="{FF2B5EF4-FFF2-40B4-BE49-F238E27FC236}">
                <a16:creationId xmlns:a16="http://schemas.microsoft.com/office/drawing/2014/main" id="{D8F486A2-7060-6A79-430B-DD3A91F4053B}"/>
              </a:ext>
            </a:extLst>
          </p:cNvPr>
          <p:cNvGrpSpPr/>
          <p:nvPr/>
        </p:nvGrpSpPr>
        <p:grpSpPr>
          <a:xfrm>
            <a:off x="7343366" y="2432226"/>
            <a:ext cx="2350637" cy="2349381"/>
            <a:chOff x="343667" y="1627008"/>
            <a:chExt cx="2350637" cy="2349381"/>
          </a:xfrm>
        </p:grpSpPr>
        <p:sp>
          <p:nvSpPr>
            <p:cNvPr id="37" name="13 CuadroTexto__7">
              <a:extLst>
                <a:ext uri="{FF2B5EF4-FFF2-40B4-BE49-F238E27FC236}">
                  <a16:creationId xmlns:a16="http://schemas.microsoft.com/office/drawing/2014/main" id="{DE8866B8-BCA3-0A41-4FD1-28103F506293}"/>
                </a:ext>
              </a:extLst>
            </p:cNvPr>
            <p:cNvSpPr txBox="1">
              <a:spLocks noChangeArrowheads="1"/>
            </p:cNvSpPr>
            <p:nvPr/>
          </p:nvSpPr>
          <p:spPr bwMode="auto">
            <a:xfrm>
              <a:off x="343667" y="1627008"/>
              <a:ext cx="2189181"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Cuarta sección, </a:t>
              </a:r>
              <a:b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a 24 puntos</a:t>
              </a:r>
              <a:b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endPar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Texto secundario, 12 puntos</a:t>
              </a:r>
              <a:endParaRPr kumimoji="0" lang="es-ES" altLang="es-ES" sz="2000" b="0" i="0" u="none" strike="noStrike" kern="1200" cap="none" spc="0" normalizeH="0" baseline="0" noProof="0" dirty="0">
                <a:ln>
                  <a:noFill/>
                </a:ln>
                <a:solidFill>
                  <a:srgbClr val="262422"/>
                </a:solidFill>
                <a:effectLst/>
                <a:uLnTx/>
                <a:uFillTx/>
                <a:latin typeface="Movistar Sans Medium" pitchFamily="2" charset="77"/>
                <a:ea typeface="ヒラギノ角ゴ ProN W3" charset="-128"/>
                <a:cs typeface="Movistar Sans" panose="020B0604020202020204" pitchFamily="34" charset="0"/>
                <a:sym typeface="Movistar Sans" charset="0"/>
              </a:endParaRPr>
            </a:p>
          </p:txBody>
        </p:sp>
        <p:sp>
          <p:nvSpPr>
            <p:cNvPr id="38" name="13 CuadroTexto__8">
              <a:extLst>
                <a:ext uri="{FF2B5EF4-FFF2-40B4-BE49-F238E27FC236}">
                  <a16:creationId xmlns:a16="http://schemas.microsoft.com/office/drawing/2014/main" id="{5ABF0AB8-801C-79E7-CCBC-7518B6100F59}"/>
                </a:ext>
              </a:extLst>
            </p:cNvPr>
            <p:cNvSpPr txBox="1">
              <a:spLocks noChangeArrowheads="1"/>
            </p:cNvSpPr>
            <p:nvPr/>
          </p:nvSpPr>
          <p:spPr bwMode="auto">
            <a:xfrm>
              <a:off x="2203083" y="3514724"/>
              <a:ext cx="491221"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altLang="es-ES" sz="2400" b="1" i="0" u="none" strike="noStrike" kern="0" cap="none" spc="0" normalizeH="0" baseline="0" noProof="0" dirty="0">
                  <a:ln>
                    <a:noFill/>
                  </a:ln>
                  <a:solidFill>
                    <a:srgbClr val="FFFFFF"/>
                  </a:solidFill>
                  <a:effectLst/>
                  <a:uLnTx/>
                  <a:uFillTx/>
                  <a:latin typeface="Movistar Sans Extrabold" pitchFamily="2" charset="77"/>
                  <a:ea typeface="Movistar Sans Extrabold" pitchFamily="2" charset="77"/>
                  <a:cs typeface="Movistar Sans" panose="020B0604020202020204" pitchFamily="34" charset="0"/>
                  <a:sym typeface="Movistar Sans" charset="0"/>
                </a:rPr>
                <a:t>4</a:t>
              </a:r>
            </a:p>
          </p:txBody>
        </p:sp>
        <p:cxnSp>
          <p:nvCxnSpPr>
            <p:cNvPr id="39" name="Conector recto 38">
              <a:extLst>
                <a:ext uri="{FF2B5EF4-FFF2-40B4-BE49-F238E27FC236}">
                  <a16:creationId xmlns:a16="http://schemas.microsoft.com/office/drawing/2014/main" id="{09851536-1933-6C02-C52F-38826FB103CA}"/>
                </a:ext>
              </a:extLst>
            </p:cNvPr>
            <p:cNvCxnSpPr>
              <a:cxnSpLocks/>
            </p:cNvCxnSpPr>
            <p:nvPr/>
          </p:nvCxnSpPr>
          <p:spPr>
            <a:xfrm>
              <a:off x="439097" y="3516368"/>
              <a:ext cx="2093751" cy="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grpSp>
        <p:nvGrpSpPr>
          <p:cNvPr id="40" name="Grupo 39">
            <a:extLst>
              <a:ext uri="{FF2B5EF4-FFF2-40B4-BE49-F238E27FC236}">
                <a16:creationId xmlns:a16="http://schemas.microsoft.com/office/drawing/2014/main" id="{148066F6-DB15-CD18-872E-D650ABC43FA5}"/>
              </a:ext>
            </a:extLst>
          </p:cNvPr>
          <p:cNvGrpSpPr/>
          <p:nvPr/>
        </p:nvGrpSpPr>
        <p:grpSpPr>
          <a:xfrm>
            <a:off x="9676599" y="2432226"/>
            <a:ext cx="2350637" cy="2349381"/>
            <a:chOff x="343667" y="1627008"/>
            <a:chExt cx="2350637" cy="2349381"/>
          </a:xfrm>
        </p:grpSpPr>
        <p:sp>
          <p:nvSpPr>
            <p:cNvPr id="41" name="13 CuadroTexto__9">
              <a:extLst>
                <a:ext uri="{FF2B5EF4-FFF2-40B4-BE49-F238E27FC236}">
                  <a16:creationId xmlns:a16="http://schemas.microsoft.com/office/drawing/2014/main" id="{D3D4416B-B775-D4C7-D772-038F8AD6E33E}"/>
                </a:ext>
              </a:extLst>
            </p:cNvPr>
            <p:cNvSpPr txBox="1">
              <a:spLocks noChangeArrowheads="1"/>
            </p:cNvSpPr>
            <p:nvPr/>
          </p:nvSpPr>
          <p:spPr bwMode="auto">
            <a:xfrm>
              <a:off x="343667" y="1627008"/>
              <a:ext cx="2189181" cy="156966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Quinta sección, </a:t>
              </a:r>
              <a:b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r>
                <a:rPr kumimoji="0" lang="es-ES" altLang="es-ES" sz="24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a 24 puntos</a:t>
              </a:r>
              <a:b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br>
              <a:endPar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200" b="0" i="0" u="none" strike="noStrike" kern="1200" cap="none" spc="0" normalizeH="0" baseline="0" noProof="0" dirty="0">
                  <a:ln>
                    <a:noFill/>
                  </a:ln>
                  <a:solidFill>
                    <a:srgbClr val="FFFFFF"/>
                  </a:solidFill>
                  <a:effectLst/>
                  <a:uLnTx/>
                  <a:uFillTx/>
                  <a:latin typeface="Movistar Sans Medium" pitchFamily="2" charset="77"/>
                  <a:ea typeface="ヒラギノ角ゴ ProN W3" charset="-128"/>
                  <a:cs typeface="Movistar Sans" panose="020B0604020202020204" pitchFamily="34" charset="0"/>
                  <a:sym typeface="Movistar Sans" charset="0"/>
                </a:rPr>
                <a:t>Texto secundario, 12 puntos</a:t>
              </a:r>
              <a:endParaRPr kumimoji="0" lang="es-ES" altLang="es-ES" sz="2000" b="0" i="0" u="none" strike="noStrike" kern="1200" cap="none" spc="0" normalizeH="0" baseline="0" noProof="0" dirty="0">
                <a:ln>
                  <a:noFill/>
                </a:ln>
                <a:solidFill>
                  <a:srgbClr val="262422"/>
                </a:solidFill>
                <a:effectLst/>
                <a:uLnTx/>
                <a:uFillTx/>
                <a:latin typeface="Movistar Sans Medium" pitchFamily="2" charset="77"/>
                <a:ea typeface="ヒラギノ角ゴ ProN W3" charset="-128"/>
                <a:cs typeface="Movistar Sans" panose="020B0604020202020204" pitchFamily="34" charset="0"/>
                <a:sym typeface="Movistar Sans" charset="0"/>
              </a:endParaRPr>
            </a:p>
          </p:txBody>
        </p:sp>
        <p:sp>
          <p:nvSpPr>
            <p:cNvPr id="42" name="13 CuadroTexto__10">
              <a:extLst>
                <a:ext uri="{FF2B5EF4-FFF2-40B4-BE49-F238E27FC236}">
                  <a16:creationId xmlns:a16="http://schemas.microsoft.com/office/drawing/2014/main" id="{358846B5-D3C2-0BCD-0889-FE3DD9F70BC1}"/>
                </a:ext>
              </a:extLst>
            </p:cNvPr>
            <p:cNvSpPr txBox="1">
              <a:spLocks noChangeArrowheads="1"/>
            </p:cNvSpPr>
            <p:nvPr/>
          </p:nvSpPr>
          <p:spPr bwMode="auto">
            <a:xfrm>
              <a:off x="2203083" y="3514724"/>
              <a:ext cx="491221" cy="46166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altLang="es-ES" sz="2400" b="1" i="0" u="none" strike="noStrike" kern="0" cap="none" spc="0" normalizeH="0" baseline="0" noProof="0" dirty="0">
                  <a:ln>
                    <a:noFill/>
                  </a:ln>
                  <a:solidFill>
                    <a:srgbClr val="FFFFFF"/>
                  </a:solidFill>
                  <a:effectLst/>
                  <a:uLnTx/>
                  <a:uFillTx/>
                  <a:latin typeface="Movistar Sans Extrabold" pitchFamily="2" charset="77"/>
                  <a:ea typeface="Movistar Sans Extrabold" pitchFamily="2" charset="77"/>
                  <a:cs typeface="Movistar Sans" panose="020B0604020202020204" pitchFamily="34" charset="0"/>
                  <a:sym typeface="Movistar Sans" charset="0"/>
                </a:rPr>
                <a:t>5</a:t>
              </a:r>
            </a:p>
          </p:txBody>
        </p:sp>
        <p:cxnSp>
          <p:nvCxnSpPr>
            <p:cNvPr id="44" name="Conector recto 43">
              <a:extLst>
                <a:ext uri="{FF2B5EF4-FFF2-40B4-BE49-F238E27FC236}">
                  <a16:creationId xmlns:a16="http://schemas.microsoft.com/office/drawing/2014/main" id="{EE36156B-558E-39E4-1A69-B82F8C0FFC41}"/>
                </a:ext>
              </a:extLst>
            </p:cNvPr>
            <p:cNvCxnSpPr>
              <a:cxnSpLocks/>
            </p:cNvCxnSpPr>
            <p:nvPr/>
          </p:nvCxnSpPr>
          <p:spPr>
            <a:xfrm>
              <a:off x="439097" y="3516368"/>
              <a:ext cx="2093751" cy="0"/>
            </a:xfrm>
            <a:prstGeom prst="line">
              <a:avLst/>
            </a:prstGeom>
            <a:ln>
              <a:solidFill>
                <a:schemeClr val="tx1">
                  <a:lumMod val="40000"/>
                  <a:lumOff val="60000"/>
                </a:schemeClr>
              </a:solidFill>
            </a:ln>
          </p:spPr>
          <p:style>
            <a:lnRef idx="1">
              <a:schemeClr val="accent1"/>
            </a:lnRef>
            <a:fillRef idx="0">
              <a:schemeClr val="accent1"/>
            </a:fillRef>
            <a:effectRef idx="0">
              <a:schemeClr val="accent1"/>
            </a:effectRef>
            <a:fontRef idx="minor">
              <a:schemeClr val="tx1"/>
            </a:fontRef>
          </p:style>
        </p:cxnSp>
      </p:grpSp>
      <p:sp>
        <p:nvSpPr>
          <p:cNvPr id="7" name="Text Placeholder 6">
            <a:extLst>
              <a:ext uri="{FF2B5EF4-FFF2-40B4-BE49-F238E27FC236}">
                <a16:creationId xmlns:a16="http://schemas.microsoft.com/office/drawing/2014/main" id="{CE3DDC3F-5D4E-6824-10E4-13F77D9AC1D6}"/>
              </a:ext>
            </a:extLst>
          </p:cNvPr>
          <p:cNvSpPr>
            <a:spLocks noGrp="1"/>
          </p:cNvSpPr>
          <p:nvPr>
            <p:ph type="body" sz="quarter" idx="66"/>
          </p:nvPr>
        </p:nvSpPr>
        <p:spPr/>
        <p:txBody>
          <a:bodyPr/>
          <a:lstStyle/>
          <a:p>
            <a:pPr/>
            <a:r>
              <a:rPr lang="en-US" dirty="0"/>
              <a:t>Agenda</a:t>
            </a:r>
          </a:p>
        </p:txBody>
      </p:sp>
      <p:pic>
        <p:nvPicPr>
          <p:cNvPr id="5" name="Gráfico 44">
            <a:extLst>
              <a:ext uri="{FF2B5EF4-FFF2-40B4-BE49-F238E27FC236}">
                <a16:creationId xmlns:a16="http://schemas.microsoft.com/office/drawing/2014/main" id="{4CC9714B-057E-CF57-E180-13DDD209CD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01144" y="6355461"/>
            <a:ext cx="454166" cy="336962"/>
          </a:xfrm>
          <a:prstGeom prst="rect">
            <a:avLst/>
          </a:prstGeom>
        </p:spPr>
      </p:pic>
      <p:pic>
        <p:nvPicPr>
          <p:cNvPr id="6" name="Gráfico 5">
            <a:extLst>
              <a:ext uri="{FF2B5EF4-FFF2-40B4-BE49-F238E27FC236}">
                <a16:creationId xmlns:a16="http://schemas.microsoft.com/office/drawing/2014/main" id="{171FBFB4-B76B-1CBC-C57F-FD65720B815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39514151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262422"/>
        </a:solidFill>
        <a:effectLst/>
      </p:bgPr>
    </p:bg>
    <p:spTree>
      <p:nvGrpSpPr>
        <p:cNvPr id="1" name=""/>
        <p:cNvGrpSpPr/>
        <p:nvPr/>
      </p:nvGrpSpPr>
      <p:grpSpPr>
        <a:xfrm>
          <a:off x="0" y="0"/>
          <a:ext cx="0" cy="0"/>
          <a:chOff x="0" y="0"/>
          <a:chExt cx="0" cy="0"/>
        </a:xfrm>
      </p:grpSpPr>
      <p:grpSp>
        <p:nvGrpSpPr>
          <p:cNvPr id="6" name="Group 20">
            <a:extLst>
              <a:ext uri="{FF2B5EF4-FFF2-40B4-BE49-F238E27FC236}">
                <a16:creationId xmlns:a16="http://schemas.microsoft.com/office/drawing/2014/main" id="{BAB9544B-7327-4B7B-EC2A-60C7B8872080}"/>
              </a:ext>
            </a:extLst>
          </p:cNvPr>
          <p:cNvGrpSpPr/>
          <p:nvPr/>
        </p:nvGrpSpPr>
        <p:grpSpPr>
          <a:xfrm>
            <a:off x="3029708" y="2403590"/>
            <a:ext cx="1757743" cy="2845146"/>
            <a:chOff x="429872" y="2259449"/>
            <a:chExt cx="1757743" cy="2845146"/>
          </a:xfrm>
        </p:grpSpPr>
        <p:sp>
          <p:nvSpPr>
            <p:cNvPr id="7" name="13 CuadroTexto">
              <a:extLst>
                <a:ext uri="{FF2B5EF4-FFF2-40B4-BE49-F238E27FC236}">
                  <a16:creationId xmlns:a16="http://schemas.microsoft.com/office/drawing/2014/main" id="{914BE396-F5A8-5192-589A-F09B5B813854}"/>
                </a:ext>
              </a:extLst>
            </p:cNvPr>
            <p:cNvSpPr txBox="1">
              <a:spLocks noChangeArrowheads="1"/>
            </p:cNvSpPr>
            <p:nvPr/>
          </p:nvSpPr>
          <p:spPr bwMode="auto">
            <a:xfrm>
              <a:off x="442913" y="2259449"/>
              <a:ext cx="1129987"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5000" b="1" i="0" u="none" strike="noStrike" kern="1200" cap="none" spc="0" normalizeH="0" baseline="0" noProof="0" dirty="0">
                  <a:ln>
                    <a:noFill/>
                  </a:ln>
                  <a:solidFill>
                    <a:srgbClr val="D3EEFF"/>
                  </a:solidFill>
                  <a:effectLst/>
                  <a:uLnTx/>
                  <a:uFillTx/>
                  <a:latin typeface="Movistar Sans" pitchFamily="50" charset="0"/>
                  <a:ea typeface="Movistar Sans" pitchFamily="50" charset="0"/>
                  <a:cs typeface="Movistar Sans" panose="020B0604020202020204" pitchFamily="34" charset="0"/>
                  <a:sym typeface="Movistar Sans" charset="0"/>
                </a:rPr>
                <a:t>02</a:t>
              </a:r>
              <a:endParaRPr kumimoji="0" lang="es-ES" altLang="es-ES" sz="1800" b="1" i="0" u="none" strike="noStrike" kern="1200" cap="none" spc="0" normalizeH="0" baseline="0" noProof="0" dirty="0">
                <a:ln>
                  <a:noFill/>
                </a:ln>
                <a:solidFill>
                  <a:srgbClr val="D3EEFF"/>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sp>
          <p:nvSpPr>
            <p:cNvPr id="8" name="13 CuadroTexto__2">
              <a:extLst>
                <a:ext uri="{FF2B5EF4-FFF2-40B4-BE49-F238E27FC236}">
                  <a16:creationId xmlns:a16="http://schemas.microsoft.com/office/drawing/2014/main" id="{26385742-432F-2F80-AEEE-6E163CE9BAA4}"/>
                </a:ext>
              </a:extLst>
            </p:cNvPr>
            <p:cNvSpPr txBox="1">
              <a:spLocks noChangeArrowheads="1"/>
            </p:cNvSpPr>
            <p:nvPr/>
          </p:nvSpPr>
          <p:spPr bwMode="auto">
            <a:xfrm>
              <a:off x="429872" y="3227158"/>
              <a:ext cx="1757743" cy="187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Primera sección, </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a 14 puntos</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lumMod val="85000"/>
                    </a:srgbClr>
                  </a:solidFill>
                  <a:effectLst/>
                  <a:uLnTx/>
                  <a:uFillTx/>
                  <a:latin typeface="Movistar Sans" pitchFamily="50" charset="0"/>
                  <a:ea typeface="Movistar Sans" pitchFamily="50" charset="0"/>
                  <a:cs typeface="Movistar Sans" panose="020B0604020202020204" pitchFamily="34" charset="0"/>
                  <a:sym typeface="Movistar Sans" charset="0"/>
                </a:rPr>
                <a:t>Texto secundario, 14 puntos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24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grpSp>
      <p:grpSp>
        <p:nvGrpSpPr>
          <p:cNvPr id="9" name="Group 1">
            <a:extLst>
              <a:ext uri="{FF2B5EF4-FFF2-40B4-BE49-F238E27FC236}">
                <a16:creationId xmlns:a16="http://schemas.microsoft.com/office/drawing/2014/main" id="{D3220CFA-A11B-21C5-E431-EBEEAC3330AA}"/>
              </a:ext>
            </a:extLst>
          </p:cNvPr>
          <p:cNvGrpSpPr/>
          <p:nvPr/>
        </p:nvGrpSpPr>
        <p:grpSpPr>
          <a:xfrm>
            <a:off x="844069" y="2403590"/>
            <a:ext cx="1757743" cy="2845146"/>
            <a:chOff x="429872" y="2259449"/>
            <a:chExt cx="1757743" cy="2845146"/>
          </a:xfrm>
        </p:grpSpPr>
        <p:sp>
          <p:nvSpPr>
            <p:cNvPr id="10" name="13 CuadroTexto__3">
              <a:extLst>
                <a:ext uri="{FF2B5EF4-FFF2-40B4-BE49-F238E27FC236}">
                  <a16:creationId xmlns:a16="http://schemas.microsoft.com/office/drawing/2014/main" id="{37E9FFFA-E5A6-CF4E-35D6-86892924F0D1}"/>
                </a:ext>
              </a:extLst>
            </p:cNvPr>
            <p:cNvSpPr txBox="1">
              <a:spLocks noChangeArrowheads="1"/>
            </p:cNvSpPr>
            <p:nvPr/>
          </p:nvSpPr>
          <p:spPr bwMode="auto">
            <a:xfrm>
              <a:off x="442913" y="2259449"/>
              <a:ext cx="1129987"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5000" b="1" i="0" u="none" strike="noStrike" kern="1200" cap="none" spc="0" normalizeH="0" baseline="0" noProof="0" dirty="0">
                  <a:ln>
                    <a:noFill/>
                  </a:ln>
                  <a:solidFill>
                    <a:srgbClr val="0066FF"/>
                  </a:solidFill>
                  <a:effectLst/>
                  <a:uLnTx/>
                  <a:uFillTx/>
                  <a:latin typeface="Movistar Sans" pitchFamily="50" charset="0"/>
                  <a:ea typeface="Movistar Sans" pitchFamily="50" charset="0"/>
                  <a:cs typeface="Movistar Sans" panose="020B0604020202020204" pitchFamily="34" charset="0"/>
                  <a:sym typeface="Movistar Sans" charset="0"/>
                </a:rPr>
                <a:t>01</a:t>
              </a:r>
              <a:endParaRPr kumimoji="0" lang="es-ES" altLang="es-ES" sz="1800" b="1" i="0" u="none" strike="noStrike" kern="1200" cap="none" spc="0" normalizeH="0" baseline="0" noProof="0" dirty="0">
                <a:ln>
                  <a:noFill/>
                </a:ln>
                <a:solidFill>
                  <a:srgbClr val="0066FF"/>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sp>
          <p:nvSpPr>
            <p:cNvPr id="11" name="13 CuadroTexto__4">
              <a:extLst>
                <a:ext uri="{FF2B5EF4-FFF2-40B4-BE49-F238E27FC236}">
                  <a16:creationId xmlns:a16="http://schemas.microsoft.com/office/drawing/2014/main" id="{D1E5FAC7-9086-627D-41C3-94E5F837F266}"/>
                </a:ext>
              </a:extLst>
            </p:cNvPr>
            <p:cNvSpPr txBox="1">
              <a:spLocks noChangeArrowheads="1"/>
            </p:cNvSpPr>
            <p:nvPr/>
          </p:nvSpPr>
          <p:spPr bwMode="auto">
            <a:xfrm>
              <a:off x="429872" y="3227158"/>
              <a:ext cx="1757743" cy="187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Primera sección, </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a 14 puntos</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lumMod val="85000"/>
                    </a:srgbClr>
                  </a:solidFill>
                  <a:effectLst/>
                  <a:uLnTx/>
                  <a:uFillTx/>
                  <a:latin typeface="Movistar Sans" pitchFamily="50" charset="0"/>
                  <a:ea typeface="Movistar Sans" pitchFamily="50" charset="0"/>
                  <a:cs typeface="Movistar Sans" panose="020B0604020202020204" pitchFamily="34" charset="0"/>
                  <a:sym typeface="Movistar Sans" charset="0"/>
                </a:rPr>
                <a:t>Texto secundario, 14 puntos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24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grpSp>
      <p:grpSp>
        <p:nvGrpSpPr>
          <p:cNvPr id="12" name="Group 23">
            <a:extLst>
              <a:ext uri="{FF2B5EF4-FFF2-40B4-BE49-F238E27FC236}">
                <a16:creationId xmlns:a16="http://schemas.microsoft.com/office/drawing/2014/main" id="{54B7A968-37B6-2D04-C2DC-B5A01772FD83}"/>
              </a:ext>
            </a:extLst>
          </p:cNvPr>
          <p:cNvGrpSpPr/>
          <p:nvPr/>
        </p:nvGrpSpPr>
        <p:grpSpPr>
          <a:xfrm>
            <a:off x="5204196" y="2403590"/>
            <a:ext cx="1757743" cy="2845146"/>
            <a:chOff x="429872" y="2259449"/>
            <a:chExt cx="1757743" cy="2845146"/>
          </a:xfrm>
        </p:grpSpPr>
        <p:sp>
          <p:nvSpPr>
            <p:cNvPr id="13" name="13 CuadroTexto__5">
              <a:extLst>
                <a:ext uri="{FF2B5EF4-FFF2-40B4-BE49-F238E27FC236}">
                  <a16:creationId xmlns:a16="http://schemas.microsoft.com/office/drawing/2014/main" id="{880C4B38-D10E-8105-FCAE-F49791C0623C}"/>
                </a:ext>
              </a:extLst>
            </p:cNvPr>
            <p:cNvSpPr txBox="1">
              <a:spLocks noChangeArrowheads="1"/>
            </p:cNvSpPr>
            <p:nvPr/>
          </p:nvSpPr>
          <p:spPr bwMode="auto">
            <a:xfrm>
              <a:off x="442913" y="2259449"/>
              <a:ext cx="1129987"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5000" b="1" i="0" u="none" strike="noStrike" kern="1200" cap="none" spc="0" normalizeH="0" baseline="0" noProof="0" dirty="0">
                  <a:ln>
                    <a:noFill/>
                  </a:ln>
                  <a:solidFill>
                    <a:srgbClr val="FFC5A8"/>
                  </a:solidFill>
                  <a:effectLst/>
                  <a:uLnTx/>
                  <a:uFillTx/>
                  <a:latin typeface="Movistar Sans" pitchFamily="50" charset="0"/>
                  <a:ea typeface="Movistar Sans" pitchFamily="50" charset="0"/>
                  <a:cs typeface="Movistar Sans" panose="020B0604020202020204" pitchFamily="34" charset="0"/>
                  <a:sym typeface="Movistar Sans" charset="0"/>
                </a:rPr>
                <a:t>03</a:t>
              </a:r>
              <a:endParaRPr kumimoji="0" lang="es-ES" altLang="es-ES" sz="1800" b="1" i="0" u="none" strike="noStrike" kern="1200" cap="none" spc="0" normalizeH="0" baseline="0" noProof="0" dirty="0">
                <a:ln>
                  <a:noFill/>
                </a:ln>
                <a:solidFill>
                  <a:srgbClr val="FFC5A8"/>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sp>
          <p:nvSpPr>
            <p:cNvPr id="14" name="13 CuadroTexto__6">
              <a:extLst>
                <a:ext uri="{FF2B5EF4-FFF2-40B4-BE49-F238E27FC236}">
                  <a16:creationId xmlns:a16="http://schemas.microsoft.com/office/drawing/2014/main" id="{FACC6133-0C60-AA6E-D973-039B765A0C63}"/>
                </a:ext>
              </a:extLst>
            </p:cNvPr>
            <p:cNvSpPr txBox="1">
              <a:spLocks noChangeArrowheads="1"/>
            </p:cNvSpPr>
            <p:nvPr/>
          </p:nvSpPr>
          <p:spPr bwMode="auto">
            <a:xfrm>
              <a:off x="429872" y="3227158"/>
              <a:ext cx="1757743" cy="187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Primera sección, </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a 14 puntos</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lumMod val="85000"/>
                    </a:srgbClr>
                  </a:solidFill>
                  <a:effectLst/>
                  <a:uLnTx/>
                  <a:uFillTx/>
                  <a:latin typeface="Movistar Sans" pitchFamily="50" charset="0"/>
                  <a:ea typeface="Movistar Sans" pitchFamily="50" charset="0"/>
                  <a:cs typeface="Movistar Sans" panose="020B0604020202020204" pitchFamily="34" charset="0"/>
                  <a:sym typeface="Movistar Sans" charset="0"/>
                </a:rPr>
                <a:t>Texto secundario, 14 puntos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24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grpSp>
      <p:grpSp>
        <p:nvGrpSpPr>
          <p:cNvPr id="15" name="Group 26">
            <a:extLst>
              <a:ext uri="{FF2B5EF4-FFF2-40B4-BE49-F238E27FC236}">
                <a16:creationId xmlns:a16="http://schemas.microsoft.com/office/drawing/2014/main" id="{81F952B3-1E38-8292-D5CB-8964E5918CB1}"/>
              </a:ext>
            </a:extLst>
          </p:cNvPr>
          <p:cNvGrpSpPr/>
          <p:nvPr/>
        </p:nvGrpSpPr>
        <p:grpSpPr>
          <a:xfrm>
            <a:off x="7389835" y="2403590"/>
            <a:ext cx="1757743" cy="2845146"/>
            <a:chOff x="429872" y="2259449"/>
            <a:chExt cx="1757743" cy="2845146"/>
          </a:xfrm>
        </p:grpSpPr>
        <p:sp>
          <p:nvSpPr>
            <p:cNvPr id="16" name="13 CuadroTexto__7">
              <a:extLst>
                <a:ext uri="{FF2B5EF4-FFF2-40B4-BE49-F238E27FC236}">
                  <a16:creationId xmlns:a16="http://schemas.microsoft.com/office/drawing/2014/main" id="{B7BF68BE-D01E-76DB-A902-2F560C4D3D18}"/>
                </a:ext>
              </a:extLst>
            </p:cNvPr>
            <p:cNvSpPr txBox="1">
              <a:spLocks noChangeArrowheads="1"/>
            </p:cNvSpPr>
            <p:nvPr/>
          </p:nvSpPr>
          <p:spPr bwMode="auto">
            <a:xfrm>
              <a:off x="442913" y="2259449"/>
              <a:ext cx="1129987"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5000" b="1" i="0" u="none" strike="noStrike" kern="1200" cap="none" spc="0" normalizeH="0" baseline="0" noProof="0" dirty="0">
                  <a:ln>
                    <a:noFill/>
                  </a:ln>
                  <a:solidFill>
                    <a:srgbClr val="CEF7BF"/>
                  </a:solidFill>
                  <a:effectLst/>
                  <a:uLnTx/>
                  <a:uFillTx/>
                  <a:latin typeface="Movistar Sans" pitchFamily="50" charset="0"/>
                  <a:ea typeface="Movistar Sans" pitchFamily="50" charset="0"/>
                  <a:cs typeface="Movistar Sans" panose="020B0604020202020204" pitchFamily="34" charset="0"/>
                  <a:sym typeface="Movistar Sans" charset="0"/>
                </a:rPr>
                <a:t>04</a:t>
              </a:r>
              <a:endParaRPr kumimoji="0" lang="es-ES" altLang="es-ES" sz="1800" b="1" i="0" u="none" strike="noStrike" kern="1200" cap="none" spc="0" normalizeH="0" baseline="0" noProof="0" dirty="0">
                <a:ln>
                  <a:noFill/>
                </a:ln>
                <a:solidFill>
                  <a:srgbClr val="CEF7BF"/>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sp>
          <p:nvSpPr>
            <p:cNvPr id="17" name="13 CuadroTexto__8">
              <a:extLst>
                <a:ext uri="{FF2B5EF4-FFF2-40B4-BE49-F238E27FC236}">
                  <a16:creationId xmlns:a16="http://schemas.microsoft.com/office/drawing/2014/main" id="{E2AD0D5A-3862-A561-9D8C-5543F651861A}"/>
                </a:ext>
              </a:extLst>
            </p:cNvPr>
            <p:cNvSpPr txBox="1">
              <a:spLocks noChangeArrowheads="1"/>
            </p:cNvSpPr>
            <p:nvPr/>
          </p:nvSpPr>
          <p:spPr bwMode="auto">
            <a:xfrm>
              <a:off x="429872" y="3227158"/>
              <a:ext cx="1757743" cy="187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Primera sección, </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a 14 puntos</a:t>
              </a:r>
              <a:br>
                <a:rPr kumimoji="0" lang="es-ES" altLang="es-ES" sz="14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lumMod val="85000"/>
                    </a:srgbClr>
                  </a:solidFill>
                  <a:effectLst/>
                  <a:uLnTx/>
                  <a:uFillTx/>
                  <a:latin typeface="Movistar Sans" pitchFamily="50" charset="0"/>
                  <a:ea typeface="Movistar Sans" pitchFamily="50" charset="0"/>
                  <a:cs typeface="Movistar Sans" panose="020B0604020202020204" pitchFamily="34" charset="0"/>
                  <a:sym typeface="Movistar Sans" charset="0"/>
                </a:rPr>
                <a:t>Texto secundario, 14 puntos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24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grpSp>
      <p:grpSp>
        <p:nvGrpSpPr>
          <p:cNvPr id="18" name="Group 29">
            <a:extLst>
              <a:ext uri="{FF2B5EF4-FFF2-40B4-BE49-F238E27FC236}">
                <a16:creationId xmlns:a16="http://schemas.microsoft.com/office/drawing/2014/main" id="{51CD8A36-1341-5545-F16F-B86778F2217F}"/>
              </a:ext>
            </a:extLst>
          </p:cNvPr>
          <p:cNvGrpSpPr/>
          <p:nvPr/>
        </p:nvGrpSpPr>
        <p:grpSpPr>
          <a:xfrm>
            <a:off x="9475113" y="2403590"/>
            <a:ext cx="1757743" cy="2845146"/>
            <a:chOff x="429872" y="2259449"/>
            <a:chExt cx="1757743" cy="2845146"/>
          </a:xfrm>
        </p:grpSpPr>
        <p:sp>
          <p:nvSpPr>
            <p:cNvPr id="19" name="13 CuadroTexto__9">
              <a:extLst>
                <a:ext uri="{FF2B5EF4-FFF2-40B4-BE49-F238E27FC236}">
                  <a16:creationId xmlns:a16="http://schemas.microsoft.com/office/drawing/2014/main" id="{D72324F6-A811-45CA-476F-43C1975D511D}"/>
                </a:ext>
              </a:extLst>
            </p:cNvPr>
            <p:cNvSpPr txBox="1">
              <a:spLocks noChangeArrowheads="1"/>
            </p:cNvSpPr>
            <p:nvPr/>
          </p:nvSpPr>
          <p:spPr bwMode="auto">
            <a:xfrm>
              <a:off x="442913" y="2259449"/>
              <a:ext cx="1129987" cy="86177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5000" b="1" i="0" u="none" strike="noStrike" kern="1200" cap="none" spc="0" normalizeH="0" baseline="0" noProof="0" dirty="0">
                  <a:ln>
                    <a:noFill/>
                  </a:ln>
                  <a:solidFill>
                    <a:srgbClr val="FFE99C"/>
                  </a:solidFill>
                  <a:effectLst/>
                  <a:uLnTx/>
                  <a:uFillTx/>
                  <a:latin typeface="Movistar Sans" pitchFamily="50" charset="0"/>
                  <a:ea typeface="Movistar Sans" pitchFamily="50" charset="0"/>
                  <a:cs typeface="Movistar Sans" panose="020B0604020202020204" pitchFamily="34" charset="0"/>
                  <a:sym typeface="Movistar Sans" charset="0"/>
                </a:rPr>
                <a:t>05</a:t>
              </a:r>
              <a:endParaRPr kumimoji="0" lang="es-ES" altLang="es-ES" sz="1800" b="1" i="0" u="none" strike="noStrike" kern="1200" cap="none" spc="0" normalizeH="0" baseline="0" noProof="0" dirty="0">
                <a:ln>
                  <a:noFill/>
                </a:ln>
                <a:solidFill>
                  <a:srgbClr val="FFE99C"/>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sp>
          <p:nvSpPr>
            <p:cNvPr id="20" name="13 CuadroTexto__10">
              <a:extLst>
                <a:ext uri="{FF2B5EF4-FFF2-40B4-BE49-F238E27FC236}">
                  <a16:creationId xmlns:a16="http://schemas.microsoft.com/office/drawing/2014/main" id="{5DB7ACD8-5D9C-77B6-1A00-34BD0E3A13E8}"/>
                </a:ext>
              </a:extLst>
            </p:cNvPr>
            <p:cNvSpPr txBox="1">
              <a:spLocks noChangeArrowheads="1"/>
            </p:cNvSpPr>
            <p:nvPr/>
          </p:nvSpPr>
          <p:spPr bwMode="auto">
            <a:xfrm>
              <a:off x="429872" y="3227158"/>
              <a:ext cx="1757743" cy="1877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800">
                  <a:solidFill>
                    <a:srgbClr val="262423"/>
                  </a:solidFill>
                  <a:latin typeface="Movistar Sans" panose="020B0604020202020204" pitchFamily="34" charset="0"/>
                  <a:ea typeface="ヒラギノ角ゴ ProN W3" charset="-128"/>
                  <a:sym typeface="Movistar Sans" charset="0"/>
                </a:defRPr>
              </a:lvl1pPr>
              <a:lvl2pPr marL="742950" indent="-285750">
                <a:defRPr sz="2800">
                  <a:solidFill>
                    <a:srgbClr val="262423"/>
                  </a:solidFill>
                  <a:latin typeface="Movistar Sans" panose="020B0604020202020204" pitchFamily="34" charset="0"/>
                  <a:ea typeface="ヒラギノ角ゴ ProN W3" charset="-128"/>
                  <a:sym typeface="Movistar Sans" charset="0"/>
                </a:defRPr>
              </a:lvl2pPr>
              <a:lvl3pPr marL="1143000" indent="-228600">
                <a:defRPr sz="2800">
                  <a:solidFill>
                    <a:srgbClr val="262423"/>
                  </a:solidFill>
                  <a:latin typeface="Movistar Sans" panose="020B0604020202020204" pitchFamily="34" charset="0"/>
                  <a:ea typeface="ヒラギノ角ゴ ProN W3" charset="-128"/>
                  <a:sym typeface="Movistar Sans" charset="0"/>
                </a:defRPr>
              </a:lvl3pPr>
              <a:lvl4pPr marL="1600200" indent="-228600">
                <a:defRPr sz="2800">
                  <a:solidFill>
                    <a:srgbClr val="262423"/>
                  </a:solidFill>
                  <a:latin typeface="Movistar Sans" panose="020B0604020202020204" pitchFamily="34" charset="0"/>
                  <a:ea typeface="ヒラギノ角ゴ ProN W3" charset="-128"/>
                  <a:sym typeface="Movistar Sans" charset="0"/>
                </a:defRPr>
              </a:lvl4pPr>
              <a:lvl5pPr marL="2057400" indent="-228600">
                <a:defRPr sz="2800">
                  <a:solidFill>
                    <a:srgbClr val="262423"/>
                  </a:solidFill>
                  <a:latin typeface="Movistar Sans" panose="020B0604020202020204" pitchFamily="34" charset="0"/>
                  <a:ea typeface="ヒラギノ角ゴ ProN W3" charset="-128"/>
                  <a:sym typeface="Movistar Sans" charset="0"/>
                </a:defRPr>
              </a:lvl5pPr>
              <a:lvl6pPr marL="25146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6pPr>
              <a:lvl7pPr marL="29718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7pPr>
              <a:lvl8pPr marL="34290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8pPr>
              <a:lvl9pPr marL="3886200" indent="-228600" eaLnBrk="0" fontAlgn="base" hangingPunct="0">
                <a:spcBef>
                  <a:spcPct val="0"/>
                </a:spcBef>
                <a:spcAft>
                  <a:spcPct val="0"/>
                </a:spcAft>
                <a:defRPr sz="2800">
                  <a:solidFill>
                    <a:srgbClr val="262423"/>
                  </a:solidFill>
                  <a:latin typeface="Movistar Sans" panose="020B0604020202020204" pitchFamily="34" charset="0"/>
                  <a:ea typeface="ヒラギノ角ゴ ProN W3" charset="-128"/>
                  <a:sym typeface="Movistar Sans"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Primera sección, </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t>a 14 puntos</a:t>
              </a:r>
              <a:br>
                <a:rPr kumimoji="0" lang="es-ES" altLang="es-ES" sz="1400" b="0" i="0" u="none" strike="noStrike" kern="1200" cap="none" spc="0" normalizeH="0" baseline="0" noProof="0" dirty="0">
                  <a:ln>
                    <a:noFill/>
                  </a:ln>
                  <a:solidFill>
                    <a:srgbClr val="FFFFFF"/>
                  </a:solidFill>
                  <a:effectLst/>
                  <a:uLnTx/>
                  <a:uFillTx/>
                  <a:latin typeface="Movistar Sans" pitchFamily="50" charset="0"/>
                  <a:ea typeface="Movistar Sans" pitchFamily="50" charset="0"/>
                  <a:cs typeface="Movistar Sans" panose="020B0604020202020204" pitchFamily="34" charset="0"/>
                  <a:sym typeface="Movistar Sans" charset="0"/>
                </a:rPr>
              </a:br>
              <a:r>
                <a:rPr kumimoji="0" lang="es-ES" altLang="es-ES" sz="1400" b="0" i="0" u="none" strike="noStrike" kern="1200" cap="none" spc="0" normalizeH="0" baseline="0" noProof="0" dirty="0">
                  <a:ln>
                    <a:noFill/>
                  </a:ln>
                  <a:solidFill>
                    <a:srgbClr val="FFFFFF">
                      <a:lumMod val="85000"/>
                    </a:srgbClr>
                  </a:solidFill>
                  <a:effectLst/>
                  <a:uLnTx/>
                  <a:uFillTx/>
                  <a:latin typeface="Movistar Sans" pitchFamily="50" charset="0"/>
                  <a:ea typeface="Movistar Sans" pitchFamily="50" charset="0"/>
                  <a:cs typeface="Movistar Sans" panose="020B0604020202020204" pitchFamily="34" charset="0"/>
                  <a:sym typeface="Movistar Sans" charset="0"/>
                </a:rPr>
                <a:t>Texto secundario, 14 puntos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18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s-ES" altLang="es-ES" sz="2400" b="0" i="0" u="none" strike="noStrike" kern="1200" cap="none" spc="0" normalizeH="0" baseline="0" noProof="0" dirty="0">
                <a:ln>
                  <a:noFill/>
                </a:ln>
                <a:solidFill>
                  <a:prstClr val="black"/>
                </a:solidFill>
                <a:effectLst/>
                <a:uLnTx/>
                <a:uFillTx/>
                <a:latin typeface="Movistar Sans" pitchFamily="50" charset="0"/>
                <a:ea typeface="Movistar Sans" pitchFamily="50" charset="0"/>
                <a:cs typeface="Movistar Sans" panose="020B0604020202020204" pitchFamily="34" charset="0"/>
                <a:sym typeface="Movistar Sans" charset="0"/>
              </a:endParaRPr>
            </a:p>
          </p:txBody>
        </p:sp>
      </p:grpSp>
      <p:sp>
        <p:nvSpPr>
          <p:cNvPr id="3" name="Text Placeholder 2">
            <a:extLst>
              <a:ext uri="{FF2B5EF4-FFF2-40B4-BE49-F238E27FC236}">
                <a16:creationId xmlns:a16="http://schemas.microsoft.com/office/drawing/2014/main" id="{5D23F103-2E5D-7C69-7B9B-E5A3D5CDCD96}"/>
              </a:ext>
            </a:extLst>
          </p:cNvPr>
          <p:cNvSpPr>
            <a:spLocks noGrp="1"/>
          </p:cNvSpPr>
          <p:nvPr>
            <p:ph type="body" sz="quarter" idx="66"/>
          </p:nvPr>
        </p:nvSpPr>
        <p:spPr/>
        <p:txBody>
          <a:bodyPr/>
          <a:lstStyle/>
          <a:p>
            <a:pPr/>
            <a:r>
              <a:rPr lang="en-US" dirty="0"/>
              <a:t>Agenda</a:t>
            </a:r>
          </a:p>
        </p:txBody>
      </p:sp>
      <p:pic>
        <p:nvPicPr>
          <p:cNvPr id="4" name="Gráfico 44">
            <a:extLst>
              <a:ext uri="{FF2B5EF4-FFF2-40B4-BE49-F238E27FC236}">
                <a16:creationId xmlns:a16="http://schemas.microsoft.com/office/drawing/2014/main" id="{9C5EEA6F-3365-E4B4-D8DA-D9CEC3ABF0C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01144" y="6355461"/>
            <a:ext cx="454166" cy="336962"/>
          </a:xfrm>
          <a:prstGeom prst="rect">
            <a:avLst/>
          </a:prstGeom>
        </p:spPr>
      </p:pic>
      <p:pic>
        <p:nvPicPr>
          <p:cNvPr id="5" name="Gráfico 5">
            <a:extLst>
              <a:ext uri="{FF2B5EF4-FFF2-40B4-BE49-F238E27FC236}">
                <a16:creationId xmlns:a16="http://schemas.microsoft.com/office/drawing/2014/main" id="{C78E72B2-6C28-B4E1-5390-BCFA273A34FA}"/>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14227702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01E64-581D-9D7F-4C62-52C5E26A9AA9}"/>
            </a:ext>
          </a:extLst>
        </p:cNvPr>
        <p:cNvGrpSpPr/>
        <p:nvPr/>
      </p:nvGrpSpPr>
      <p:grpSpPr>
        <a:xfrm>
          <a:off x="0" y="0"/>
          <a:ext cx="0" cy="0"/>
          <a:chOff x="0" y="0"/>
          <a:chExt cx="0" cy="0"/>
        </a:xfrm>
      </p:grpSpPr>
      <p:sp>
        <p:nvSpPr>
          <p:cNvPr id="35" name="titulo">
            <a:extLst>
              <a:ext uri="{FF2B5EF4-FFF2-40B4-BE49-F238E27FC236}">
                <a16:creationId xmlns:a16="http://schemas.microsoft.com/office/drawing/2014/main" id="{9A5723F7-6BBE-4E11-3E31-DC81F7B544B5}"/>
              </a:ext>
            </a:extLst>
          </p:cNvPr>
          <p:cNvSpPr>
            <a:spLocks noGrp="1"/>
          </p:cNvSpPr>
          <p:nvPr>
            <p:ph type="title"/>
          </p:nvPr>
        </p:nvSpPr>
        <p:spPr/>
        <p:txBody>
          <a:bodyPr/>
          <a:lstStyle/>
          <a:p>
            <a:pPr/>
            <a:r>
              <a:rPr lang="en-GB"/>
              <a:t>Agenda</a:t>
            </a:r>
            <a:br>
              <a:rPr lang="en-GB"/>
            </a:br>
            <a:r>
              <a:rPr lang="en-GB"/>
              <a:t>Nombre Presentación</a:t>
            </a:r>
            <a:endParaRPr lang="en-GB" dirty="0"/>
          </a:p>
        </p:txBody>
      </p:sp>
      <p:sp>
        <p:nvSpPr>
          <p:cNvPr id="9" name="Footer Placeholder 8">
            <a:extLst>
              <a:ext uri="{FF2B5EF4-FFF2-40B4-BE49-F238E27FC236}">
                <a16:creationId xmlns:a16="http://schemas.microsoft.com/office/drawing/2014/main" id="{979988D5-0248-B0E4-87C5-7468D7A65568}"/>
              </a:ext>
            </a:extLst>
          </p:cNvPr>
          <p:cNvSpPr>
            <a:spLocks noGrp="1"/>
          </p:cNvSpPr>
          <p:nvPr>
            <p:ph type="ftr" sz="quarter" idx="11"/>
          </p:nvPr>
        </p:nvSpPr>
        <p:spPr/>
        <p:txBody>
          <a:bodyPr/>
          <a:lstStyle/>
          <a:p>
            <a:pPr/>
          </a:p>
        </p:txBody>
      </p:sp>
      <p:sp>
        <p:nvSpPr>
          <p:cNvPr id="10" name="Slide Number Placeholder 9">
            <a:extLst>
              <a:ext uri="{FF2B5EF4-FFF2-40B4-BE49-F238E27FC236}">
                <a16:creationId xmlns:a16="http://schemas.microsoft.com/office/drawing/2014/main" id="{7CC42A81-BA84-457D-97C2-7D3711186608}"/>
              </a:ext>
            </a:extLst>
          </p:cNvPr>
          <p:cNvSpPr>
            <a:spLocks noGrp="1"/>
          </p:cNvSpPr>
          <p:nvPr>
            <p:ph type="sldNum" sz="quarter" idx="12"/>
          </p:nvPr>
        </p:nvSpPr>
        <p:spPr/>
        <p:txBody>
          <a:bodyPr/>
          <a:lstStyle/>
          <a:p>
            <a:pPr/>
            <a:fld id="{5F7B1633-95EA-F847-945E-534A0819728C}" type="slidenum">
              <a:rPr lang="en-GB" smtClean="0"/>
              <a:pPr/>
              <a:t>3</a:t>
            </a:fld>
            <a:endParaRPr lang="en-GB" sz="800"/>
          </a:p>
        </p:txBody>
      </p:sp>
      <p:sp>
        <p:nvSpPr>
          <p:cNvPr id="36" name="numero_1">
            <a:extLst>
              <a:ext uri="{FF2B5EF4-FFF2-40B4-BE49-F238E27FC236}">
                <a16:creationId xmlns:a16="http://schemas.microsoft.com/office/drawing/2014/main" id="{3273496F-B5B1-7717-7F26-E32E0BE7CBEE}"/>
              </a:ext>
            </a:extLst>
          </p:cNvPr>
          <p:cNvSpPr>
            <a:spLocks noGrp="1"/>
          </p:cNvSpPr>
          <p:nvPr>
            <p:ph type="body" sz="quarter" idx="13"/>
          </p:nvPr>
        </p:nvSpPr>
        <p:spPr/>
        <p:txBody>
          <a:bodyPr/>
          <a:lstStyle/>
          <a:p>
            <a:pPr/>
            <a:r>
              <a:rPr lang="en-GB"/>
              <a:t>1</a:t>
            </a:r>
            <a:endParaRPr lang="en-GB" dirty="0"/>
          </a:p>
        </p:txBody>
      </p:sp>
      <p:sp>
        <p:nvSpPr>
          <p:cNvPr id="6" name="numero_2">
            <a:extLst>
              <a:ext uri="{FF2B5EF4-FFF2-40B4-BE49-F238E27FC236}">
                <a16:creationId xmlns:a16="http://schemas.microsoft.com/office/drawing/2014/main" id="{4A9C0A15-7ACA-F5C0-999C-B60AE181D63E}"/>
              </a:ext>
            </a:extLst>
          </p:cNvPr>
          <p:cNvSpPr>
            <a:spLocks noGrp="1"/>
          </p:cNvSpPr>
          <p:nvPr>
            <p:ph type="body" sz="quarter" idx="16"/>
          </p:nvPr>
        </p:nvSpPr>
        <p:spPr/>
        <p:txBody>
          <a:bodyPr/>
          <a:lstStyle/>
          <a:p>
            <a:pPr/>
            <a:r>
              <a:rPr lang="en-GB" dirty="0"/>
              <a:t>2</a:t>
            </a:r>
          </a:p>
        </p:txBody>
      </p:sp>
      <p:sp>
        <p:nvSpPr>
          <p:cNvPr id="12" name="numero_3">
            <a:extLst>
              <a:ext uri="{FF2B5EF4-FFF2-40B4-BE49-F238E27FC236}">
                <a16:creationId xmlns:a16="http://schemas.microsoft.com/office/drawing/2014/main" id="{CB6D5078-6719-B906-08D9-BDABB5485169}"/>
              </a:ext>
            </a:extLst>
          </p:cNvPr>
          <p:cNvSpPr>
            <a:spLocks noGrp="1"/>
          </p:cNvSpPr>
          <p:nvPr>
            <p:ph type="body" sz="quarter" idx="19"/>
          </p:nvPr>
        </p:nvSpPr>
        <p:spPr/>
        <p:txBody>
          <a:bodyPr>
            <a:noAutofit/>
          </a:bodyPr>
          <a:lstStyle/>
          <a:p>
            <a:pPr/>
            <a:r>
              <a:rPr lang="en-GB" dirty="0"/>
              <a:t>3</a:t>
            </a:r>
          </a:p>
        </p:txBody>
      </p:sp>
      <p:sp>
        <p:nvSpPr>
          <p:cNvPr id="37" name="etiqueta_3">
            <a:extLst>
              <a:ext uri="{FF2B5EF4-FFF2-40B4-BE49-F238E27FC236}">
                <a16:creationId xmlns:a16="http://schemas.microsoft.com/office/drawing/2014/main" id="{A61DC9E2-29FF-29D1-ECA0-FBEF0ACBB58A}"/>
              </a:ext>
            </a:extLst>
          </p:cNvPr>
          <p:cNvSpPr>
            <a:spLocks noGrp="1"/>
          </p:cNvSpPr>
          <p:nvPr>
            <p:ph type="body" sz="quarter" idx="20"/>
          </p:nvPr>
        </p:nvSpPr>
        <p:spPr/>
        <p:txBody>
          <a:bodyPr/>
          <a:lstStyle/>
          <a:p>
            <a:pPr/>
            <a:r>
              <a:rPr lang="en-GB" dirty="0" err="1"/>
              <a:t>Título</a:t>
            </a:r>
            <a:r>
              <a:rPr lang="en-GB" dirty="0"/>
              <a:t> del </a:t>
            </a:r>
          </a:p>
          <a:p>
            <a:pPr/>
            <a:r>
              <a:rPr lang="en-GB" dirty="0"/>
              <a:t>tercer </a:t>
            </a:r>
            <a:r>
              <a:rPr lang="en-GB" dirty="0" err="1"/>
              <a:t>capítulo</a:t>
            </a:r>
            <a:endParaRPr lang="en-GB" dirty="0"/>
          </a:p>
        </p:txBody>
      </p:sp>
      <p:sp>
        <p:nvSpPr>
          <p:cNvPr id="38" name="cuerpo_3">
            <a:extLst>
              <a:ext uri="{FF2B5EF4-FFF2-40B4-BE49-F238E27FC236}">
                <a16:creationId xmlns:a16="http://schemas.microsoft.com/office/drawing/2014/main" id="{69385B47-C59A-E1AE-C32D-24E648B8E748}"/>
              </a:ext>
            </a:extLst>
          </p:cNvPr>
          <p:cNvSpPr>
            <a:spLocks noGrp="1"/>
          </p:cNvSpPr>
          <p:nvPr>
            <p:ph type="body" sz="quarter" idx="21"/>
          </p:nvPr>
        </p:nvSpPr>
        <p:spPr/>
        <p:txBody>
          <a:bodyPr/>
          <a:lstStyle/>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endParaRPr lang="en-GB" dirty="0"/>
          </a:p>
        </p:txBody>
      </p:sp>
      <p:sp>
        <p:nvSpPr>
          <p:cNvPr id="39" name="etiqueta_2">
            <a:extLst>
              <a:ext uri="{FF2B5EF4-FFF2-40B4-BE49-F238E27FC236}">
                <a16:creationId xmlns:a16="http://schemas.microsoft.com/office/drawing/2014/main" id="{A1C1F3E5-4E9B-6C2C-4010-B4BA67EBC6A6}"/>
              </a:ext>
            </a:extLst>
          </p:cNvPr>
          <p:cNvSpPr>
            <a:spLocks noGrp="1"/>
          </p:cNvSpPr>
          <p:nvPr>
            <p:ph type="body" sz="quarter" idx="22"/>
          </p:nvPr>
        </p:nvSpPr>
        <p:spPr/>
        <p:txBody>
          <a:bodyPr/>
          <a:lstStyle/>
          <a:p>
            <a:pPr/>
            <a:r>
              <a:rPr lang="en-GB" dirty="0" err="1"/>
              <a:t>Título</a:t>
            </a:r>
            <a:r>
              <a:rPr lang="en-GB" dirty="0"/>
              <a:t> del </a:t>
            </a:r>
          </a:p>
          <a:p>
            <a:pPr/>
            <a:r>
              <a:rPr lang="en-GB" dirty="0" err="1"/>
              <a:t>segundo</a:t>
            </a:r>
            <a:r>
              <a:rPr lang="en-GB" dirty="0"/>
              <a:t> </a:t>
            </a:r>
            <a:r>
              <a:rPr lang="en-GB" dirty="0" err="1"/>
              <a:t>capítulo</a:t>
            </a:r>
            <a:endParaRPr lang="en-GB" dirty="0"/>
          </a:p>
        </p:txBody>
      </p:sp>
      <p:sp>
        <p:nvSpPr>
          <p:cNvPr id="40" name="cuerpo_2">
            <a:extLst>
              <a:ext uri="{FF2B5EF4-FFF2-40B4-BE49-F238E27FC236}">
                <a16:creationId xmlns:a16="http://schemas.microsoft.com/office/drawing/2014/main" id="{AA79C6B9-A91F-E0FC-341D-21CB1984B84F}"/>
              </a:ext>
            </a:extLst>
          </p:cNvPr>
          <p:cNvSpPr>
            <a:spLocks noGrp="1"/>
          </p:cNvSpPr>
          <p:nvPr>
            <p:ph type="body" sz="quarter" idx="23"/>
          </p:nvPr>
        </p:nvSpPr>
        <p:spPr/>
        <p:txBody>
          <a:bodyPr/>
          <a:lstStyle/>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p:txBody>
      </p:sp>
      <p:sp>
        <p:nvSpPr>
          <p:cNvPr id="41" name="etiqueta_1">
            <a:extLst>
              <a:ext uri="{FF2B5EF4-FFF2-40B4-BE49-F238E27FC236}">
                <a16:creationId xmlns:a16="http://schemas.microsoft.com/office/drawing/2014/main" id="{1251AD84-9486-6B2A-7794-C70E262180ED}"/>
              </a:ext>
            </a:extLst>
          </p:cNvPr>
          <p:cNvSpPr>
            <a:spLocks noGrp="1"/>
          </p:cNvSpPr>
          <p:nvPr>
            <p:ph type="body" sz="quarter" idx="24"/>
          </p:nvPr>
        </p:nvSpPr>
        <p:spPr/>
        <p:txBody>
          <a:bodyPr/>
          <a:lstStyle/>
          <a:p>
            <a:pPr/>
            <a:r>
              <a:rPr lang="en-GB" dirty="0" err="1"/>
              <a:t>Título</a:t>
            </a:r>
            <a:r>
              <a:rPr lang="en-GB" dirty="0"/>
              <a:t> del </a:t>
            </a:r>
          </a:p>
          <a:p>
            <a:pPr/>
            <a:r>
              <a:rPr lang="en-GB" dirty="0"/>
              <a:t>primer </a:t>
            </a:r>
            <a:r>
              <a:rPr lang="en-GB" dirty="0" err="1"/>
              <a:t>capítulo</a:t>
            </a:r>
            <a:endParaRPr lang="en-GB" dirty="0"/>
          </a:p>
        </p:txBody>
      </p:sp>
      <p:sp>
        <p:nvSpPr>
          <p:cNvPr id="42" name="cuerpo_1">
            <a:extLst>
              <a:ext uri="{FF2B5EF4-FFF2-40B4-BE49-F238E27FC236}">
                <a16:creationId xmlns:a16="http://schemas.microsoft.com/office/drawing/2014/main" id="{82FB405E-06FF-561B-A678-8B74EDABBC8A}"/>
              </a:ext>
            </a:extLst>
          </p:cNvPr>
          <p:cNvSpPr>
            <a:spLocks noGrp="1"/>
          </p:cNvSpPr>
          <p:nvPr>
            <p:ph type="body" sz="quarter" idx="25"/>
          </p:nvPr>
        </p:nvSpPr>
        <p:spPr/>
        <p:txBody>
          <a:bodyPr/>
          <a:lstStyle/>
          <a:p>
            <a:pPr/>
            <a:r>
              <a:rPr lang="en-GB"/>
              <a:t>Subcapítulo</a:t>
            </a:r>
          </a:p>
          <a:p>
            <a:pPr/>
            <a:r>
              <a:rPr lang="en-GB"/>
              <a:t>Subcapítulo</a:t>
            </a:r>
          </a:p>
          <a:p>
            <a:pPr/>
            <a:r>
              <a:rPr lang="en-GB"/>
              <a:t>Subcapítulo</a:t>
            </a:r>
          </a:p>
          <a:p>
            <a:pPr/>
            <a:r>
              <a:rPr lang="en-GB"/>
              <a:t>Subcapítulo</a:t>
            </a:r>
          </a:p>
          <a:p>
            <a:pPr/>
            <a:r>
              <a:rPr lang="en-GB"/>
              <a:t>Subcapítulo</a:t>
            </a:r>
            <a:endParaRPr lang="en-GB" dirty="0"/>
          </a:p>
        </p:txBody>
      </p:sp>
    </p:spTree>
    <p:extLst>
      <p:ext uri="{BB962C8B-B14F-4D97-AF65-F5344CB8AC3E}">
        <p14:creationId xmlns:p14="http://schemas.microsoft.com/office/powerpoint/2010/main" val="3476024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0034D-190A-FCCD-DF13-A3FDD26DE8CC}"/>
            </a:ext>
          </a:extLst>
        </p:cNvPr>
        <p:cNvGrpSpPr/>
        <p:nvPr/>
      </p:nvGrpSpPr>
      <p:grpSpPr>
        <a:xfrm>
          <a:off x="0" y="0"/>
          <a:ext cx="0" cy="0"/>
          <a:chOff x="0" y="0"/>
          <a:chExt cx="0" cy="0"/>
        </a:xfrm>
      </p:grpSpPr>
      <p:sp>
        <p:nvSpPr>
          <p:cNvPr id="35" name="titulo">
            <a:extLst>
              <a:ext uri="{FF2B5EF4-FFF2-40B4-BE49-F238E27FC236}">
                <a16:creationId xmlns:a16="http://schemas.microsoft.com/office/drawing/2014/main" id="{6E8D0AE2-CDA7-AA83-1C01-8E223B0B9F14}"/>
              </a:ext>
            </a:extLst>
          </p:cNvPr>
          <p:cNvSpPr>
            <a:spLocks noGrp="1"/>
          </p:cNvSpPr>
          <p:nvPr>
            <p:ph type="title"/>
          </p:nvPr>
        </p:nvSpPr>
        <p:spPr/>
        <p:txBody>
          <a:bodyPr/>
          <a:lstStyle/>
          <a:p>
            <a:pPr/>
            <a:r>
              <a:rPr lang="en-GB" dirty="0"/>
              <a:t>Agenda</a:t>
            </a:r>
            <a:br>
              <a:rPr lang="en-GB" dirty="0"/>
            </a:br>
            <a:r>
              <a:rPr lang="en-GB" dirty="0"/>
              <a:t>Nombre Presentación</a:t>
            </a:r>
          </a:p>
        </p:txBody>
      </p:sp>
      <p:sp>
        <p:nvSpPr>
          <p:cNvPr id="9" name="Footer Placeholder 8">
            <a:extLst>
              <a:ext uri="{FF2B5EF4-FFF2-40B4-BE49-F238E27FC236}">
                <a16:creationId xmlns:a16="http://schemas.microsoft.com/office/drawing/2014/main" id="{9F9B8102-2AF4-BA90-ACE1-03422EEB914C}"/>
              </a:ext>
            </a:extLst>
          </p:cNvPr>
          <p:cNvSpPr>
            <a:spLocks noGrp="1"/>
          </p:cNvSpPr>
          <p:nvPr>
            <p:ph type="ftr" sz="quarter" idx="11"/>
          </p:nvPr>
        </p:nvSpPr>
        <p:spPr/>
        <p:txBody>
          <a:bodyPr/>
          <a:lstStyle/>
          <a:p>
            <a:pPr/>
          </a:p>
        </p:txBody>
      </p:sp>
      <p:sp>
        <p:nvSpPr>
          <p:cNvPr id="10" name="Slide Number Placeholder 9">
            <a:extLst>
              <a:ext uri="{FF2B5EF4-FFF2-40B4-BE49-F238E27FC236}">
                <a16:creationId xmlns:a16="http://schemas.microsoft.com/office/drawing/2014/main" id="{B313F177-63A7-2F0C-CEF1-A3638DCD1384}"/>
              </a:ext>
            </a:extLst>
          </p:cNvPr>
          <p:cNvSpPr>
            <a:spLocks noGrp="1"/>
          </p:cNvSpPr>
          <p:nvPr>
            <p:ph type="sldNum" sz="quarter" idx="12"/>
          </p:nvPr>
        </p:nvSpPr>
        <p:spPr/>
        <p:txBody>
          <a:bodyPr/>
          <a:lstStyle/>
          <a:p>
            <a:pPr/>
            <a:fld id="{5F7B1633-95EA-F847-945E-534A0819728C}" type="slidenum">
              <a:rPr lang="en-GB" smtClean="0"/>
              <a:pPr/>
              <a:t>4</a:t>
            </a:fld>
            <a:endParaRPr lang="en-GB" sz="800"/>
          </a:p>
        </p:txBody>
      </p:sp>
      <p:sp>
        <p:nvSpPr>
          <p:cNvPr id="36" name="numero_1">
            <a:extLst>
              <a:ext uri="{FF2B5EF4-FFF2-40B4-BE49-F238E27FC236}">
                <a16:creationId xmlns:a16="http://schemas.microsoft.com/office/drawing/2014/main" id="{7FBB91E0-87D5-6891-480E-95A022610A93}"/>
              </a:ext>
            </a:extLst>
          </p:cNvPr>
          <p:cNvSpPr>
            <a:spLocks noGrp="1"/>
          </p:cNvSpPr>
          <p:nvPr>
            <p:ph type="body" sz="quarter" idx="13"/>
          </p:nvPr>
        </p:nvSpPr>
        <p:spPr/>
        <p:txBody>
          <a:bodyPr/>
          <a:lstStyle/>
          <a:p>
            <a:pPr/>
            <a:r>
              <a:rPr lang="en-GB" dirty="0"/>
              <a:t>1</a:t>
            </a:r>
          </a:p>
        </p:txBody>
      </p:sp>
      <p:sp>
        <p:nvSpPr>
          <p:cNvPr id="6" name="etiqueta_1">
            <a:extLst>
              <a:ext uri="{FF2B5EF4-FFF2-40B4-BE49-F238E27FC236}">
                <a16:creationId xmlns:a16="http://schemas.microsoft.com/office/drawing/2014/main" id="{160D5ECD-836A-AD2A-87A1-BAFC7B9ADE9E}"/>
              </a:ext>
            </a:extLst>
          </p:cNvPr>
          <p:cNvSpPr>
            <a:spLocks noGrp="1"/>
          </p:cNvSpPr>
          <p:nvPr>
            <p:ph type="body" sz="quarter" idx="14"/>
          </p:nvPr>
        </p:nvSpPr>
        <p:spPr/>
        <p:txBody>
          <a:bodyPr/>
          <a:lstStyle/>
          <a:p>
            <a:pPr/>
            <a:r>
              <a:rPr lang="en-GB" dirty="0" err="1"/>
              <a:t>Título</a:t>
            </a:r>
            <a:r>
              <a:rPr lang="en-GB" dirty="0"/>
              <a:t> del </a:t>
            </a:r>
          </a:p>
          <a:p>
            <a:pPr/>
            <a:r>
              <a:rPr lang="en-GB" dirty="0"/>
              <a:t>primer</a:t>
            </a:r>
          </a:p>
          <a:p>
            <a:pPr/>
            <a:r>
              <a:rPr lang="en-GB" dirty="0" err="1"/>
              <a:t>capítulo</a:t>
            </a:r>
            <a:endParaRPr lang="en-GB" dirty="0"/>
          </a:p>
        </p:txBody>
      </p:sp>
      <p:sp>
        <p:nvSpPr>
          <p:cNvPr id="12" name="cuerpo_1">
            <a:extLst>
              <a:ext uri="{FF2B5EF4-FFF2-40B4-BE49-F238E27FC236}">
                <a16:creationId xmlns:a16="http://schemas.microsoft.com/office/drawing/2014/main" id="{355D1C3E-9D16-7AD8-F6F1-4E412842DD2D}"/>
              </a:ext>
            </a:extLst>
          </p:cNvPr>
          <p:cNvSpPr>
            <a:spLocks noGrp="1"/>
          </p:cNvSpPr>
          <p:nvPr>
            <p:ph type="body" sz="quarter" idx="15"/>
          </p:nvPr>
        </p:nvSpPr>
        <p:spPr/>
        <p:txBody>
          <a:bodyPr>
            <a:noAutofit/>
          </a:bodyPr>
          <a:lstStyle/>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p:txBody>
      </p:sp>
      <p:sp>
        <p:nvSpPr>
          <p:cNvPr id="37" name="numero_2">
            <a:extLst>
              <a:ext uri="{FF2B5EF4-FFF2-40B4-BE49-F238E27FC236}">
                <a16:creationId xmlns:a16="http://schemas.microsoft.com/office/drawing/2014/main" id="{98F19005-829C-9614-5AB4-4CE62062B663}"/>
              </a:ext>
            </a:extLst>
          </p:cNvPr>
          <p:cNvSpPr>
            <a:spLocks noGrp="1"/>
          </p:cNvSpPr>
          <p:nvPr>
            <p:ph type="body" sz="quarter" idx="16"/>
          </p:nvPr>
        </p:nvSpPr>
        <p:spPr/>
        <p:txBody>
          <a:bodyPr/>
          <a:lstStyle/>
          <a:p>
            <a:pPr/>
            <a:r>
              <a:rPr lang="en-GB" dirty="0"/>
              <a:t>2</a:t>
            </a:r>
          </a:p>
        </p:txBody>
      </p:sp>
      <p:sp>
        <p:nvSpPr>
          <p:cNvPr id="38" name="etiqueta_2">
            <a:extLst>
              <a:ext uri="{FF2B5EF4-FFF2-40B4-BE49-F238E27FC236}">
                <a16:creationId xmlns:a16="http://schemas.microsoft.com/office/drawing/2014/main" id="{6C725232-38E8-2D1B-4589-A36BDCC2C796}"/>
              </a:ext>
            </a:extLst>
          </p:cNvPr>
          <p:cNvSpPr>
            <a:spLocks noGrp="1"/>
          </p:cNvSpPr>
          <p:nvPr>
            <p:ph type="body" sz="quarter" idx="17"/>
          </p:nvPr>
        </p:nvSpPr>
        <p:spPr/>
        <p:txBody>
          <a:bodyPr/>
          <a:lstStyle/>
          <a:p>
            <a:pPr/>
            <a:r>
              <a:rPr lang="en-GB" dirty="0" err="1"/>
              <a:t>Título</a:t>
            </a:r>
            <a:r>
              <a:rPr lang="en-GB" dirty="0"/>
              <a:t> del </a:t>
            </a:r>
          </a:p>
          <a:p>
            <a:pPr/>
            <a:r>
              <a:rPr lang="en-GB" dirty="0" err="1"/>
              <a:t>segundo</a:t>
            </a:r>
            <a:endParaRPr lang="en-GB" dirty="0"/>
          </a:p>
          <a:p>
            <a:pPr/>
            <a:r>
              <a:rPr lang="en-GB" dirty="0" err="1"/>
              <a:t>capítulo</a:t>
            </a:r>
            <a:endParaRPr lang="en-GB" dirty="0"/>
          </a:p>
        </p:txBody>
      </p:sp>
      <p:sp>
        <p:nvSpPr>
          <p:cNvPr id="39" name="cuerpo_2">
            <a:extLst>
              <a:ext uri="{FF2B5EF4-FFF2-40B4-BE49-F238E27FC236}">
                <a16:creationId xmlns:a16="http://schemas.microsoft.com/office/drawing/2014/main" id="{05167078-9868-C50E-37BB-7F1714B522B7}"/>
              </a:ext>
            </a:extLst>
          </p:cNvPr>
          <p:cNvSpPr>
            <a:spLocks noGrp="1"/>
          </p:cNvSpPr>
          <p:nvPr>
            <p:ph type="body" sz="quarter" idx="18"/>
          </p:nvPr>
        </p:nvSpPr>
        <p:spPr/>
        <p:txBody>
          <a:bodyPr/>
          <a:lstStyle/>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endParaRPr lang="en-GB" dirty="0"/>
          </a:p>
        </p:txBody>
      </p:sp>
      <p:sp>
        <p:nvSpPr>
          <p:cNvPr id="40" name="numero_3">
            <a:extLst>
              <a:ext uri="{FF2B5EF4-FFF2-40B4-BE49-F238E27FC236}">
                <a16:creationId xmlns:a16="http://schemas.microsoft.com/office/drawing/2014/main" id="{962B783E-FAEB-B16D-6974-54BDA81F9FDB}"/>
              </a:ext>
            </a:extLst>
          </p:cNvPr>
          <p:cNvSpPr>
            <a:spLocks noGrp="1"/>
          </p:cNvSpPr>
          <p:nvPr>
            <p:ph type="body" sz="quarter" idx="19"/>
          </p:nvPr>
        </p:nvSpPr>
        <p:spPr/>
        <p:txBody>
          <a:bodyPr/>
          <a:lstStyle/>
          <a:p>
            <a:pPr/>
            <a:r>
              <a:rPr lang="en-GB" dirty="0"/>
              <a:t>3</a:t>
            </a:r>
          </a:p>
        </p:txBody>
      </p:sp>
      <p:sp>
        <p:nvSpPr>
          <p:cNvPr id="41" name="etiqueta_3">
            <a:extLst>
              <a:ext uri="{FF2B5EF4-FFF2-40B4-BE49-F238E27FC236}">
                <a16:creationId xmlns:a16="http://schemas.microsoft.com/office/drawing/2014/main" id="{6FFBE892-1376-ADEC-8AE7-0908E1AB7730}"/>
              </a:ext>
            </a:extLst>
          </p:cNvPr>
          <p:cNvSpPr>
            <a:spLocks noGrp="1"/>
          </p:cNvSpPr>
          <p:nvPr>
            <p:ph type="body" sz="quarter" idx="20"/>
          </p:nvPr>
        </p:nvSpPr>
        <p:spPr/>
        <p:txBody>
          <a:bodyPr/>
          <a:lstStyle/>
          <a:p>
            <a:pPr/>
            <a:r>
              <a:rPr lang="en-GB" dirty="0" err="1"/>
              <a:t>Título</a:t>
            </a:r>
            <a:r>
              <a:rPr lang="en-GB" dirty="0"/>
              <a:t> del </a:t>
            </a:r>
          </a:p>
          <a:p>
            <a:pPr/>
            <a:r>
              <a:rPr lang="en-GB" dirty="0"/>
              <a:t>tercer </a:t>
            </a:r>
          </a:p>
          <a:p>
            <a:pPr/>
            <a:r>
              <a:rPr lang="en-GB" dirty="0" err="1"/>
              <a:t>capítulo</a:t>
            </a:r>
            <a:endParaRPr lang="en-GB" dirty="0"/>
          </a:p>
        </p:txBody>
      </p:sp>
      <p:sp>
        <p:nvSpPr>
          <p:cNvPr id="42" name="cuerpo_3">
            <a:extLst>
              <a:ext uri="{FF2B5EF4-FFF2-40B4-BE49-F238E27FC236}">
                <a16:creationId xmlns:a16="http://schemas.microsoft.com/office/drawing/2014/main" id="{4F303756-CA13-8BB3-8E95-9B8AA90CBFD1}"/>
              </a:ext>
            </a:extLst>
          </p:cNvPr>
          <p:cNvSpPr>
            <a:spLocks noGrp="1"/>
          </p:cNvSpPr>
          <p:nvPr>
            <p:ph type="body" sz="quarter" idx="21"/>
          </p:nvPr>
        </p:nvSpPr>
        <p:spPr/>
        <p:txBody>
          <a:bodyPr/>
          <a:lstStyle/>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p:txBody>
      </p:sp>
      <p:sp>
        <p:nvSpPr>
          <p:cNvPr id="43" name="numero_4">
            <a:extLst>
              <a:ext uri="{FF2B5EF4-FFF2-40B4-BE49-F238E27FC236}">
                <a16:creationId xmlns:a16="http://schemas.microsoft.com/office/drawing/2014/main" id="{A60A7853-B5E2-5BE4-685B-64AFB415CD77}"/>
              </a:ext>
            </a:extLst>
          </p:cNvPr>
          <p:cNvSpPr>
            <a:spLocks noGrp="1"/>
          </p:cNvSpPr>
          <p:nvPr>
            <p:ph type="body" sz="quarter" idx="22"/>
          </p:nvPr>
        </p:nvSpPr>
        <p:spPr/>
        <p:txBody>
          <a:bodyPr/>
          <a:lstStyle/>
          <a:p>
            <a:pPr/>
            <a:r>
              <a:rPr lang="en-GB" dirty="0"/>
              <a:t>4</a:t>
            </a:r>
          </a:p>
        </p:txBody>
      </p:sp>
      <p:sp>
        <p:nvSpPr>
          <p:cNvPr id="44" name="etiqueta_4">
            <a:extLst>
              <a:ext uri="{FF2B5EF4-FFF2-40B4-BE49-F238E27FC236}">
                <a16:creationId xmlns:a16="http://schemas.microsoft.com/office/drawing/2014/main" id="{0A2984EF-A6B2-D37C-534F-0BB198F1DD5F}"/>
              </a:ext>
            </a:extLst>
          </p:cNvPr>
          <p:cNvSpPr>
            <a:spLocks noGrp="1"/>
          </p:cNvSpPr>
          <p:nvPr>
            <p:ph type="body" sz="quarter" idx="23"/>
          </p:nvPr>
        </p:nvSpPr>
        <p:spPr/>
        <p:txBody>
          <a:bodyPr/>
          <a:lstStyle/>
          <a:p>
            <a:pPr/>
            <a:r>
              <a:rPr lang="en-GB" dirty="0" err="1"/>
              <a:t>Título</a:t>
            </a:r>
            <a:r>
              <a:rPr lang="en-GB" dirty="0"/>
              <a:t> del </a:t>
            </a:r>
          </a:p>
          <a:p>
            <a:pPr/>
            <a:r>
              <a:rPr lang="en-GB" dirty="0" err="1"/>
              <a:t>cuarto</a:t>
            </a:r>
            <a:endParaRPr lang="en-GB" dirty="0"/>
          </a:p>
          <a:p>
            <a:pPr/>
            <a:r>
              <a:rPr lang="en-GB" dirty="0" err="1"/>
              <a:t>capítulo</a:t>
            </a:r>
            <a:endParaRPr lang="en-GB" dirty="0"/>
          </a:p>
        </p:txBody>
      </p:sp>
      <p:sp>
        <p:nvSpPr>
          <p:cNvPr id="45" name="cuerpo_4">
            <a:extLst>
              <a:ext uri="{FF2B5EF4-FFF2-40B4-BE49-F238E27FC236}">
                <a16:creationId xmlns:a16="http://schemas.microsoft.com/office/drawing/2014/main" id="{A077C309-0268-87D8-5BB1-5FD9B403CB7D}"/>
              </a:ext>
            </a:extLst>
          </p:cNvPr>
          <p:cNvSpPr>
            <a:spLocks noGrp="1"/>
          </p:cNvSpPr>
          <p:nvPr>
            <p:ph type="body" sz="quarter" idx="24"/>
          </p:nvPr>
        </p:nvSpPr>
        <p:spPr/>
        <p:txBody>
          <a:bodyPr/>
          <a:lstStyle/>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p:txBody>
      </p:sp>
      <p:sp>
        <p:nvSpPr>
          <p:cNvPr id="46" name="numero_5">
            <a:extLst>
              <a:ext uri="{FF2B5EF4-FFF2-40B4-BE49-F238E27FC236}">
                <a16:creationId xmlns:a16="http://schemas.microsoft.com/office/drawing/2014/main" id="{730EFE57-0C46-523C-2105-B388C5D7C665}"/>
              </a:ext>
            </a:extLst>
          </p:cNvPr>
          <p:cNvSpPr>
            <a:spLocks noGrp="1"/>
          </p:cNvSpPr>
          <p:nvPr>
            <p:ph type="body" sz="quarter" idx="25"/>
          </p:nvPr>
        </p:nvSpPr>
        <p:spPr/>
        <p:txBody>
          <a:bodyPr/>
          <a:lstStyle/>
          <a:p>
            <a:pPr/>
            <a:r>
              <a:rPr lang="en-GB" dirty="0"/>
              <a:t>5</a:t>
            </a:r>
          </a:p>
        </p:txBody>
      </p:sp>
      <p:sp>
        <p:nvSpPr>
          <p:cNvPr id="47" name="etiqueta_5">
            <a:extLst>
              <a:ext uri="{FF2B5EF4-FFF2-40B4-BE49-F238E27FC236}">
                <a16:creationId xmlns:a16="http://schemas.microsoft.com/office/drawing/2014/main" id="{A0293C9F-1C09-F51C-4E44-DC0BC88B5495}"/>
              </a:ext>
            </a:extLst>
          </p:cNvPr>
          <p:cNvSpPr>
            <a:spLocks noGrp="1"/>
          </p:cNvSpPr>
          <p:nvPr>
            <p:ph type="body" sz="quarter" idx="26"/>
          </p:nvPr>
        </p:nvSpPr>
        <p:spPr/>
        <p:txBody>
          <a:bodyPr/>
          <a:lstStyle/>
          <a:p>
            <a:pPr/>
            <a:r>
              <a:rPr lang="en-GB" dirty="0" err="1"/>
              <a:t>Título</a:t>
            </a:r>
            <a:r>
              <a:rPr lang="en-GB" dirty="0"/>
              <a:t> del </a:t>
            </a:r>
          </a:p>
          <a:p>
            <a:pPr/>
            <a:r>
              <a:rPr lang="en-GB" dirty="0"/>
              <a:t>quinto</a:t>
            </a:r>
          </a:p>
          <a:p>
            <a:pPr/>
            <a:r>
              <a:rPr lang="en-GB" dirty="0" err="1"/>
              <a:t>capítulo</a:t>
            </a:r>
            <a:endParaRPr lang="en-GB" dirty="0"/>
          </a:p>
        </p:txBody>
      </p:sp>
      <p:sp>
        <p:nvSpPr>
          <p:cNvPr id="48" name="cuerpo_5">
            <a:extLst>
              <a:ext uri="{FF2B5EF4-FFF2-40B4-BE49-F238E27FC236}">
                <a16:creationId xmlns:a16="http://schemas.microsoft.com/office/drawing/2014/main" id="{D6A7C42E-80FA-ABE4-8534-58F620CE131C}"/>
              </a:ext>
            </a:extLst>
          </p:cNvPr>
          <p:cNvSpPr>
            <a:spLocks noGrp="1"/>
          </p:cNvSpPr>
          <p:nvPr>
            <p:ph type="body" sz="quarter" idx="27"/>
          </p:nvPr>
        </p:nvSpPr>
        <p:spPr/>
        <p:txBody>
          <a:bodyPr/>
          <a:lstStyle/>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a:p>
            <a:pPr/>
            <a:r>
              <a:rPr lang="en-GB" dirty="0" err="1"/>
              <a:t>Subcapítulo</a:t>
            </a:r>
            <a:endParaRPr lang="en-GB" dirty="0"/>
          </a:p>
        </p:txBody>
      </p:sp>
    </p:spTree>
    <p:extLst>
      <p:ext uri="{BB962C8B-B14F-4D97-AF65-F5344CB8AC3E}">
        <p14:creationId xmlns:p14="http://schemas.microsoft.com/office/powerpoint/2010/main" val="38253997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9B43B3-2F64-642B-32E4-0EABF82DD8C0}"/>
              </a:ext>
            </a:extLst>
          </p:cNvPr>
          <p:cNvSpPr>
            <a:spLocks noGrp="1"/>
          </p:cNvSpPr>
          <p:nvPr>
            <p:ph type="body" sz="quarter" idx="66"/>
          </p:nvPr>
        </p:nvSpPr>
        <p:spPr>
          <a:xfrm>
            <a:off x="288330" y="276777"/>
            <a:ext cx="8309980" cy="1320251"/>
          </a:xfrm>
        </p:spPr>
        <p:txBody>
          <a:bodyPr/>
          <a:lstStyle/>
          <a:p>
            <a:pPr/>
            <a:r>
              <a:rPr lang="es-ES_tradnl" spc="-150" dirty="0"/>
              <a:t>Separador con el nombre del capítulo</a:t>
            </a:r>
            <a:endParaRPr lang="en-US" dirty="0"/>
          </a:p>
        </p:txBody>
      </p:sp>
    </p:spTree>
    <p:extLst>
      <p:ext uri="{BB962C8B-B14F-4D97-AF65-F5344CB8AC3E}">
        <p14:creationId xmlns:p14="http://schemas.microsoft.com/office/powerpoint/2010/main" val="2676718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926D4-E8BD-AB10-31AA-59EED7E0A8E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A23CFB7-D634-53A2-58F5-67F135990AEE}"/>
              </a:ext>
            </a:extLst>
          </p:cNvPr>
          <p:cNvSpPr>
            <a:spLocks noGrp="1"/>
          </p:cNvSpPr>
          <p:nvPr>
            <p:ph type="body" sz="quarter" idx="66"/>
          </p:nvPr>
        </p:nvSpPr>
        <p:spPr/>
        <p:txBody>
          <a:bodyPr/>
          <a:lstStyle/>
          <a:p>
            <a:pPr/>
            <a:r>
              <a:rPr lang="es-ES_tradnl" spc="-150" dirty="0"/>
              <a:t>Separador con</a:t>
            </a:r>
          </a:p>
          <a:p>
            <a:pPr/>
            <a:r>
              <a:rPr lang="es-ES_tradnl" spc="-150" dirty="0"/>
              <a:t>el nombre del capítulo</a:t>
            </a:r>
            <a:endParaRPr lang="en-US" dirty="0"/>
          </a:p>
        </p:txBody>
      </p:sp>
      <p:pic>
        <p:nvPicPr>
          <p:cNvPr id="3" name="Gráfico 44">
            <a:extLst>
              <a:ext uri="{FF2B5EF4-FFF2-40B4-BE49-F238E27FC236}">
                <a16:creationId xmlns:a16="http://schemas.microsoft.com/office/drawing/2014/main" id="{F85C36C2-95E5-9899-23B9-DBAE76B30F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01144" y="6355461"/>
            <a:ext cx="454166" cy="336962"/>
          </a:xfrm>
          <a:prstGeom prst="rect">
            <a:avLst/>
          </a:prstGeom>
        </p:spPr>
      </p:pic>
      <p:pic>
        <p:nvPicPr>
          <p:cNvPr id="4" name="Gráfico 5">
            <a:extLst>
              <a:ext uri="{FF2B5EF4-FFF2-40B4-BE49-F238E27FC236}">
                <a16:creationId xmlns:a16="http://schemas.microsoft.com/office/drawing/2014/main" id="{B1C6C9F0-EC6F-C25D-C2F8-78D43F43F43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28582149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9C225932-4BB2-D77C-07BC-8F397CB68BF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D427BBB-045E-0C66-3D47-EE24ECCEE406}"/>
              </a:ext>
            </a:extLst>
          </p:cNvPr>
          <p:cNvSpPr>
            <a:spLocks noGrp="1"/>
          </p:cNvSpPr>
          <p:nvPr>
            <p:ph type="body" sz="quarter" idx="66"/>
          </p:nvPr>
        </p:nvSpPr>
        <p:spPr>
          <a:xfrm>
            <a:off x="288330" y="276777"/>
            <a:ext cx="8309980" cy="1320251"/>
          </a:xfrm>
        </p:spPr>
        <p:txBody>
          <a:bodyPr/>
          <a:lstStyle/>
          <a:p>
            <a:pPr/>
            <a:r>
              <a:rPr lang="es-ES_tradnl" spc="-150" dirty="0"/>
              <a:t>Separador con el nombre del capítulo</a:t>
            </a:r>
            <a:endParaRPr lang="en-US" dirty="0"/>
          </a:p>
        </p:txBody>
      </p:sp>
    </p:spTree>
    <p:extLst>
      <p:ext uri="{BB962C8B-B14F-4D97-AF65-F5344CB8AC3E}">
        <p14:creationId xmlns:p14="http://schemas.microsoft.com/office/powerpoint/2010/main" val="22422101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F3C2B-56EE-398D-4FF9-B04657B8F436}"/>
              </a:ext>
            </a:extLst>
          </p:cNvPr>
          <p:cNvSpPr>
            <a:spLocks noGrp="1"/>
          </p:cNvSpPr>
          <p:nvPr>
            <p:ph type="title"/>
          </p:nvPr>
        </p:nvSpPr>
        <p:spPr>
          <a:xfrm>
            <a:off x="381996" y="2566815"/>
            <a:ext cx="3924533" cy="1325563"/>
          </a:xfrm>
        </p:spPr>
        <p:txBody>
          <a:bodyPr>
            <a:normAutofit fontScale="90000"/>
          </a:bodyPr>
          <a:lstStyle/>
          <a:p>
            <a:pPr/>
            <a:r>
              <a:rPr lang="es-ES_tradnl" spc="-150" dirty="0"/>
              <a:t>Separador con numero</a:t>
            </a:r>
            <a:endParaRPr lang="en-US" dirty="0"/>
          </a:p>
        </p:txBody>
      </p:sp>
      <p:sp>
        <p:nvSpPr>
          <p:cNvPr id="4" name="Text Placeholder 3">
            <a:extLst>
              <a:ext uri="{FF2B5EF4-FFF2-40B4-BE49-F238E27FC236}">
                <a16:creationId xmlns:a16="http://schemas.microsoft.com/office/drawing/2014/main" id="{689DECFD-1683-D6E8-7DF5-38D5FABFF29C}"/>
              </a:ext>
            </a:extLst>
          </p:cNvPr>
          <p:cNvSpPr>
            <a:spLocks noGrp="1"/>
          </p:cNvSpPr>
          <p:nvPr>
            <p:ph type="body" sz="quarter" idx="4294967295"/>
          </p:nvPr>
        </p:nvSpPr>
        <p:spPr>
          <a:xfrm>
            <a:off x="5279923" y="1014642"/>
            <a:ext cx="7595419" cy="4695825"/>
          </a:xfrm>
        </p:spPr>
        <p:txBody>
          <a:bodyPr/>
          <a:lstStyle/>
          <a:p>
            <a:pPr/>
            <a:r>
              <a:rPr lang="en-US" sz="43000" dirty="0">
                <a:latin typeface="Movistar Sans Medium" pitchFamily="2" charset="77"/>
                <a:ea typeface="Movistar Sans Medium" pitchFamily="2" charset="77"/>
              </a:rPr>
              <a:t>01</a:t>
            </a:r>
          </a:p>
        </p:txBody>
      </p:sp>
    </p:spTree>
    <p:extLst>
      <p:ext uri="{BB962C8B-B14F-4D97-AF65-F5344CB8AC3E}">
        <p14:creationId xmlns:p14="http://schemas.microsoft.com/office/powerpoint/2010/main" val="161941694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a:extLst>
            <a:ext uri="{FF2B5EF4-FFF2-40B4-BE49-F238E27FC236}">
              <a16:creationId xmlns:a16="http://schemas.microsoft.com/office/drawing/2014/main" id="{A0AF9BCA-351E-713E-2C9B-AF2AA99C00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A9EFB4-FF6E-70AC-3204-DF2B69A09922}"/>
              </a:ext>
            </a:extLst>
          </p:cNvPr>
          <p:cNvSpPr>
            <a:spLocks noGrp="1"/>
          </p:cNvSpPr>
          <p:nvPr>
            <p:ph type="title"/>
          </p:nvPr>
        </p:nvSpPr>
        <p:spPr>
          <a:xfrm>
            <a:off x="381996" y="2566815"/>
            <a:ext cx="3924533" cy="1325563"/>
          </a:xfrm>
        </p:spPr>
        <p:txBody>
          <a:bodyPr>
            <a:normAutofit fontScale="90000"/>
          </a:bodyPr>
          <a:lstStyle/>
          <a:p>
            <a:pPr/>
            <a:r>
              <a:rPr lang="es-ES_tradnl" spc="-150" dirty="0"/>
              <a:t>Separador con numero</a:t>
            </a:r>
            <a:endParaRPr lang="en-US" dirty="0"/>
          </a:p>
        </p:txBody>
      </p:sp>
      <p:sp>
        <p:nvSpPr>
          <p:cNvPr id="4" name="Text Placeholder 3">
            <a:extLst>
              <a:ext uri="{FF2B5EF4-FFF2-40B4-BE49-F238E27FC236}">
                <a16:creationId xmlns:a16="http://schemas.microsoft.com/office/drawing/2014/main" id="{7EB748F2-C106-4F9C-4231-B3B76C6A7FBB}"/>
              </a:ext>
            </a:extLst>
          </p:cNvPr>
          <p:cNvSpPr>
            <a:spLocks noGrp="1"/>
          </p:cNvSpPr>
          <p:nvPr>
            <p:ph type="body" sz="quarter" idx="4294967295"/>
          </p:nvPr>
        </p:nvSpPr>
        <p:spPr>
          <a:xfrm>
            <a:off x="5279923" y="1014642"/>
            <a:ext cx="7595419" cy="4695825"/>
          </a:xfrm>
        </p:spPr>
        <p:txBody>
          <a:bodyPr/>
          <a:lstStyle/>
          <a:p>
            <a:pPr/>
            <a:r>
              <a:rPr lang="en-US" sz="43000" dirty="0">
                <a:solidFill>
                  <a:srgbClr val="61301A"/>
                </a:solidFill>
                <a:latin typeface="Movistar Sans Medium" pitchFamily="2" charset="77"/>
                <a:ea typeface="Movistar Sans Medium" pitchFamily="2" charset="77"/>
              </a:rPr>
              <a:t>02</a:t>
            </a:r>
          </a:p>
        </p:txBody>
      </p:sp>
    </p:spTree>
    <p:extLst>
      <p:ext uri="{BB962C8B-B14F-4D97-AF65-F5344CB8AC3E}">
        <p14:creationId xmlns:p14="http://schemas.microsoft.com/office/powerpoint/2010/main" val="31029734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a:extLst>
            <a:ext uri="{FF2B5EF4-FFF2-40B4-BE49-F238E27FC236}">
              <a16:creationId xmlns:a16="http://schemas.microsoft.com/office/drawing/2014/main" id="{6DC8FC95-EA7D-7285-04A5-DCB7AE21DB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96415-A58C-000B-9966-A7ED6A3BCCF6}"/>
              </a:ext>
            </a:extLst>
          </p:cNvPr>
          <p:cNvSpPr>
            <a:spLocks noGrp="1"/>
          </p:cNvSpPr>
          <p:nvPr>
            <p:ph type="title"/>
          </p:nvPr>
        </p:nvSpPr>
        <p:spPr>
          <a:xfrm>
            <a:off x="381996" y="2566815"/>
            <a:ext cx="3924533" cy="1325563"/>
          </a:xfrm>
        </p:spPr>
        <p:txBody>
          <a:bodyPr>
            <a:normAutofit fontScale="90000"/>
          </a:bodyPr>
          <a:lstStyle/>
          <a:p>
            <a:pPr/>
            <a:r>
              <a:rPr lang="es-ES_tradnl" spc="-150" dirty="0"/>
              <a:t>Separador con numero</a:t>
            </a:r>
            <a:endParaRPr lang="en-US" dirty="0"/>
          </a:p>
        </p:txBody>
      </p:sp>
      <p:sp>
        <p:nvSpPr>
          <p:cNvPr id="4" name="Text Placeholder 3">
            <a:extLst>
              <a:ext uri="{FF2B5EF4-FFF2-40B4-BE49-F238E27FC236}">
                <a16:creationId xmlns:a16="http://schemas.microsoft.com/office/drawing/2014/main" id="{4AA222D7-6D32-D5D4-171E-C901BB348510}"/>
              </a:ext>
            </a:extLst>
          </p:cNvPr>
          <p:cNvSpPr>
            <a:spLocks noGrp="1"/>
          </p:cNvSpPr>
          <p:nvPr>
            <p:ph type="body" sz="quarter" idx="4294967295"/>
          </p:nvPr>
        </p:nvSpPr>
        <p:spPr>
          <a:xfrm>
            <a:off x="5279923" y="1014642"/>
            <a:ext cx="7595419" cy="4695825"/>
          </a:xfrm>
        </p:spPr>
        <p:txBody>
          <a:bodyPr/>
          <a:lstStyle/>
          <a:p>
            <a:pPr/>
            <a:r>
              <a:rPr lang="en-US" sz="43000" dirty="0">
                <a:solidFill>
                  <a:srgbClr val="5E4A08"/>
                </a:solidFill>
                <a:latin typeface="Movistar Sans Medium" pitchFamily="2" charset="77"/>
                <a:ea typeface="Movistar Sans Medium" pitchFamily="2" charset="77"/>
              </a:rPr>
              <a:t>03</a:t>
            </a:r>
          </a:p>
        </p:txBody>
      </p:sp>
    </p:spTree>
    <p:extLst>
      <p:ext uri="{BB962C8B-B14F-4D97-AF65-F5344CB8AC3E}">
        <p14:creationId xmlns:p14="http://schemas.microsoft.com/office/powerpoint/2010/main" val="40159494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a:extLst>
            <a:ext uri="{FF2B5EF4-FFF2-40B4-BE49-F238E27FC236}">
              <a16:creationId xmlns:a16="http://schemas.microsoft.com/office/drawing/2014/main" id="{A797415D-D8E0-2E11-FF15-0FA5D3C1C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3671E9-6494-E07D-18A7-A18511CC7595}"/>
              </a:ext>
            </a:extLst>
          </p:cNvPr>
          <p:cNvSpPr>
            <a:spLocks noGrp="1"/>
          </p:cNvSpPr>
          <p:nvPr>
            <p:ph type="title"/>
          </p:nvPr>
        </p:nvSpPr>
        <p:spPr>
          <a:xfrm>
            <a:off x="381996" y="2566815"/>
            <a:ext cx="3924533" cy="1325563"/>
          </a:xfrm>
        </p:spPr>
        <p:txBody>
          <a:bodyPr>
            <a:normAutofit fontScale="90000"/>
          </a:bodyPr>
          <a:lstStyle/>
          <a:p>
            <a:pPr/>
            <a:r>
              <a:rPr lang="es-ES_tradnl" spc="-150" dirty="0"/>
              <a:t>Separador con numero</a:t>
            </a:r>
            <a:endParaRPr lang="en-US" dirty="0"/>
          </a:p>
        </p:txBody>
      </p:sp>
      <p:sp>
        <p:nvSpPr>
          <p:cNvPr id="4" name="Text Placeholder 3">
            <a:extLst>
              <a:ext uri="{FF2B5EF4-FFF2-40B4-BE49-F238E27FC236}">
                <a16:creationId xmlns:a16="http://schemas.microsoft.com/office/drawing/2014/main" id="{F077B232-C42E-0B46-61B7-C22799421091}"/>
              </a:ext>
            </a:extLst>
          </p:cNvPr>
          <p:cNvSpPr>
            <a:spLocks noGrp="1"/>
          </p:cNvSpPr>
          <p:nvPr>
            <p:ph type="body" sz="quarter" idx="4294967295"/>
          </p:nvPr>
        </p:nvSpPr>
        <p:spPr>
          <a:xfrm>
            <a:off x="5279923" y="1014642"/>
            <a:ext cx="7595419" cy="4695825"/>
          </a:xfrm>
        </p:spPr>
        <p:txBody>
          <a:bodyPr/>
          <a:lstStyle/>
          <a:p>
            <a:pPr/>
            <a:r>
              <a:rPr lang="en-US" sz="43000" dirty="0">
                <a:solidFill>
                  <a:srgbClr val="37552B"/>
                </a:solidFill>
                <a:latin typeface="Movistar Sans Medium" pitchFamily="2" charset="77"/>
                <a:ea typeface="Movistar Sans Medium" pitchFamily="2" charset="77"/>
              </a:rPr>
              <a:t>04</a:t>
            </a:r>
          </a:p>
        </p:txBody>
      </p:sp>
    </p:spTree>
    <p:extLst>
      <p:ext uri="{BB962C8B-B14F-4D97-AF65-F5344CB8AC3E}">
        <p14:creationId xmlns:p14="http://schemas.microsoft.com/office/powerpoint/2010/main" val="187894902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CEEFF5E5-CD72-A258-2A28-072908858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3BCCA2-3F02-A82C-F65C-3C996AD829CA}"/>
              </a:ext>
            </a:extLst>
          </p:cNvPr>
          <p:cNvSpPr>
            <a:spLocks noGrp="1"/>
          </p:cNvSpPr>
          <p:nvPr>
            <p:ph type="title"/>
          </p:nvPr>
        </p:nvSpPr>
        <p:spPr>
          <a:xfrm>
            <a:off x="381996" y="2566815"/>
            <a:ext cx="3924533" cy="1325563"/>
          </a:xfrm>
        </p:spPr>
        <p:txBody>
          <a:bodyPr>
            <a:normAutofit fontScale="90000"/>
          </a:bodyPr>
          <a:lstStyle/>
          <a:p>
            <a:pPr/>
            <a:r>
              <a:rPr lang="es-ES_tradnl" spc="-150" dirty="0"/>
              <a:t>Separador con numero</a:t>
            </a:r>
            <a:endParaRPr lang="en-US" dirty="0"/>
          </a:p>
        </p:txBody>
      </p:sp>
      <p:sp>
        <p:nvSpPr>
          <p:cNvPr id="4" name="Text Placeholder 3">
            <a:extLst>
              <a:ext uri="{FF2B5EF4-FFF2-40B4-BE49-F238E27FC236}">
                <a16:creationId xmlns:a16="http://schemas.microsoft.com/office/drawing/2014/main" id="{B2477169-292B-A33A-7579-EEF695C2E99B}"/>
              </a:ext>
            </a:extLst>
          </p:cNvPr>
          <p:cNvSpPr>
            <a:spLocks noGrp="1"/>
          </p:cNvSpPr>
          <p:nvPr>
            <p:ph type="body" sz="quarter" idx="4294967295"/>
          </p:nvPr>
        </p:nvSpPr>
        <p:spPr>
          <a:xfrm>
            <a:off x="5279923" y="1014642"/>
            <a:ext cx="7595419" cy="4695825"/>
          </a:xfrm>
        </p:spPr>
        <p:txBody>
          <a:bodyPr/>
          <a:lstStyle/>
          <a:p>
            <a:pPr/>
            <a:r>
              <a:rPr lang="en-US" sz="43000" dirty="0">
                <a:solidFill>
                  <a:srgbClr val="022C67"/>
                </a:solidFill>
                <a:latin typeface="Movistar Sans Medium" pitchFamily="2" charset="77"/>
                <a:ea typeface="Movistar Sans Medium" pitchFamily="2" charset="77"/>
              </a:rPr>
              <a:t>05</a:t>
            </a:r>
          </a:p>
        </p:txBody>
      </p:sp>
    </p:spTree>
    <p:extLst>
      <p:ext uri="{BB962C8B-B14F-4D97-AF65-F5344CB8AC3E}">
        <p14:creationId xmlns:p14="http://schemas.microsoft.com/office/powerpoint/2010/main" val="24575770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9FC6D9-4EE2-2F46-DC5A-04042C3885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30E38C-2AFD-D730-A093-A8EF8AA9B028}"/>
              </a:ext>
            </a:extLst>
          </p:cNvPr>
          <p:cNvSpPr>
            <a:spLocks noGrp="1"/>
          </p:cNvSpPr>
          <p:nvPr>
            <p:ph type="title"/>
          </p:nvPr>
        </p:nvSpPr>
        <p:spPr>
          <a:xfrm>
            <a:off x="381996" y="2566815"/>
            <a:ext cx="3777409" cy="1325563"/>
          </a:xfrm>
        </p:spPr>
        <p:txBody>
          <a:bodyPr>
            <a:noAutofit/>
          </a:bodyPr>
          <a:lstStyle/>
          <a:p>
            <a:pPr/>
            <a:r>
              <a:rPr lang="es-ES_tradnl" sz="4700" spc="-150" dirty="0"/>
              <a:t>Separador con numero</a:t>
            </a:r>
            <a:endParaRPr lang="en-US" sz="4700" dirty="0"/>
          </a:p>
        </p:txBody>
      </p:sp>
      <p:sp>
        <p:nvSpPr>
          <p:cNvPr id="4" name="Text Placeholder 3">
            <a:extLst>
              <a:ext uri="{FF2B5EF4-FFF2-40B4-BE49-F238E27FC236}">
                <a16:creationId xmlns:a16="http://schemas.microsoft.com/office/drawing/2014/main" id="{564ECA03-5B7F-164B-1C76-9E0AA2E26582}"/>
              </a:ext>
            </a:extLst>
          </p:cNvPr>
          <p:cNvSpPr>
            <a:spLocks noGrp="1"/>
          </p:cNvSpPr>
          <p:nvPr>
            <p:ph type="body" sz="quarter" idx="11"/>
          </p:nvPr>
        </p:nvSpPr>
        <p:spPr/>
        <p:txBody>
          <a:bodyPr/>
          <a:lstStyle/>
          <a:p>
            <a:pPr/>
            <a:r>
              <a:rPr lang="en-US" dirty="0">
                <a:solidFill>
                  <a:schemeClr val="tx1"/>
                </a:solidFill>
              </a:rPr>
              <a:t>06</a:t>
            </a:r>
          </a:p>
        </p:txBody>
      </p:sp>
    </p:spTree>
    <p:extLst>
      <p:ext uri="{BB962C8B-B14F-4D97-AF65-F5344CB8AC3E}">
        <p14:creationId xmlns:p14="http://schemas.microsoft.com/office/powerpoint/2010/main" val="20859151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D29FC9-12AB-117B-B30D-D0B5893670A6}"/>
              </a:ext>
            </a:extLst>
          </p:cNvPr>
          <p:cNvSpPr>
            <a:spLocks noGrp="1"/>
          </p:cNvSpPr>
          <p:nvPr>
            <p:ph type="title"/>
          </p:nvPr>
        </p:nvSpPr>
        <p:spPr>
          <a:xfrm>
            <a:off x="381996" y="2566815"/>
            <a:ext cx="3877770" cy="1325563"/>
          </a:xfrm>
        </p:spPr>
        <p:txBody>
          <a:bodyPr/>
          <a:lstStyle/>
          <a:p>
            <a:pPr/>
            <a:r>
              <a:rPr lang="es-ES" sz="4700" spc="-150" dirty="0"/>
              <a:t>Separador con número</a:t>
            </a:r>
          </a:p>
        </p:txBody>
      </p:sp>
      <p:sp>
        <p:nvSpPr>
          <p:cNvPr id="3" name="Marcador de texto 2">
            <a:extLst>
              <a:ext uri="{FF2B5EF4-FFF2-40B4-BE49-F238E27FC236}">
                <a16:creationId xmlns:a16="http://schemas.microsoft.com/office/drawing/2014/main" id="{5BA8C13C-5B4B-061E-182E-A5AB7355B08E}"/>
              </a:ext>
            </a:extLst>
          </p:cNvPr>
          <p:cNvSpPr>
            <a:spLocks noGrp="1"/>
          </p:cNvSpPr>
          <p:nvPr>
            <p:ph type="body" sz="quarter" idx="11"/>
          </p:nvPr>
        </p:nvSpPr>
        <p:spPr>
          <a:noFill/>
        </p:spPr>
        <p:txBody>
          <a:bodyPr/>
          <a:lstStyle/>
          <a:p>
            <a:pPr/>
            <a:r>
              <a:rPr lang="es-ES" dirty="0">
                <a:solidFill>
                  <a:schemeClr val="tx2"/>
                </a:solidFill>
              </a:rPr>
              <a:t>07</a:t>
            </a:r>
          </a:p>
        </p:txBody>
      </p:sp>
    </p:spTree>
    <p:extLst>
      <p:ext uri="{BB962C8B-B14F-4D97-AF65-F5344CB8AC3E}">
        <p14:creationId xmlns:p14="http://schemas.microsoft.com/office/powerpoint/2010/main" val="212893296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926D4-E8BD-AB10-31AA-59EED7E0A8EA}"/>
            </a:ext>
          </a:extLst>
        </p:cNvPr>
        <p:cNvGrpSpPr/>
        <p:nvPr/>
      </p:nvGrpSpPr>
      <p:grpSpPr>
        <a:xfrm>
          <a:off x="0" y="0"/>
          <a:ext cx="0" cy="0"/>
          <a:chOff x="0" y="0"/>
          <a:chExt cx="0" cy="0"/>
        </a:xfrm>
      </p:grpSpPr>
      <p:pic>
        <p:nvPicPr>
          <p:cNvPr id="3" name="Gráfico 44">
            <a:extLst>
              <a:ext uri="{FF2B5EF4-FFF2-40B4-BE49-F238E27FC236}">
                <a16:creationId xmlns:a16="http://schemas.microsoft.com/office/drawing/2014/main" id="{F85C36C2-95E5-9899-23B9-DBAE76B30F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1401144" y="6355461"/>
            <a:ext cx="454166" cy="336962"/>
          </a:xfrm>
          <a:prstGeom prst="rect">
            <a:avLst/>
          </a:prstGeom>
        </p:spPr>
      </p:pic>
      <p:pic>
        <p:nvPicPr>
          <p:cNvPr id="4" name="Gráfico 5">
            <a:extLst>
              <a:ext uri="{FF2B5EF4-FFF2-40B4-BE49-F238E27FC236}">
                <a16:creationId xmlns:a16="http://schemas.microsoft.com/office/drawing/2014/main" id="{B1C6C9F0-EC6F-C25D-C2F8-78D43F43F438}"/>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93944" y="6421060"/>
            <a:ext cx="738639" cy="205764"/>
          </a:xfrm>
          <a:prstGeom prst="rect">
            <a:avLst/>
          </a:prstGeom>
        </p:spPr>
      </p:pic>
      <p:sp>
        <p:nvSpPr>
          <p:cNvPr id="8" name="Marcador de texto 1">
            <a:extLst>
              <a:ext uri="{FF2B5EF4-FFF2-40B4-BE49-F238E27FC236}">
                <a16:creationId xmlns:a16="http://schemas.microsoft.com/office/drawing/2014/main" id="{E15979AC-5FCB-C6B5-F204-D6308DC3055F}"/>
              </a:ext>
            </a:extLst>
          </p:cNvPr>
          <p:cNvSpPr>
            <a:spLocks noGrp="1"/>
          </p:cNvSpPr>
          <p:nvPr>
            <p:ph type="body" sz="quarter" idx="66"/>
          </p:nvPr>
        </p:nvSpPr>
        <p:spPr>
          <a:xfrm>
            <a:off x="314684" y="3062741"/>
            <a:ext cx="8944160" cy="1320251"/>
          </a:xfrm>
        </p:spPr>
        <p:txBody>
          <a:bodyPr anchor="ctr"/>
          <a:lstStyle/>
          <a:p>
            <a:pPr/>
            <a:r>
              <a:rPr lang="es-ES" sz="11500" dirty="0">
                <a:solidFill>
                  <a:schemeClr val="bg2"/>
                </a:solidFill>
              </a:rPr>
              <a:t>Imagina</a:t>
            </a:r>
          </a:p>
        </p:txBody>
      </p:sp>
    </p:spTree>
    <p:extLst>
      <p:ext uri="{BB962C8B-B14F-4D97-AF65-F5344CB8AC3E}">
        <p14:creationId xmlns:p14="http://schemas.microsoft.com/office/powerpoint/2010/main" val="3237489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1">
            <a:extLst>
              <a:ext uri="{FF2B5EF4-FFF2-40B4-BE49-F238E27FC236}">
                <a16:creationId xmlns:a16="http://schemas.microsoft.com/office/drawing/2014/main" id="{5F25E055-2FC0-0AAA-4E7B-F1A7DC320714}"/>
              </a:ext>
            </a:extLst>
          </p:cNvPr>
          <p:cNvSpPr>
            <a:spLocks noGrp="1"/>
          </p:cNvSpPr>
          <p:nvPr>
            <p:ph type="body" sz="quarter" idx="66"/>
          </p:nvPr>
        </p:nvSpPr>
        <p:spPr>
          <a:xfrm>
            <a:off x="288330" y="3052061"/>
            <a:ext cx="8944160" cy="1320251"/>
          </a:xfrm>
        </p:spPr>
        <p:txBody>
          <a:bodyPr/>
          <a:lstStyle/>
          <a:p>
            <a:pPr/>
            <a:r>
              <a:rPr lang="es-ES_tradnl" sz="11500" spc="-150" dirty="0">
                <a:solidFill>
                  <a:schemeClr val="tx2"/>
                </a:solidFill>
              </a:rPr>
              <a:t>Inspira</a:t>
            </a:r>
            <a:endParaRPr lang="en-US" sz="11500" dirty="0">
              <a:solidFill>
                <a:schemeClr val="tx2"/>
              </a:solidFill>
            </a:endParaRPr>
          </a:p>
        </p:txBody>
      </p:sp>
    </p:spTree>
    <p:extLst>
      <p:ext uri="{BB962C8B-B14F-4D97-AF65-F5344CB8AC3E}">
        <p14:creationId xmlns:p14="http://schemas.microsoft.com/office/powerpoint/2010/main" val="379113385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0E4509CA-C90F-72A2-26CB-EFB3BD86E3AC}"/>
              </a:ext>
            </a:extLst>
          </p:cNvPr>
          <p:cNvSpPr>
            <a:spLocks noGrp="1"/>
          </p:cNvSpPr>
          <p:nvPr>
            <p:ph type="body" sz="quarter" idx="66"/>
          </p:nvPr>
        </p:nvSpPr>
        <p:spPr>
          <a:xfrm>
            <a:off x="288330" y="3052061"/>
            <a:ext cx="8944160" cy="1320251"/>
          </a:xfrm>
        </p:spPr>
        <p:txBody>
          <a:bodyPr/>
          <a:lstStyle/>
          <a:p>
            <a:pPr/>
            <a:r>
              <a:rPr lang="es-ES_tradnl" sz="11500" spc="-150" dirty="0"/>
              <a:t>Innova</a:t>
            </a:r>
            <a:endParaRPr lang="en-US" sz="11500" dirty="0"/>
          </a:p>
        </p:txBody>
      </p:sp>
    </p:spTree>
    <p:extLst>
      <p:ext uri="{BB962C8B-B14F-4D97-AF65-F5344CB8AC3E}">
        <p14:creationId xmlns:p14="http://schemas.microsoft.com/office/powerpoint/2010/main" val="35670550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3ABC8F5A-033A-F1E6-0C34-59D3384CABF9}"/>
              </a:ext>
            </a:extLst>
          </p:cNvPr>
          <p:cNvSpPr>
            <a:spLocks noGrp="1"/>
          </p:cNvSpPr>
          <p:nvPr>
            <p:ph type="body" sz="quarter" idx="66"/>
          </p:nvPr>
        </p:nvSpPr>
        <p:spPr>
          <a:xfrm>
            <a:off x="288330" y="3052061"/>
            <a:ext cx="8944160" cy="1320251"/>
          </a:xfrm>
        </p:spPr>
        <p:txBody>
          <a:bodyPr/>
          <a:lstStyle/>
          <a:p>
            <a:pPr/>
            <a:r>
              <a:rPr lang="es-ES_tradnl" sz="11500" spc="-150" dirty="0"/>
              <a:t>Sueña</a:t>
            </a:r>
            <a:endParaRPr lang="en-US" sz="11500" dirty="0"/>
          </a:p>
        </p:txBody>
      </p:sp>
    </p:spTree>
    <p:extLst>
      <p:ext uri="{BB962C8B-B14F-4D97-AF65-F5344CB8AC3E}">
        <p14:creationId xmlns:p14="http://schemas.microsoft.com/office/powerpoint/2010/main" val="318761105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5" name="Text Placeholder 1">
            <a:extLst>
              <a:ext uri="{FF2B5EF4-FFF2-40B4-BE49-F238E27FC236}">
                <a16:creationId xmlns:a16="http://schemas.microsoft.com/office/drawing/2014/main" id="{4A653333-2320-7D09-FF99-1D5536551E4E}"/>
              </a:ext>
            </a:extLst>
          </p:cNvPr>
          <p:cNvSpPr>
            <a:spLocks noGrp="1"/>
          </p:cNvSpPr>
          <p:nvPr>
            <p:ph type="body" sz="quarter" idx="66"/>
          </p:nvPr>
        </p:nvSpPr>
        <p:spPr>
          <a:xfrm>
            <a:off x="288330" y="3052061"/>
            <a:ext cx="8944160" cy="1320251"/>
          </a:xfrm>
        </p:spPr>
        <p:txBody>
          <a:bodyPr/>
          <a:lstStyle/>
          <a:p>
            <a:pPr/>
            <a:r>
              <a:rPr lang="es-ES_tradnl" sz="11500" spc="-150" dirty="0"/>
              <a:t>Crea</a:t>
            </a:r>
            <a:endParaRPr lang="en-US" sz="11500" dirty="0"/>
          </a:p>
        </p:txBody>
      </p:sp>
    </p:spTree>
    <p:extLst>
      <p:ext uri="{BB962C8B-B14F-4D97-AF65-F5344CB8AC3E}">
        <p14:creationId xmlns:p14="http://schemas.microsoft.com/office/powerpoint/2010/main" val="3189290259"/>
      </p:ext>
    </p:extLst>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 dos líneas</a:t>
            </a:r>
          </a:p>
        </p:txBody>
      </p:sp>
      <p:sp>
        <p:nvSpPr>
          <p:cNvPr id="3" name="numero_1"/>
          <p:cNvSpPr>
            <a:spLocks noGrp="1"/>
          </p:cNvSpPr>
          <p:nvPr>
            <p:ph type="body" idx="13" sz="quarter"/>
          </p:nvPr>
        </p:nvSpPr>
        <p:spPr/>
        <p:txBody>
          <a:bodyPr/>
          <a:lstStyle/>
          <a:p>
            <a:pPr/>
            <a:r>
              <a:t>01</a:t>
            </a:r>
          </a:p>
        </p:txBody>
      </p:sp>
      <p:sp>
        <p:nvSpPr>
          <p:cNvPr id="4" name="etiqueta_1"/>
          <p:cNvSpPr>
            <a:spLocks noGrp="1"/>
          </p:cNvSpPr>
          <p:nvPr>
            <p:ph type="body" idx="24" sz="quarter"/>
          </p:nvPr>
        </p:nvSpPr>
        <p:spPr/>
        <p:txBody>
          <a:bodyPr/>
          <a:lstStyle/>
          <a:p>
            <a:pPr/>
            <a:r>
              <a:t>Bloque 01</a:t>
            </a:r>
          </a:p>
        </p:txBody>
      </p:sp>
      <p:sp>
        <p:nvSpPr>
          <p:cNvPr id="5" name="cuerpo_1"/>
          <p:cNvSpPr>
            <a:spLocks noGrp="1"/>
          </p:cNvSpPr>
          <p:nvPr>
            <p:ph type="body" idx="25" sz="quarter"/>
          </p:nvPr>
        </p:nvSpPr>
        <p:spPr/>
        <p:txBody>
          <a:bodyPr/>
          <a:lstStyle/>
          <a:p>
            <a:pPr/>
            <a:r>
              <a:t>Bloque 01. Texto de ejemplo que marca la extensión recomendada de esta zona. Sustitúyelo por el contenido real antes de entregar la presentación. La longitud es</a:t>
            </a:r>
          </a:p>
        </p:txBody>
      </p:sp>
      <p:sp>
        <p:nvSpPr>
          <p:cNvPr id="6" name="numero_2"/>
          <p:cNvSpPr>
            <a:spLocks noGrp="1"/>
          </p:cNvSpPr>
          <p:nvPr>
            <p:ph type="body" idx="26" sz="quarter"/>
          </p:nvPr>
        </p:nvSpPr>
        <p:spPr/>
        <p:txBody>
          <a:bodyPr/>
          <a:lstStyle/>
          <a:p>
            <a:pPr/>
            <a:r>
              <a:t>02</a:t>
            </a:r>
          </a:p>
        </p:txBody>
      </p:sp>
      <p:sp>
        <p:nvSpPr>
          <p:cNvPr id="7" name="numero_3"/>
          <p:cNvSpPr>
            <a:spLocks noGrp="1"/>
          </p:cNvSpPr>
          <p:nvPr>
            <p:ph type="body" idx="27" sz="quarter"/>
          </p:nvPr>
        </p:nvSpPr>
        <p:spPr/>
        <p:txBody>
          <a:bodyPr/>
          <a:lstStyle/>
          <a:p>
            <a:pPr/>
            <a:r>
              <a:t>03</a:t>
            </a:r>
          </a:p>
        </p:txBody>
      </p:sp>
      <p:sp>
        <p:nvSpPr>
          <p:cNvPr id="8" name="numero_4"/>
          <p:cNvSpPr>
            <a:spLocks noGrp="1"/>
          </p:cNvSpPr>
          <p:nvPr>
            <p:ph type="body" idx="28" sz="quarter"/>
          </p:nvPr>
        </p:nvSpPr>
        <p:spPr/>
        <p:txBody>
          <a:bodyPr/>
          <a:lstStyle/>
          <a:p>
            <a:pPr/>
            <a:r>
              <a:t>04</a:t>
            </a:r>
          </a:p>
        </p:txBody>
      </p:sp>
      <p:sp>
        <p:nvSpPr>
          <p:cNvPr id="9" name="numero_5"/>
          <p:cNvSpPr>
            <a:spLocks noGrp="1"/>
          </p:cNvSpPr>
          <p:nvPr>
            <p:ph type="body" idx="29" sz="quarter"/>
          </p:nvPr>
        </p:nvSpPr>
        <p:spPr/>
        <p:txBody>
          <a:bodyPr/>
          <a:lstStyle/>
          <a:p>
            <a:pPr/>
            <a:r>
              <a:t>05</a:t>
            </a:r>
          </a:p>
        </p:txBody>
      </p:sp>
      <p:sp>
        <p:nvSpPr>
          <p:cNvPr id="10" name="etiqueta_2"/>
          <p:cNvSpPr>
            <a:spLocks noGrp="1"/>
          </p:cNvSpPr>
          <p:nvPr>
            <p:ph type="body" idx="30" sz="quarter"/>
          </p:nvPr>
        </p:nvSpPr>
        <p:spPr/>
        <p:txBody>
          <a:bodyPr/>
          <a:lstStyle/>
          <a:p>
            <a:pPr/>
            <a:r>
              <a:t>Bloque 02</a:t>
            </a:r>
          </a:p>
        </p:txBody>
      </p:sp>
      <p:sp>
        <p:nvSpPr>
          <p:cNvPr id="11" name="cuerpo_2"/>
          <p:cNvSpPr>
            <a:spLocks noGrp="1"/>
          </p:cNvSpPr>
          <p:nvPr>
            <p:ph type="body" idx="31" sz="quarter"/>
          </p:nvPr>
        </p:nvSpPr>
        <p:spPr/>
        <p:txBody>
          <a:bodyPr/>
          <a:lstStyle/>
          <a:p>
            <a:pPr/>
            <a:r>
              <a:t>Bloque 02. Sustitúyelo por el contenido real antes de entregar la presentación. La longitud es orientativa y evita que el texto desborde la caja al maquetar</a:t>
            </a:r>
          </a:p>
        </p:txBody>
      </p:sp>
      <p:sp>
        <p:nvSpPr>
          <p:cNvPr id="12" name="etiqueta_3"/>
          <p:cNvSpPr>
            <a:spLocks noGrp="1"/>
          </p:cNvSpPr>
          <p:nvPr>
            <p:ph type="body" idx="32" sz="quarter"/>
          </p:nvPr>
        </p:nvSpPr>
        <p:spPr/>
        <p:txBody>
          <a:bodyPr/>
          <a:lstStyle/>
          <a:p>
            <a:pPr/>
            <a:r>
              <a:t>Título 03</a:t>
            </a:r>
          </a:p>
        </p:txBody>
      </p:sp>
      <p:sp>
        <p:nvSpPr>
          <p:cNvPr id="13" name="cuerpo_3"/>
          <p:cNvSpPr>
            <a:spLocks noGrp="1"/>
          </p:cNvSpPr>
          <p:nvPr>
            <p:ph type="body" idx="33" sz="quarter"/>
          </p:nvPr>
        </p:nvSpPr>
        <p:spPr/>
        <p:txBody>
          <a:bodyPr/>
          <a:lstStyle/>
          <a:p>
            <a:pPr/>
            <a:r>
              <a:t>Bloque 03. La longitud es orientativa y evita que el texto desborde la caja al maquetar. Mantén frases cortas y una sola idea por párrafo. Revisa la jerarquía</a:t>
            </a:r>
          </a:p>
        </p:txBody>
      </p:sp>
      <p:sp>
        <p:nvSpPr>
          <p:cNvPr id="14" name="etiqueta_4"/>
          <p:cNvSpPr>
            <a:spLocks noGrp="1"/>
          </p:cNvSpPr>
          <p:nvPr>
            <p:ph type="body" idx="34" sz="quarter"/>
          </p:nvPr>
        </p:nvSpPr>
        <p:spPr/>
        <p:txBody>
          <a:bodyPr/>
          <a:lstStyle/>
          <a:p>
            <a:pPr/>
            <a:r>
              <a:t>Dato 04</a:t>
            </a:r>
          </a:p>
        </p:txBody>
      </p:sp>
      <p:sp>
        <p:nvSpPr>
          <p:cNvPr id="15" name="cuerpo_4"/>
          <p:cNvSpPr>
            <a:spLocks noGrp="1"/>
          </p:cNvSpPr>
          <p:nvPr>
            <p:ph type="body" idx="35" sz="quarter"/>
          </p:nvPr>
        </p:nvSpPr>
        <p:spPr/>
        <p:txBody>
          <a:bodyPr/>
          <a:lstStyle/>
          <a:p>
            <a:pPr/>
            <a:r>
              <a:t>Bloque 04. Mantén frases cortas y una sola idea por párrafo. Revisa la jerarquía tipográfica antes de dar la diapositiva por cerrada. Cada bloque debería poder</a:t>
            </a:r>
          </a:p>
        </p:txBody>
      </p:sp>
      <p:sp>
        <p:nvSpPr>
          <p:cNvPr id="16" name="etiqueta_5"/>
          <p:cNvSpPr>
            <a:spLocks noGrp="1"/>
          </p:cNvSpPr>
          <p:nvPr>
            <p:ph type="body" idx="36" sz="quarter"/>
          </p:nvPr>
        </p:nvSpPr>
        <p:spPr/>
        <p:txBody>
          <a:bodyPr/>
          <a:lstStyle/>
          <a:p>
            <a:pPr/>
            <a:r>
              <a:t>Bloque 05</a:t>
            </a:r>
          </a:p>
        </p:txBody>
      </p:sp>
      <p:sp>
        <p:nvSpPr>
          <p:cNvPr id="17" name="cuerpo_5"/>
          <p:cNvSpPr>
            <a:spLocks noGrp="1"/>
          </p:cNvSpPr>
          <p:nvPr>
            <p:ph type="body" idx="37" sz="quarter"/>
          </p:nvPr>
        </p:nvSpPr>
        <p:spPr/>
        <p:txBody>
          <a:bodyPr/>
          <a:lstStyle/>
          <a:p>
            <a:pPr/>
            <a:r>
              <a:t>Bloque 05. Revisa la jerarquía tipográfica antes de dar la diapositiva por cerrada. Cada bloque debería poder leerse de un vistazo, sin releer. Texto de ejemplo</a:t>
            </a:r>
          </a:p>
        </p:txBody>
      </p:sp>
      <p:sp>
        <p:nvSpPr>
          <p:cNvPr id="18"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9"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 dos líneas</a:t>
            </a:r>
          </a:p>
        </p:txBody>
      </p:sp>
      <p:sp>
        <p:nvSpPr>
          <p:cNvPr id="3" name="numero_1"/>
          <p:cNvSpPr>
            <a:spLocks noGrp="1"/>
          </p:cNvSpPr>
          <p:nvPr>
            <p:ph type="body" idx="13" sz="quarter"/>
          </p:nvPr>
        </p:nvSpPr>
        <p:spPr/>
        <p:txBody>
          <a:bodyPr/>
          <a:lstStyle/>
          <a:p>
            <a:pPr/>
            <a:r>
              <a:t>01</a:t>
            </a:r>
          </a:p>
        </p:txBody>
      </p:sp>
      <p:sp>
        <p:nvSpPr>
          <p:cNvPr id="4" name="etiqueta"/>
          <p:cNvSpPr>
            <a:spLocks noGrp="1"/>
          </p:cNvSpPr>
          <p:nvPr>
            <p:ph type="body" idx="24" sz="quarter"/>
          </p:nvPr>
        </p:nvSpPr>
        <p:spPr/>
        <p:txBody>
          <a:bodyPr/>
          <a:lstStyle/>
          <a:p>
            <a:pPr/>
            <a:r>
              <a:t>Título de</a:t>
            </a:r>
          </a:p>
        </p:txBody>
      </p:sp>
      <p:sp>
        <p:nvSpPr>
          <p:cNvPr id="5" name="cuerpo"/>
          <p:cNvSpPr>
            <a:spLocks noGrp="1"/>
          </p:cNvSpPr>
          <p:nvPr>
            <p:ph type="body" idx="25" sz="quarter"/>
          </p:nvPr>
        </p:nvSpPr>
        <p:spPr/>
        <p:txBody>
          <a:bodyPr/>
          <a:lstStyle/>
          <a:p>
            <a:pPr/>
            <a:r>
              <a:t>Texto de ejemplo que marca la extensión recomendada de esta zona. Sustitúyelo por el contenido real antes de entregar la presentación. La longitud es orientativa y</a:t>
            </a:r>
          </a:p>
        </p:txBody>
      </p:sp>
      <p:sp>
        <p:nvSpPr>
          <p:cNvPr id="6" name="numero_2"/>
          <p:cNvSpPr>
            <a:spLocks noGrp="1"/>
          </p:cNvSpPr>
          <p:nvPr>
            <p:ph type="body" idx="26" sz="quarter"/>
          </p:nvPr>
        </p:nvSpPr>
        <p:spPr/>
        <p:txBody>
          <a:bodyPr/>
          <a:lstStyle/>
          <a:p>
            <a:pPr/>
            <a:r>
              <a:t>02</a:t>
            </a:r>
          </a:p>
        </p:txBody>
      </p:sp>
      <p:sp>
        <p:nvSpPr>
          <p:cNvPr id="7" name="numero_3"/>
          <p:cNvSpPr>
            <a:spLocks noGrp="1"/>
          </p:cNvSpPr>
          <p:nvPr>
            <p:ph type="body" idx="27" sz="quarter"/>
          </p:nvPr>
        </p:nvSpPr>
        <p:spPr/>
        <p:txBody>
          <a:bodyPr/>
          <a:lstStyle/>
          <a:p>
            <a:pPr/>
            <a:r>
              <a:t>03</a:t>
            </a:r>
          </a:p>
        </p:txBody>
      </p:sp>
      <p:sp>
        <p:nvSpPr>
          <p:cNvPr id="8" name="numero_4"/>
          <p:cNvSpPr>
            <a:spLocks noGrp="1"/>
          </p:cNvSpPr>
          <p:nvPr>
            <p:ph type="body" idx="28" sz="quarter"/>
          </p:nvPr>
        </p:nvSpPr>
        <p:spPr/>
        <p:txBody>
          <a:bodyPr/>
          <a:lstStyle/>
          <a:p>
            <a:pPr/>
            <a:r>
              <a:t>04</a:t>
            </a:r>
          </a:p>
        </p:txBody>
      </p:sp>
      <p:sp>
        <p:nvSpPr>
          <p:cNvPr id="9" name="numero_5"/>
          <p:cNvSpPr>
            <a:spLocks noGrp="1"/>
          </p:cNvSpPr>
          <p:nvPr>
            <p:ph type="body" idx="29" sz="quarter"/>
          </p:nvPr>
        </p:nvSpPr>
        <p:spPr/>
        <p:txBody>
          <a:bodyPr/>
          <a:lstStyle/>
          <a:p>
            <a:pPr/>
            <a:r>
              <a:t>05</a:t>
            </a:r>
          </a:p>
        </p:txBody>
      </p:sp>
      <p:sp>
        <p:nvSpPr>
          <p:cNvPr id="10"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 dos líneas</a:t>
            </a:r>
          </a:p>
        </p:txBody>
      </p:sp>
      <p:sp>
        <p:nvSpPr>
          <p:cNvPr id="3" name="numero_1"/>
          <p:cNvSpPr>
            <a:spLocks noGrp="1"/>
          </p:cNvSpPr>
          <p:nvPr>
            <p:ph type="body" idx="13" sz="quarter"/>
          </p:nvPr>
        </p:nvSpPr>
        <p:spPr/>
        <p:txBody>
          <a:bodyPr/>
          <a:lstStyle/>
          <a:p>
            <a:pPr/>
            <a:r>
              <a:t>01</a:t>
            </a:r>
          </a:p>
        </p:txBody>
      </p:sp>
      <p:sp>
        <p:nvSpPr>
          <p:cNvPr id="4" name="etiqueta"/>
          <p:cNvSpPr>
            <a:spLocks noGrp="1"/>
          </p:cNvSpPr>
          <p:nvPr>
            <p:ph type="body" idx="24" sz="quarter"/>
          </p:nvPr>
        </p:nvSpPr>
        <p:spPr/>
        <p:txBody>
          <a:bodyPr/>
          <a:lstStyle/>
          <a:p>
            <a:pPr/>
            <a:r>
              <a:t>Título de</a:t>
            </a:r>
          </a:p>
        </p:txBody>
      </p:sp>
      <p:sp>
        <p:nvSpPr>
          <p:cNvPr id="5" name="cuerpo"/>
          <p:cNvSpPr>
            <a:spLocks noGrp="1"/>
          </p:cNvSpPr>
          <p:nvPr>
            <p:ph type="body" idx="25" sz="quarter"/>
          </p:nvPr>
        </p:nvSpPr>
        <p:spPr/>
        <p:txBody>
          <a:bodyPr/>
          <a:lstStyle/>
          <a:p>
            <a:pPr/>
            <a:r>
              <a:t>Texto de ejemplo que marca la extensión recomendada de esta zona. Sustitúyelo por el contenido real antes de entregar la presentación. La longitud es orientativa y</a:t>
            </a:r>
          </a:p>
        </p:txBody>
      </p:sp>
      <p:sp>
        <p:nvSpPr>
          <p:cNvPr id="6" name="numero_2"/>
          <p:cNvSpPr>
            <a:spLocks noGrp="1"/>
          </p:cNvSpPr>
          <p:nvPr>
            <p:ph type="body" idx="26" sz="quarter"/>
          </p:nvPr>
        </p:nvSpPr>
        <p:spPr/>
        <p:txBody>
          <a:bodyPr/>
          <a:lstStyle/>
          <a:p>
            <a:pPr/>
            <a:r>
              <a:t>02</a:t>
            </a:r>
          </a:p>
        </p:txBody>
      </p:sp>
      <p:sp>
        <p:nvSpPr>
          <p:cNvPr id="7" name="numero_3"/>
          <p:cNvSpPr>
            <a:spLocks noGrp="1"/>
          </p:cNvSpPr>
          <p:nvPr>
            <p:ph type="body" idx="27" sz="quarter"/>
          </p:nvPr>
        </p:nvSpPr>
        <p:spPr/>
        <p:txBody>
          <a:bodyPr/>
          <a:lstStyle/>
          <a:p>
            <a:pPr/>
            <a:r>
              <a:t>03</a:t>
            </a:r>
          </a:p>
        </p:txBody>
      </p:sp>
      <p:sp>
        <p:nvSpPr>
          <p:cNvPr id="8" name="numero_4"/>
          <p:cNvSpPr>
            <a:spLocks noGrp="1"/>
          </p:cNvSpPr>
          <p:nvPr>
            <p:ph type="body" idx="28" sz="quarter"/>
          </p:nvPr>
        </p:nvSpPr>
        <p:spPr/>
        <p:txBody>
          <a:bodyPr/>
          <a:lstStyle/>
          <a:p>
            <a:pPr/>
            <a:r>
              <a:t>04</a:t>
            </a:r>
          </a:p>
        </p:txBody>
      </p:sp>
      <p:sp>
        <p:nvSpPr>
          <p:cNvPr id="9" name="numero_5"/>
          <p:cNvSpPr>
            <a:spLocks noGrp="1"/>
          </p:cNvSpPr>
          <p:nvPr>
            <p:ph type="body" idx="29" sz="quarter"/>
          </p:nvPr>
        </p:nvSpPr>
        <p:spPr/>
        <p:txBody>
          <a:bodyPr/>
          <a:lstStyle/>
          <a:p>
            <a:pPr/>
            <a:r>
              <a:t>05</a:t>
            </a:r>
          </a:p>
        </p:txBody>
      </p:sp>
      <p:sp>
        <p:nvSpPr>
          <p:cNvPr id="10"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 dos líneas</a:t>
            </a:r>
          </a:p>
        </p:txBody>
      </p:sp>
      <p:sp>
        <p:nvSpPr>
          <p:cNvPr id="3" name="numero_1"/>
          <p:cNvSpPr>
            <a:spLocks noGrp="1"/>
          </p:cNvSpPr>
          <p:nvPr>
            <p:ph type="body" idx="13" sz="quarter"/>
          </p:nvPr>
        </p:nvSpPr>
        <p:spPr/>
        <p:txBody>
          <a:bodyPr/>
          <a:lstStyle/>
          <a:p>
            <a:pPr/>
            <a:r>
              <a:t>01</a:t>
            </a:r>
          </a:p>
        </p:txBody>
      </p:sp>
      <p:sp>
        <p:nvSpPr>
          <p:cNvPr id="4" name="etiqueta"/>
          <p:cNvSpPr>
            <a:spLocks noGrp="1"/>
          </p:cNvSpPr>
          <p:nvPr>
            <p:ph type="body" idx="24" sz="quarter"/>
          </p:nvPr>
        </p:nvSpPr>
        <p:spPr/>
        <p:txBody>
          <a:bodyPr/>
          <a:lstStyle/>
          <a:p>
            <a:pPr/>
            <a:r>
              <a:t>Título de</a:t>
            </a:r>
          </a:p>
        </p:txBody>
      </p:sp>
      <p:sp>
        <p:nvSpPr>
          <p:cNvPr id="5" name="cuerpo"/>
          <p:cNvSpPr>
            <a:spLocks noGrp="1"/>
          </p:cNvSpPr>
          <p:nvPr>
            <p:ph type="body" idx="25" sz="quarter"/>
          </p:nvPr>
        </p:nvSpPr>
        <p:spPr/>
        <p:txBody>
          <a:bodyPr/>
          <a:lstStyle/>
          <a:p>
            <a:pPr/>
            <a:r>
              <a:t>Texto de ejemplo que marca la extensión recomendada de esta zona. Sustitúyelo por el contenido real antes de entregar la presentación. La longitud es orientativa y</a:t>
            </a:r>
          </a:p>
        </p:txBody>
      </p:sp>
      <p:sp>
        <p:nvSpPr>
          <p:cNvPr id="6" name="numero_2"/>
          <p:cNvSpPr>
            <a:spLocks noGrp="1"/>
          </p:cNvSpPr>
          <p:nvPr>
            <p:ph type="body" idx="26" sz="quarter"/>
          </p:nvPr>
        </p:nvSpPr>
        <p:spPr/>
        <p:txBody>
          <a:bodyPr/>
          <a:lstStyle/>
          <a:p>
            <a:pPr/>
            <a:r>
              <a:t>02</a:t>
            </a:r>
          </a:p>
        </p:txBody>
      </p:sp>
      <p:sp>
        <p:nvSpPr>
          <p:cNvPr id="7" name="numero_3"/>
          <p:cNvSpPr>
            <a:spLocks noGrp="1"/>
          </p:cNvSpPr>
          <p:nvPr>
            <p:ph type="body" idx="27" sz="quarter"/>
          </p:nvPr>
        </p:nvSpPr>
        <p:spPr/>
        <p:txBody>
          <a:bodyPr/>
          <a:lstStyle/>
          <a:p>
            <a:pPr/>
            <a:r>
              <a:t>03</a:t>
            </a:r>
          </a:p>
        </p:txBody>
      </p:sp>
      <p:sp>
        <p:nvSpPr>
          <p:cNvPr id="8" name="numero_4"/>
          <p:cNvSpPr>
            <a:spLocks noGrp="1"/>
          </p:cNvSpPr>
          <p:nvPr>
            <p:ph type="body" idx="28" sz="quarter"/>
          </p:nvPr>
        </p:nvSpPr>
        <p:spPr/>
        <p:txBody>
          <a:bodyPr/>
          <a:lstStyle/>
          <a:p>
            <a:pPr/>
            <a:r>
              <a:t>04</a:t>
            </a:r>
          </a:p>
        </p:txBody>
      </p:sp>
      <p:sp>
        <p:nvSpPr>
          <p:cNvPr id="9" name="numero_5"/>
          <p:cNvSpPr>
            <a:spLocks noGrp="1"/>
          </p:cNvSpPr>
          <p:nvPr>
            <p:ph type="body" idx="29" sz="quarter"/>
          </p:nvPr>
        </p:nvSpPr>
        <p:spPr/>
        <p:txBody>
          <a:bodyPr/>
          <a:lstStyle/>
          <a:p>
            <a:pPr/>
            <a:r>
              <a:t>05</a:t>
            </a:r>
          </a:p>
        </p:txBody>
      </p:sp>
      <p:sp>
        <p:nvSpPr>
          <p:cNvPr id="10"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 dos líneas</a:t>
            </a:r>
          </a:p>
        </p:txBody>
      </p:sp>
      <p:sp>
        <p:nvSpPr>
          <p:cNvPr id="3" name="numero_1"/>
          <p:cNvSpPr>
            <a:spLocks noGrp="1"/>
          </p:cNvSpPr>
          <p:nvPr>
            <p:ph type="body" idx="13" sz="quarter"/>
          </p:nvPr>
        </p:nvSpPr>
        <p:spPr/>
        <p:txBody>
          <a:bodyPr/>
          <a:lstStyle/>
          <a:p>
            <a:pPr/>
            <a:r>
              <a:t>01</a:t>
            </a:r>
          </a:p>
        </p:txBody>
      </p:sp>
      <p:sp>
        <p:nvSpPr>
          <p:cNvPr id="4" name="etiqueta"/>
          <p:cNvSpPr>
            <a:spLocks noGrp="1"/>
          </p:cNvSpPr>
          <p:nvPr>
            <p:ph type="body" idx="24" sz="quarter"/>
          </p:nvPr>
        </p:nvSpPr>
        <p:spPr/>
        <p:txBody>
          <a:bodyPr/>
          <a:lstStyle/>
          <a:p>
            <a:pPr/>
            <a:r>
              <a:t>Título de</a:t>
            </a:r>
          </a:p>
        </p:txBody>
      </p:sp>
      <p:sp>
        <p:nvSpPr>
          <p:cNvPr id="5" name="cuerpo"/>
          <p:cNvSpPr>
            <a:spLocks noGrp="1"/>
          </p:cNvSpPr>
          <p:nvPr>
            <p:ph type="body" idx="25" sz="quarter"/>
          </p:nvPr>
        </p:nvSpPr>
        <p:spPr/>
        <p:txBody>
          <a:bodyPr/>
          <a:lstStyle/>
          <a:p>
            <a:pPr/>
            <a:r>
              <a:t>Texto de ejemplo que marca la extensión recomendada de esta zona. Sustitúyelo por el contenido real antes de entregar la presentación. La longitud es orientativa y</a:t>
            </a:r>
          </a:p>
        </p:txBody>
      </p:sp>
      <p:sp>
        <p:nvSpPr>
          <p:cNvPr id="6" name="numero_2"/>
          <p:cNvSpPr>
            <a:spLocks noGrp="1"/>
          </p:cNvSpPr>
          <p:nvPr>
            <p:ph type="body" idx="26" sz="quarter"/>
          </p:nvPr>
        </p:nvSpPr>
        <p:spPr/>
        <p:txBody>
          <a:bodyPr/>
          <a:lstStyle/>
          <a:p>
            <a:pPr/>
            <a:r>
              <a:t>02</a:t>
            </a:r>
          </a:p>
        </p:txBody>
      </p:sp>
      <p:sp>
        <p:nvSpPr>
          <p:cNvPr id="7" name="numero_3"/>
          <p:cNvSpPr>
            <a:spLocks noGrp="1"/>
          </p:cNvSpPr>
          <p:nvPr>
            <p:ph type="body" idx="27" sz="quarter"/>
          </p:nvPr>
        </p:nvSpPr>
        <p:spPr/>
        <p:txBody>
          <a:bodyPr/>
          <a:lstStyle/>
          <a:p>
            <a:pPr/>
            <a:r>
              <a:t>03</a:t>
            </a:r>
          </a:p>
        </p:txBody>
      </p:sp>
      <p:sp>
        <p:nvSpPr>
          <p:cNvPr id="8" name="numero_4"/>
          <p:cNvSpPr>
            <a:spLocks noGrp="1"/>
          </p:cNvSpPr>
          <p:nvPr>
            <p:ph type="body" idx="28" sz="quarter"/>
          </p:nvPr>
        </p:nvSpPr>
        <p:spPr/>
        <p:txBody>
          <a:bodyPr/>
          <a:lstStyle/>
          <a:p>
            <a:pPr/>
            <a:r>
              <a:t>04</a:t>
            </a:r>
          </a:p>
        </p:txBody>
      </p:sp>
      <p:sp>
        <p:nvSpPr>
          <p:cNvPr id="9" name="numero_5"/>
          <p:cNvSpPr>
            <a:spLocks noGrp="1"/>
          </p:cNvSpPr>
          <p:nvPr>
            <p:ph type="body" idx="29" sz="quarter"/>
          </p:nvPr>
        </p:nvSpPr>
        <p:spPr/>
        <p:txBody>
          <a:bodyPr/>
          <a:lstStyle/>
          <a:p>
            <a:pPr/>
            <a:r>
              <a:t>05</a:t>
            </a:r>
          </a:p>
        </p:txBody>
      </p:sp>
      <p:sp>
        <p:nvSpPr>
          <p:cNvPr id="10"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 dos líneas</a:t>
            </a:r>
          </a:p>
        </p:txBody>
      </p:sp>
      <p:sp>
        <p:nvSpPr>
          <p:cNvPr id="3" name="numero_1"/>
          <p:cNvSpPr>
            <a:spLocks noGrp="1"/>
          </p:cNvSpPr>
          <p:nvPr>
            <p:ph type="body" idx="13" sz="quarter"/>
          </p:nvPr>
        </p:nvSpPr>
        <p:spPr/>
        <p:txBody>
          <a:bodyPr/>
          <a:lstStyle/>
          <a:p>
            <a:pPr/>
            <a:r>
              <a:t>01</a:t>
            </a:r>
          </a:p>
        </p:txBody>
      </p:sp>
      <p:sp>
        <p:nvSpPr>
          <p:cNvPr id="4" name="etiqueta"/>
          <p:cNvSpPr>
            <a:spLocks noGrp="1"/>
          </p:cNvSpPr>
          <p:nvPr>
            <p:ph type="body" idx="24" sz="quarter"/>
          </p:nvPr>
        </p:nvSpPr>
        <p:spPr/>
        <p:txBody>
          <a:bodyPr/>
          <a:lstStyle/>
          <a:p>
            <a:pPr/>
            <a:r>
              <a:t>Título de</a:t>
            </a:r>
          </a:p>
        </p:txBody>
      </p:sp>
      <p:sp>
        <p:nvSpPr>
          <p:cNvPr id="5" name="cuerpo"/>
          <p:cNvSpPr>
            <a:spLocks noGrp="1"/>
          </p:cNvSpPr>
          <p:nvPr>
            <p:ph type="body" idx="25" sz="quarter"/>
          </p:nvPr>
        </p:nvSpPr>
        <p:spPr/>
        <p:txBody>
          <a:bodyPr/>
          <a:lstStyle/>
          <a:p>
            <a:pPr/>
            <a:r>
              <a:t>Texto de ejemplo que marca la extensión recomendada de esta zona. Sustitúyelo por el contenido real antes de entregar la presentación. La longitud es orientativa y</a:t>
            </a:r>
          </a:p>
        </p:txBody>
      </p:sp>
      <p:sp>
        <p:nvSpPr>
          <p:cNvPr id="6" name="numero_2"/>
          <p:cNvSpPr>
            <a:spLocks noGrp="1"/>
          </p:cNvSpPr>
          <p:nvPr>
            <p:ph type="body" idx="26" sz="quarter"/>
          </p:nvPr>
        </p:nvSpPr>
        <p:spPr/>
        <p:txBody>
          <a:bodyPr/>
          <a:lstStyle/>
          <a:p>
            <a:pPr/>
            <a:r>
              <a:t>02</a:t>
            </a:r>
          </a:p>
        </p:txBody>
      </p:sp>
      <p:sp>
        <p:nvSpPr>
          <p:cNvPr id="7" name="numero_3"/>
          <p:cNvSpPr>
            <a:spLocks noGrp="1"/>
          </p:cNvSpPr>
          <p:nvPr>
            <p:ph type="body" idx="27" sz="quarter"/>
          </p:nvPr>
        </p:nvSpPr>
        <p:spPr/>
        <p:txBody>
          <a:bodyPr/>
          <a:lstStyle/>
          <a:p>
            <a:pPr/>
            <a:r>
              <a:t>03</a:t>
            </a:r>
          </a:p>
        </p:txBody>
      </p:sp>
      <p:sp>
        <p:nvSpPr>
          <p:cNvPr id="8" name="numero_4"/>
          <p:cNvSpPr>
            <a:spLocks noGrp="1"/>
          </p:cNvSpPr>
          <p:nvPr>
            <p:ph type="body" idx="28" sz="quarter"/>
          </p:nvPr>
        </p:nvSpPr>
        <p:spPr/>
        <p:txBody>
          <a:bodyPr/>
          <a:lstStyle/>
          <a:p>
            <a:pPr/>
            <a:r>
              <a:t>04</a:t>
            </a:r>
          </a:p>
        </p:txBody>
      </p:sp>
      <p:sp>
        <p:nvSpPr>
          <p:cNvPr id="9" name="numero_5"/>
          <p:cNvSpPr>
            <a:spLocks noGrp="1"/>
          </p:cNvSpPr>
          <p:nvPr>
            <p:ph type="body" idx="29" sz="quarter"/>
          </p:nvPr>
        </p:nvSpPr>
        <p:spPr/>
        <p:txBody>
          <a:bodyPr/>
          <a:lstStyle/>
          <a:p>
            <a:pPr/>
            <a:r>
              <a:t>05</a:t>
            </a:r>
          </a:p>
        </p:txBody>
      </p:sp>
      <p:sp>
        <p:nvSpPr>
          <p:cNvPr id="10" name="Footer Placeholder 3">
            <a:extLst>
              <a:ext uri="{FF2B5EF4-FFF2-40B4-BE49-F238E27FC236}">
                <a16:creationId xmlns:a16="http://schemas.microsoft.com/office/drawing/2014/main" id="{9A9AC0FD-D153-AC02-B33B-D8832DE1BE9B}"/>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4">
            <a:extLst>
              <a:ext uri="{FF2B5EF4-FFF2-40B4-BE49-F238E27FC236}">
                <a16:creationId xmlns:a16="http://schemas.microsoft.com/office/drawing/2014/main" id="{C26BF853-3E9C-CF73-ABD6-B19B7ABE1836}"/>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cuerpo"/>
          <p:cNvSpPr>
            <a:spLocks noGrp="1"/>
          </p:cNvSpPr>
          <p:nvPr>
            <p:ph type="body" idx="15" sz="quarter"/>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a:t>
            </a:r>
          </a:p>
        </p:txBody>
      </p:sp>
      <p:sp>
        <p:nvSpPr>
          <p:cNvPr id="5" name="etiqueta_1"/>
          <p:cNvSpPr>
            <a:spLocks noGrp="1"/>
          </p:cNvSpPr>
          <p:nvPr>
            <p:ph type="body" idx="16" sz="quarter"/>
          </p:nvPr>
        </p:nvSpPr>
        <p:spPr/>
        <p:txBody>
          <a:bodyPr/>
          <a:lstStyle/>
          <a:p>
            <a:pPr/>
            <a:r>
              <a:t>Título de columna 01</a:t>
            </a:r>
          </a:p>
        </p:txBody>
      </p:sp>
      <p:sp>
        <p:nvSpPr>
          <p:cNvPr id="6" name="etiqueta_3"/>
          <p:cNvSpPr>
            <a:spLocks noGrp="1"/>
          </p:cNvSpPr>
          <p:nvPr>
            <p:ph type="body" idx="17" sz="quarter"/>
          </p:nvPr>
        </p:nvSpPr>
        <p:spPr/>
        <p:txBody>
          <a:bodyPr/>
          <a:lstStyle/>
          <a:p>
            <a:pPr/>
            <a:r>
              <a:t>Título del apartado 03</a:t>
            </a:r>
          </a:p>
        </p:txBody>
      </p:sp>
      <p:sp>
        <p:nvSpPr>
          <p:cNvPr id="7" name="etiqueta_2"/>
          <p:cNvSpPr>
            <a:spLocks noGrp="1"/>
          </p:cNvSpPr>
          <p:nvPr>
            <p:ph type="body" idx="18" sz="quarter"/>
          </p:nvPr>
        </p:nvSpPr>
        <p:spPr/>
        <p:txBody>
          <a:bodyPr/>
          <a:lstStyle/>
          <a:p>
            <a:pPr/>
            <a:r>
              <a:t>Título de bloque 02</a:t>
            </a:r>
          </a:p>
        </p:txBody>
      </p:sp>
      <p:sp>
        <p:nvSpPr>
          <p:cNvPr id="8" name="etiqueta_4"/>
          <p:cNvSpPr>
            <a:spLocks noGrp="1"/>
          </p:cNvSpPr>
          <p:nvPr>
            <p:ph type="body" idx="19" sz="quarter"/>
          </p:nvPr>
        </p:nvSpPr>
        <p:spPr/>
        <p:txBody>
          <a:bodyPr/>
          <a:lstStyle/>
          <a:p>
            <a:pPr/>
            <a:r>
              <a:t>Dato destacado 04</a:t>
            </a:r>
          </a:p>
        </p:txBody>
      </p:sp>
      <p:sp>
        <p:nvSpPr>
          <p:cNvPr id="9" name="etiqueta_5"/>
          <p:cNvSpPr>
            <a:spLocks noGrp="1"/>
          </p:cNvSpPr>
          <p:nvPr>
            <p:ph type="body" idx="20" sz="quarter"/>
          </p:nvPr>
        </p:nvSpPr>
        <p:spPr/>
        <p:txBody>
          <a:bodyPr/>
          <a:lstStyle/>
          <a:p>
            <a:pPr/>
            <a:r>
              <a:t>Nombre de la fase 05</a:t>
            </a:r>
          </a:p>
        </p:txBody>
      </p:sp>
      <p:sp>
        <p:nvSpPr>
          <p:cNvPr id="10"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cuerpo"/>
          <p:cNvSpPr>
            <a:spLocks noGrp="1"/>
          </p:cNvSpPr>
          <p:nvPr>
            <p:ph type="body" idx="15" sz="quarter"/>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a:t>
            </a:r>
          </a:p>
        </p:txBody>
      </p:sp>
      <p:sp>
        <p:nvSpPr>
          <p:cNvPr id="5" name="etiqueta_2"/>
          <p:cNvSpPr>
            <a:spLocks noGrp="1"/>
          </p:cNvSpPr>
          <p:nvPr>
            <p:ph type="body" idx="16" sz="quarter"/>
          </p:nvPr>
        </p:nvSpPr>
        <p:spPr/>
        <p:txBody>
          <a:bodyPr/>
          <a:lstStyle/>
          <a:p>
            <a:pPr/>
            <a:r>
              <a:t>Título de bloque 02</a:t>
            </a:r>
          </a:p>
        </p:txBody>
      </p:sp>
      <p:sp>
        <p:nvSpPr>
          <p:cNvPr id="6" name="etiqueta_3"/>
          <p:cNvSpPr>
            <a:spLocks noGrp="1"/>
          </p:cNvSpPr>
          <p:nvPr>
            <p:ph type="body" idx="17" sz="quarter"/>
          </p:nvPr>
        </p:nvSpPr>
        <p:spPr/>
        <p:txBody>
          <a:bodyPr/>
          <a:lstStyle/>
          <a:p>
            <a:pPr/>
            <a:r>
              <a:t>Título del apartado 03</a:t>
            </a:r>
          </a:p>
        </p:txBody>
      </p:sp>
      <p:sp>
        <p:nvSpPr>
          <p:cNvPr id="7" name="etiqueta_1"/>
          <p:cNvSpPr>
            <a:spLocks noGrp="1"/>
          </p:cNvSpPr>
          <p:nvPr>
            <p:ph type="body" idx="18" sz="quarter"/>
          </p:nvPr>
        </p:nvSpPr>
        <p:spPr/>
        <p:txBody>
          <a:bodyPr/>
          <a:lstStyle/>
          <a:p>
            <a:pPr/>
            <a:r>
              <a:t>Título de columna 01</a:t>
            </a:r>
          </a:p>
        </p:txBody>
      </p:sp>
      <p:sp>
        <p:nvSpPr>
          <p:cNvPr id="8" name="etiqueta_4"/>
          <p:cNvSpPr>
            <a:spLocks noGrp="1"/>
          </p:cNvSpPr>
          <p:nvPr>
            <p:ph type="body" idx="19" sz="quarter"/>
          </p:nvPr>
        </p:nvSpPr>
        <p:spPr/>
        <p:txBody>
          <a:bodyPr/>
          <a:lstStyle/>
          <a:p>
            <a:pPr/>
            <a:r>
              <a:t>Dato destacado 04</a:t>
            </a:r>
          </a:p>
        </p:txBody>
      </p:sp>
      <p:sp>
        <p:nvSpPr>
          <p:cNvPr id="9" name="etiqueta_5"/>
          <p:cNvSpPr>
            <a:spLocks noGrp="1"/>
          </p:cNvSpPr>
          <p:nvPr>
            <p:ph type="body" idx="20" sz="quarter"/>
          </p:nvPr>
        </p:nvSpPr>
        <p:spPr/>
        <p:txBody>
          <a:bodyPr/>
          <a:lstStyle/>
          <a:p>
            <a:pPr/>
            <a:r>
              <a:t>Nombre de la fase 05</a:t>
            </a:r>
          </a:p>
        </p:txBody>
      </p:sp>
      <p:sp>
        <p:nvSpPr>
          <p:cNvPr id="10"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cuerpo"/>
          <p:cNvSpPr>
            <a:spLocks noGrp="1"/>
          </p:cNvSpPr>
          <p:nvPr>
            <p:ph type="body" idx="15" sz="quarter"/>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a:t>
            </a:r>
          </a:p>
        </p:txBody>
      </p:sp>
      <p:sp>
        <p:nvSpPr>
          <p:cNvPr id="5" name="etiqueta_3"/>
          <p:cNvSpPr>
            <a:spLocks noGrp="1"/>
          </p:cNvSpPr>
          <p:nvPr>
            <p:ph type="body" idx="16" sz="quarter"/>
          </p:nvPr>
        </p:nvSpPr>
        <p:spPr/>
        <p:txBody>
          <a:bodyPr/>
          <a:lstStyle/>
          <a:p>
            <a:pPr/>
            <a:r>
              <a:t>Título del 03</a:t>
            </a:r>
          </a:p>
        </p:txBody>
      </p:sp>
      <p:sp>
        <p:nvSpPr>
          <p:cNvPr id="6" name="etiqueta_1"/>
          <p:cNvSpPr>
            <a:spLocks noGrp="1"/>
          </p:cNvSpPr>
          <p:nvPr>
            <p:ph type="body" idx="18" sz="quarter"/>
          </p:nvPr>
        </p:nvSpPr>
        <p:spPr/>
        <p:txBody>
          <a:bodyPr/>
          <a:lstStyle/>
          <a:p>
            <a:pPr/>
            <a:r>
              <a:t>Título de columna 01</a:t>
            </a:r>
          </a:p>
        </p:txBody>
      </p:sp>
      <p:sp>
        <p:nvSpPr>
          <p:cNvPr id="7" name="etiqueta_4"/>
          <p:cNvSpPr>
            <a:spLocks noGrp="1"/>
          </p:cNvSpPr>
          <p:nvPr>
            <p:ph type="body" idx="19" sz="quarter"/>
          </p:nvPr>
        </p:nvSpPr>
        <p:spPr/>
        <p:txBody>
          <a:bodyPr/>
          <a:lstStyle/>
          <a:p>
            <a:pPr/>
            <a:r>
              <a:t>Dato destacado 04</a:t>
            </a:r>
          </a:p>
        </p:txBody>
      </p:sp>
      <p:sp>
        <p:nvSpPr>
          <p:cNvPr id="8" name="etiqueta_5"/>
          <p:cNvSpPr>
            <a:spLocks noGrp="1"/>
          </p:cNvSpPr>
          <p:nvPr>
            <p:ph type="body" idx="20" sz="quarter"/>
          </p:nvPr>
        </p:nvSpPr>
        <p:spPr/>
        <p:txBody>
          <a:bodyPr/>
          <a:lstStyle/>
          <a:p>
            <a:pPr/>
            <a:r>
              <a:t>Nombre de la fase 05</a:t>
            </a:r>
          </a:p>
        </p:txBody>
      </p:sp>
      <p:sp>
        <p:nvSpPr>
          <p:cNvPr id="9" name="etiqueta_2"/>
          <p:cNvSpPr>
            <a:spLocks noGrp="1"/>
          </p:cNvSpPr>
          <p:nvPr>
            <p:ph type="body" idx="21" sz="quarter"/>
          </p:nvPr>
        </p:nvSpPr>
        <p:spPr/>
        <p:txBody>
          <a:bodyPr/>
          <a:lstStyle/>
          <a:p>
            <a:pPr/>
            <a:r>
              <a:t>Título de bloque 02</a:t>
            </a:r>
          </a:p>
        </p:txBody>
      </p:sp>
      <p:sp>
        <p:nvSpPr>
          <p:cNvPr id="10"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cuerpo"/>
          <p:cNvSpPr>
            <a:spLocks noGrp="1"/>
          </p:cNvSpPr>
          <p:nvPr>
            <p:ph type="body" idx="15" sz="quarter"/>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a:t>
            </a:r>
          </a:p>
        </p:txBody>
      </p:sp>
      <p:sp>
        <p:nvSpPr>
          <p:cNvPr id="5" name="etiqueta_5"/>
          <p:cNvSpPr>
            <a:spLocks noGrp="1"/>
          </p:cNvSpPr>
          <p:nvPr>
            <p:ph type="body" idx="16" sz="quarter"/>
          </p:nvPr>
        </p:nvSpPr>
        <p:spPr/>
        <p:txBody>
          <a:bodyPr/>
          <a:lstStyle/>
          <a:p>
            <a:pPr/>
            <a:r>
              <a:t>Nombre de la fase 05</a:t>
            </a:r>
          </a:p>
        </p:txBody>
      </p:sp>
      <p:sp>
        <p:nvSpPr>
          <p:cNvPr id="6" name="etiqueta_3"/>
          <p:cNvSpPr>
            <a:spLocks noGrp="1"/>
          </p:cNvSpPr>
          <p:nvPr>
            <p:ph type="body" idx="17" sz="quarter"/>
          </p:nvPr>
        </p:nvSpPr>
        <p:spPr/>
        <p:txBody>
          <a:bodyPr/>
          <a:lstStyle/>
          <a:p>
            <a:pPr/>
            <a:r>
              <a:t>Título del apartado 03</a:t>
            </a:r>
          </a:p>
        </p:txBody>
      </p:sp>
      <p:sp>
        <p:nvSpPr>
          <p:cNvPr id="7" name="etiqueta_1"/>
          <p:cNvSpPr>
            <a:spLocks noGrp="1"/>
          </p:cNvSpPr>
          <p:nvPr>
            <p:ph type="body" idx="18" sz="quarter"/>
          </p:nvPr>
        </p:nvSpPr>
        <p:spPr/>
        <p:txBody>
          <a:bodyPr/>
          <a:lstStyle/>
          <a:p>
            <a:pPr/>
            <a:r>
              <a:t>Título de columna 01</a:t>
            </a:r>
          </a:p>
        </p:txBody>
      </p:sp>
      <p:sp>
        <p:nvSpPr>
          <p:cNvPr id="8" name="etiqueta_4"/>
          <p:cNvSpPr>
            <a:spLocks noGrp="1"/>
          </p:cNvSpPr>
          <p:nvPr>
            <p:ph type="body" idx="20" sz="quarter"/>
          </p:nvPr>
        </p:nvSpPr>
        <p:spPr/>
        <p:txBody>
          <a:bodyPr/>
          <a:lstStyle/>
          <a:p>
            <a:pPr/>
            <a:r>
              <a:t>Dato destacado 04</a:t>
            </a:r>
          </a:p>
        </p:txBody>
      </p:sp>
      <p:sp>
        <p:nvSpPr>
          <p:cNvPr id="9" name="etiqueta_2"/>
          <p:cNvSpPr>
            <a:spLocks noGrp="1"/>
          </p:cNvSpPr>
          <p:nvPr>
            <p:ph type="body" idx="21" sz="quarter"/>
          </p:nvPr>
        </p:nvSpPr>
        <p:spPr/>
        <p:txBody>
          <a:bodyPr/>
          <a:lstStyle/>
          <a:p>
            <a:pPr/>
            <a:r>
              <a:t>Título de bloque 02</a:t>
            </a:r>
          </a:p>
        </p:txBody>
      </p:sp>
      <p:sp>
        <p:nvSpPr>
          <p:cNvPr id="10"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cuerpo"/>
          <p:cNvSpPr>
            <a:spLocks noGrp="1"/>
          </p:cNvSpPr>
          <p:nvPr>
            <p:ph type="body" idx="15" sz="quarter"/>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a:t>
            </a:r>
          </a:p>
        </p:txBody>
      </p:sp>
      <p:sp>
        <p:nvSpPr>
          <p:cNvPr id="5" name="etiqueta_5"/>
          <p:cNvSpPr>
            <a:spLocks noGrp="1"/>
          </p:cNvSpPr>
          <p:nvPr>
            <p:ph type="body" idx="16" sz="quarter"/>
          </p:nvPr>
        </p:nvSpPr>
        <p:spPr/>
        <p:txBody>
          <a:bodyPr/>
          <a:lstStyle/>
          <a:p>
            <a:pPr/>
            <a:r>
              <a:t>Nombre de la fase 05</a:t>
            </a:r>
          </a:p>
        </p:txBody>
      </p:sp>
      <p:sp>
        <p:nvSpPr>
          <p:cNvPr id="6" name="etiqueta_3"/>
          <p:cNvSpPr>
            <a:spLocks noGrp="1"/>
          </p:cNvSpPr>
          <p:nvPr>
            <p:ph type="body" idx="17" sz="quarter"/>
          </p:nvPr>
        </p:nvSpPr>
        <p:spPr/>
        <p:txBody>
          <a:bodyPr/>
          <a:lstStyle/>
          <a:p>
            <a:pPr/>
            <a:r>
              <a:t>Título del apartado 03</a:t>
            </a:r>
          </a:p>
        </p:txBody>
      </p:sp>
      <p:sp>
        <p:nvSpPr>
          <p:cNvPr id="7" name="etiqueta_2"/>
          <p:cNvSpPr>
            <a:spLocks noGrp="1"/>
          </p:cNvSpPr>
          <p:nvPr>
            <p:ph type="body" idx="18" sz="quarter"/>
          </p:nvPr>
        </p:nvSpPr>
        <p:spPr/>
        <p:txBody>
          <a:bodyPr/>
          <a:lstStyle/>
          <a:p>
            <a:pPr/>
            <a:r>
              <a:t>Título de bloque 02</a:t>
            </a:r>
          </a:p>
        </p:txBody>
      </p:sp>
      <p:sp>
        <p:nvSpPr>
          <p:cNvPr id="8" name="etiqueta_4"/>
          <p:cNvSpPr>
            <a:spLocks noGrp="1"/>
          </p:cNvSpPr>
          <p:nvPr>
            <p:ph type="body" idx="19" sz="quarter"/>
          </p:nvPr>
        </p:nvSpPr>
        <p:spPr/>
        <p:txBody>
          <a:bodyPr/>
          <a:lstStyle/>
          <a:p>
            <a:pPr/>
            <a:r>
              <a:t>Dato destacado 04</a:t>
            </a:r>
          </a:p>
        </p:txBody>
      </p:sp>
      <p:sp>
        <p:nvSpPr>
          <p:cNvPr id="9" name="etiqueta_1"/>
          <p:cNvSpPr>
            <a:spLocks noGrp="1"/>
          </p:cNvSpPr>
          <p:nvPr>
            <p:ph type="body" idx="20" sz="quarter"/>
          </p:nvPr>
        </p:nvSpPr>
        <p:spPr/>
        <p:txBody>
          <a:bodyPr/>
          <a:lstStyle/>
          <a:p>
            <a:pPr/>
            <a:r>
              <a:t>Título de columna 01</a:t>
            </a:r>
          </a:p>
        </p:txBody>
      </p:sp>
      <p:sp>
        <p:nvSpPr>
          <p:cNvPr id="10"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1"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22" sz="quarter"/>
          </p:nvPr>
        </p:nvPicPr>
        <p:blipFill>
          <a:blip r:embed="rId2"/>
          <a:srcRect l="1510" r="1510"/>
          <a:stretch>
            <a:fillRect/>
          </a:stretch>
        </p:blipFill>
        <p:spPr/>
      </p:pic>
      <p:sp>
        <p:nvSpPr>
          <p:cNvPr id="3" name="titulo"/>
          <p:cNvSpPr>
            <a:spLocks noGrp="1"/>
          </p:cNvSpPr>
          <p:nvPr>
            <p:ph type="title"/>
          </p:nvPr>
        </p:nvSpPr>
        <p:spPr/>
        <p:txBody>
          <a:bodyPr/>
          <a:lstStyle/>
          <a:p>
            <a:pPr/>
            <a:r>
              <a:t>Título de sección compuesto</a:t>
            </a:r>
          </a:p>
        </p:txBody>
      </p:sp>
      <p:sp>
        <p:nvSpPr>
          <p:cNvPr id="4" name="etiqueta_3"/>
          <p:cNvSpPr>
            <a:spLocks noGrp="1"/>
          </p:cNvSpPr>
          <p:nvPr>
            <p:ph type="body" idx="17" sz="quarter"/>
          </p:nvPr>
        </p:nvSpPr>
        <p:spPr/>
        <p:txBody>
          <a:bodyPr/>
          <a:lstStyle/>
          <a:p>
            <a:pPr/>
            <a:r>
              <a:t>Título del apartado 03</a:t>
            </a:r>
          </a:p>
        </p:txBody>
      </p:sp>
      <p:sp>
        <p:nvSpPr>
          <p:cNvPr id="5" name="etiqueta_2"/>
          <p:cNvSpPr>
            <a:spLocks noGrp="1"/>
          </p:cNvSpPr>
          <p:nvPr>
            <p:ph type="body" idx="18" sz="quarter"/>
          </p:nvPr>
        </p:nvSpPr>
        <p:spPr/>
        <p:txBody>
          <a:bodyPr/>
          <a:lstStyle/>
          <a:p>
            <a:pPr/>
            <a:r>
              <a:t>Título de bloque 02</a:t>
            </a:r>
          </a:p>
        </p:txBody>
      </p:sp>
      <p:sp>
        <p:nvSpPr>
          <p:cNvPr id="6" name="etiqueta_4"/>
          <p:cNvSpPr>
            <a:spLocks noGrp="1"/>
          </p:cNvSpPr>
          <p:nvPr>
            <p:ph type="body" idx="19" sz="quarter"/>
          </p:nvPr>
        </p:nvSpPr>
        <p:spPr/>
        <p:txBody>
          <a:bodyPr/>
          <a:lstStyle/>
          <a:p>
            <a:pPr/>
            <a:r>
              <a:t>Dato destacado 04</a:t>
            </a:r>
          </a:p>
        </p:txBody>
      </p:sp>
      <p:sp>
        <p:nvSpPr>
          <p:cNvPr id="7" name="etiqueta_1"/>
          <p:cNvSpPr>
            <a:spLocks noGrp="1"/>
          </p:cNvSpPr>
          <p:nvPr>
            <p:ph type="body" idx="20" sz="quarter"/>
          </p:nvPr>
        </p:nvSpPr>
        <p:spPr/>
        <p:txBody>
          <a:bodyPr/>
          <a:lstStyle/>
          <a:p>
            <a:pPr/>
            <a:r>
              <a:t>Título de columna 01</a:t>
            </a:r>
          </a:p>
        </p:txBody>
      </p:sp>
      <p:sp>
        <p:nvSpPr>
          <p:cNvPr id="8" name="etiqueta_5"/>
          <p:cNvSpPr>
            <a:spLocks noGrp="1"/>
          </p:cNvSpPr>
          <p:nvPr>
            <p:ph type="body" idx="21" sz="quarter"/>
          </p:nvPr>
        </p:nvSpPr>
        <p:spPr/>
        <p:txBody>
          <a:bodyPr/>
          <a:lstStyle/>
          <a:p>
            <a:pPr/>
            <a:r>
              <a:t>Nombre de la fase 05</a:t>
            </a:r>
          </a:p>
        </p:txBody>
      </p:sp>
      <p:sp>
        <p:nvSpPr>
          <p:cNvPr id="9"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0"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22" sz="quarter"/>
          </p:nvPr>
        </p:nvPicPr>
        <p:blipFill>
          <a:blip r:embed="rId2"/>
          <a:srcRect l="1510" r="1510"/>
          <a:stretch>
            <a:fillRect/>
          </a:stretch>
        </p:blipFill>
        <p:spPr/>
      </p:pic>
      <p:sp>
        <p:nvSpPr>
          <p:cNvPr id="3" name="titulo"/>
          <p:cNvSpPr>
            <a:spLocks noGrp="1"/>
          </p:cNvSpPr>
          <p:nvPr>
            <p:ph type="title"/>
          </p:nvPr>
        </p:nvSpPr>
        <p:spPr/>
        <p:txBody>
          <a:bodyPr/>
          <a:lstStyle/>
          <a:p>
            <a:pPr/>
            <a:r>
              <a:t>Título de sección compuesto</a:t>
            </a:r>
          </a:p>
        </p:txBody>
      </p:sp>
      <p:sp>
        <p:nvSpPr>
          <p:cNvPr id="4" name="etiqueta_3"/>
          <p:cNvSpPr>
            <a:spLocks noGrp="1"/>
          </p:cNvSpPr>
          <p:nvPr>
            <p:ph type="body" idx="17" sz="quarter"/>
          </p:nvPr>
        </p:nvSpPr>
        <p:spPr/>
        <p:txBody>
          <a:bodyPr/>
          <a:lstStyle/>
          <a:p>
            <a:pPr/>
            <a:r>
              <a:t>Título del apartado 03</a:t>
            </a:r>
          </a:p>
        </p:txBody>
      </p:sp>
      <p:sp>
        <p:nvSpPr>
          <p:cNvPr id="5" name="etiqueta_2"/>
          <p:cNvSpPr>
            <a:spLocks noGrp="1"/>
          </p:cNvSpPr>
          <p:nvPr>
            <p:ph type="body" idx="18" sz="quarter"/>
          </p:nvPr>
        </p:nvSpPr>
        <p:spPr/>
        <p:txBody>
          <a:bodyPr/>
          <a:lstStyle/>
          <a:p>
            <a:pPr/>
            <a:r>
              <a:t>Título de bloque 02</a:t>
            </a:r>
          </a:p>
        </p:txBody>
      </p:sp>
      <p:sp>
        <p:nvSpPr>
          <p:cNvPr id="6" name="etiqueta_4"/>
          <p:cNvSpPr>
            <a:spLocks noGrp="1"/>
          </p:cNvSpPr>
          <p:nvPr>
            <p:ph type="body" idx="19" sz="quarter"/>
          </p:nvPr>
        </p:nvSpPr>
        <p:spPr/>
        <p:txBody>
          <a:bodyPr/>
          <a:lstStyle/>
          <a:p>
            <a:pPr/>
            <a:r>
              <a:t>Dato destacado 04</a:t>
            </a:r>
          </a:p>
        </p:txBody>
      </p:sp>
      <p:sp>
        <p:nvSpPr>
          <p:cNvPr id="7" name="etiqueta_5"/>
          <p:cNvSpPr>
            <a:spLocks noGrp="1"/>
          </p:cNvSpPr>
          <p:nvPr>
            <p:ph type="body" idx="21" sz="quarter"/>
          </p:nvPr>
        </p:nvSpPr>
        <p:spPr/>
        <p:txBody>
          <a:bodyPr/>
          <a:lstStyle/>
          <a:p>
            <a:pPr/>
            <a:r>
              <a:t>Nombre de la fase 05</a:t>
            </a:r>
          </a:p>
        </p:txBody>
      </p:sp>
      <p:sp>
        <p:nvSpPr>
          <p:cNvPr id="8" name="etiqueta_1"/>
          <p:cNvSpPr>
            <a:spLocks noGrp="1"/>
          </p:cNvSpPr>
          <p:nvPr>
            <p:ph type="body" idx="23" sz="quarter"/>
          </p:nvPr>
        </p:nvSpPr>
        <p:spPr/>
        <p:txBody>
          <a:bodyPr/>
          <a:lstStyle/>
          <a:p>
            <a:pPr/>
            <a:r>
              <a:t>Título de columna 01</a:t>
            </a:r>
          </a:p>
        </p:txBody>
      </p:sp>
      <p:sp>
        <p:nvSpPr>
          <p:cNvPr id="9"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0"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22" sz="quarter"/>
          </p:nvPr>
        </p:nvPicPr>
        <p:blipFill>
          <a:blip r:embed="rId2"/>
          <a:srcRect l="1510" r="1510"/>
          <a:stretch>
            <a:fillRect/>
          </a:stretch>
        </p:blipFill>
        <p:spPr/>
      </p:pic>
      <p:sp>
        <p:nvSpPr>
          <p:cNvPr id="3" name="titulo"/>
          <p:cNvSpPr>
            <a:spLocks noGrp="1"/>
          </p:cNvSpPr>
          <p:nvPr>
            <p:ph type="title"/>
          </p:nvPr>
        </p:nvSpPr>
        <p:spPr/>
        <p:txBody>
          <a:bodyPr/>
          <a:lstStyle/>
          <a:p>
            <a:pPr/>
            <a:r>
              <a:t>Título de sección compuesto</a:t>
            </a:r>
          </a:p>
        </p:txBody>
      </p:sp>
      <p:sp>
        <p:nvSpPr>
          <p:cNvPr id="4" name="etiqueta_3"/>
          <p:cNvSpPr>
            <a:spLocks noGrp="1"/>
          </p:cNvSpPr>
          <p:nvPr>
            <p:ph type="body" idx="17" sz="quarter"/>
          </p:nvPr>
        </p:nvSpPr>
        <p:spPr/>
        <p:txBody>
          <a:bodyPr/>
          <a:lstStyle/>
          <a:p>
            <a:pPr/>
            <a:r>
              <a:t>Título del apartado 03</a:t>
            </a:r>
          </a:p>
        </p:txBody>
      </p:sp>
      <p:sp>
        <p:nvSpPr>
          <p:cNvPr id="5" name="etiqueta_2"/>
          <p:cNvSpPr>
            <a:spLocks noGrp="1"/>
          </p:cNvSpPr>
          <p:nvPr>
            <p:ph type="body" idx="18" sz="quarter"/>
          </p:nvPr>
        </p:nvSpPr>
        <p:spPr/>
        <p:txBody>
          <a:bodyPr/>
          <a:lstStyle/>
          <a:p>
            <a:pPr/>
            <a:r>
              <a:t>Título de bloque 02</a:t>
            </a:r>
          </a:p>
        </p:txBody>
      </p:sp>
      <p:sp>
        <p:nvSpPr>
          <p:cNvPr id="6" name="etiqueta_4"/>
          <p:cNvSpPr>
            <a:spLocks noGrp="1"/>
          </p:cNvSpPr>
          <p:nvPr>
            <p:ph type="body" idx="19" sz="quarter"/>
          </p:nvPr>
        </p:nvSpPr>
        <p:spPr/>
        <p:txBody>
          <a:bodyPr/>
          <a:lstStyle/>
          <a:p>
            <a:pPr/>
            <a:r>
              <a:t>Dato destacado 04</a:t>
            </a:r>
          </a:p>
        </p:txBody>
      </p:sp>
      <p:sp>
        <p:nvSpPr>
          <p:cNvPr id="7" name="etiqueta_5"/>
          <p:cNvSpPr>
            <a:spLocks noGrp="1"/>
          </p:cNvSpPr>
          <p:nvPr>
            <p:ph type="body" idx="21" sz="quarter"/>
          </p:nvPr>
        </p:nvSpPr>
        <p:spPr/>
        <p:txBody>
          <a:bodyPr/>
          <a:lstStyle/>
          <a:p>
            <a:pPr/>
            <a:r>
              <a:t>Nombre de la fase 05</a:t>
            </a:r>
          </a:p>
        </p:txBody>
      </p:sp>
      <p:sp>
        <p:nvSpPr>
          <p:cNvPr id="8" name="etiqueta_1"/>
          <p:cNvSpPr>
            <a:spLocks noGrp="1"/>
          </p:cNvSpPr>
          <p:nvPr>
            <p:ph type="body" idx="23" sz="quarter"/>
          </p:nvPr>
        </p:nvSpPr>
        <p:spPr/>
        <p:txBody>
          <a:bodyPr/>
          <a:lstStyle/>
          <a:p>
            <a:pPr/>
            <a:r>
              <a:t>Título de columna 01</a:t>
            </a:r>
          </a:p>
        </p:txBody>
      </p:sp>
      <p:sp>
        <p:nvSpPr>
          <p:cNvPr id="9"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0"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22" sz="quarter"/>
          </p:nvPr>
        </p:nvPicPr>
        <p:blipFill>
          <a:blip r:embed="rId2"/>
          <a:srcRect l="1510" r="1510"/>
          <a:stretch>
            <a:fillRect/>
          </a:stretch>
        </p:blipFill>
        <p:spPr/>
      </p:pic>
      <p:sp>
        <p:nvSpPr>
          <p:cNvPr id="3" name="titulo"/>
          <p:cNvSpPr>
            <a:spLocks noGrp="1"/>
          </p:cNvSpPr>
          <p:nvPr>
            <p:ph type="title"/>
          </p:nvPr>
        </p:nvSpPr>
        <p:spPr/>
        <p:txBody>
          <a:bodyPr/>
          <a:lstStyle/>
          <a:p>
            <a:pPr/>
            <a:r>
              <a:t>Título de sección compuesto</a:t>
            </a:r>
          </a:p>
        </p:txBody>
      </p:sp>
      <p:sp>
        <p:nvSpPr>
          <p:cNvPr id="4" name="etiqueta_3"/>
          <p:cNvSpPr>
            <a:spLocks noGrp="1"/>
          </p:cNvSpPr>
          <p:nvPr>
            <p:ph type="body" idx="17" sz="quarter"/>
          </p:nvPr>
        </p:nvSpPr>
        <p:spPr/>
        <p:txBody>
          <a:bodyPr/>
          <a:lstStyle/>
          <a:p>
            <a:pPr/>
            <a:r>
              <a:t>Título del apartado 03</a:t>
            </a:r>
          </a:p>
        </p:txBody>
      </p:sp>
      <p:sp>
        <p:nvSpPr>
          <p:cNvPr id="5" name="etiqueta_2"/>
          <p:cNvSpPr>
            <a:spLocks noGrp="1"/>
          </p:cNvSpPr>
          <p:nvPr>
            <p:ph type="body" idx="18" sz="quarter"/>
          </p:nvPr>
        </p:nvSpPr>
        <p:spPr/>
        <p:txBody>
          <a:bodyPr/>
          <a:lstStyle/>
          <a:p>
            <a:pPr/>
            <a:r>
              <a:t>Título de bloque 02</a:t>
            </a:r>
          </a:p>
        </p:txBody>
      </p:sp>
      <p:sp>
        <p:nvSpPr>
          <p:cNvPr id="6" name="etiqueta_4"/>
          <p:cNvSpPr>
            <a:spLocks noGrp="1"/>
          </p:cNvSpPr>
          <p:nvPr>
            <p:ph type="body" idx="19" sz="quarter"/>
          </p:nvPr>
        </p:nvSpPr>
        <p:spPr/>
        <p:txBody>
          <a:bodyPr/>
          <a:lstStyle/>
          <a:p>
            <a:pPr/>
            <a:r>
              <a:t>Dato destacado 04</a:t>
            </a:r>
          </a:p>
        </p:txBody>
      </p:sp>
      <p:sp>
        <p:nvSpPr>
          <p:cNvPr id="7" name="etiqueta_5"/>
          <p:cNvSpPr>
            <a:spLocks noGrp="1"/>
          </p:cNvSpPr>
          <p:nvPr>
            <p:ph type="body" idx="21" sz="quarter"/>
          </p:nvPr>
        </p:nvSpPr>
        <p:spPr/>
        <p:txBody>
          <a:bodyPr/>
          <a:lstStyle/>
          <a:p>
            <a:pPr/>
            <a:r>
              <a:t>Nombre de la fase 05</a:t>
            </a:r>
          </a:p>
        </p:txBody>
      </p:sp>
      <p:sp>
        <p:nvSpPr>
          <p:cNvPr id="8" name="etiqueta_1"/>
          <p:cNvSpPr>
            <a:spLocks noGrp="1"/>
          </p:cNvSpPr>
          <p:nvPr>
            <p:ph type="body" idx="23" sz="quarter"/>
          </p:nvPr>
        </p:nvSpPr>
        <p:spPr/>
        <p:txBody>
          <a:bodyPr/>
          <a:lstStyle/>
          <a:p>
            <a:pPr/>
            <a:r>
              <a:t>Título de columna 01</a:t>
            </a:r>
          </a:p>
        </p:txBody>
      </p:sp>
      <p:sp>
        <p:nvSpPr>
          <p:cNvPr id="9"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0"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22" sz="quarter"/>
          </p:nvPr>
        </p:nvPicPr>
        <p:blipFill>
          <a:blip r:embed="rId2"/>
          <a:srcRect l="1510" r="1510"/>
          <a:stretch>
            <a:fillRect/>
          </a:stretch>
        </p:blipFill>
        <p:spPr/>
      </p:pic>
      <p:sp>
        <p:nvSpPr>
          <p:cNvPr id="3" name="titulo"/>
          <p:cNvSpPr>
            <a:spLocks noGrp="1"/>
          </p:cNvSpPr>
          <p:nvPr>
            <p:ph type="title"/>
          </p:nvPr>
        </p:nvSpPr>
        <p:spPr/>
        <p:txBody>
          <a:bodyPr/>
          <a:lstStyle/>
          <a:p>
            <a:pPr/>
            <a:r>
              <a:t>Título de sección compuesto</a:t>
            </a:r>
          </a:p>
        </p:txBody>
      </p:sp>
      <p:sp>
        <p:nvSpPr>
          <p:cNvPr id="4" name="etiqueta_3"/>
          <p:cNvSpPr>
            <a:spLocks noGrp="1"/>
          </p:cNvSpPr>
          <p:nvPr>
            <p:ph type="body" idx="17" sz="quarter"/>
          </p:nvPr>
        </p:nvSpPr>
        <p:spPr/>
        <p:txBody>
          <a:bodyPr/>
          <a:lstStyle/>
          <a:p>
            <a:pPr/>
            <a:r>
              <a:t>Título del apartado 03</a:t>
            </a:r>
          </a:p>
        </p:txBody>
      </p:sp>
      <p:sp>
        <p:nvSpPr>
          <p:cNvPr id="5" name="etiqueta_2"/>
          <p:cNvSpPr>
            <a:spLocks noGrp="1"/>
          </p:cNvSpPr>
          <p:nvPr>
            <p:ph type="body" idx="18" sz="quarter"/>
          </p:nvPr>
        </p:nvSpPr>
        <p:spPr/>
        <p:txBody>
          <a:bodyPr/>
          <a:lstStyle/>
          <a:p>
            <a:pPr/>
            <a:r>
              <a:t>Título de bloque 02</a:t>
            </a:r>
          </a:p>
        </p:txBody>
      </p:sp>
      <p:sp>
        <p:nvSpPr>
          <p:cNvPr id="6" name="etiqueta_4"/>
          <p:cNvSpPr>
            <a:spLocks noGrp="1"/>
          </p:cNvSpPr>
          <p:nvPr>
            <p:ph type="body" idx="19" sz="quarter"/>
          </p:nvPr>
        </p:nvSpPr>
        <p:spPr/>
        <p:txBody>
          <a:bodyPr/>
          <a:lstStyle/>
          <a:p>
            <a:pPr/>
            <a:r>
              <a:t>Dato destacado 04</a:t>
            </a:r>
          </a:p>
        </p:txBody>
      </p:sp>
      <p:sp>
        <p:nvSpPr>
          <p:cNvPr id="7" name="etiqueta_5"/>
          <p:cNvSpPr>
            <a:spLocks noGrp="1"/>
          </p:cNvSpPr>
          <p:nvPr>
            <p:ph type="body" idx="21" sz="quarter"/>
          </p:nvPr>
        </p:nvSpPr>
        <p:spPr/>
        <p:txBody>
          <a:bodyPr/>
          <a:lstStyle/>
          <a:p>
            <a:pPr/>
            <a:r>
              <a:t>Nombre de la fase 05</a:t>
            </a:r>
          </a:p>
        </p:txBody>
      </p:sp>
      <p:sp>
        <p:nvSpPr>
          <p:cNvPr id="8" name="etiqueta_1"/>
          <p:cNvSpPr>
            <a:spLocks noGrp="1"/>
          </p:cNvSpPr>
          <p:nvPr>
            <p:ph type="body" idx="23" sz="quarter"/>
          </p:nvPr>
        </p:nvSpPr>
        <p:spPr/>
        <p:txBody>
          <a:bodyPr/>
          <a:lstStyle/>
          <a:p>
            <a:pPr/>
            <a:r>
              <a:t>Título de columna 01</a:t>
            </a:r>
          </a:p>
        </p:txBody>
      </p:sp>
      <p:sp>
        <p:nvSpPr>
          <p:cNvPr id="9"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10"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umero"/>
          <p:cNvSpPr>
            <a:spLocks noGrp="1"/>
          </p:cNvSpPr>
          <p:nvPr>
            <p:ph type="body" idx="14" sz="quarter"/>
          </p:nvPr>
        </p:nvSpPr>
        <p:spPr/>
        <p:txBody>
          <a:bodyPr/>
          <a:lstStyle/>
          <a:p>
            <a:pPr/>
            <a:r>
              <a:t>1</a:t>
            </a:r>
          </a:p>
        </p:txBody>
      </p:sp>
      <p:sp>
        <p:nvSpPr>
          <p:cNvPr id="3" name="titulo"/>
          <p:cNvSpPr>
            <a:spLocks noGrp="1"/>
          </p:cNvSpPr>
          <p:nvPr>
            <p:ph type="body" idx="13" sz="quarter"/>
          </p:nvPr>
        </p:nvSpPr>
        <p:spPr/>
        <p:txBody>
          <a:bodyPr/>
          <a:lstStyle/>
          <a:p>
            <a:pPr/>
            <a:r>
              <a:t>Título de sección</a:t>
            </a:r>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umero"/>
          <p:cNvSpPr>
            <a:spLocks noGrp="1"/>
          </p:cNvSpPr>
          <p:nvPr>
            <p:ph type="body" idx="14" sz="quarter"/>
          </p:nvPr>
        </p:nvSpPr>
        <p:spPr/>
        <p:txBody>
          <a:bodyPr/>
          <a:lstStyle/>
          <a:p>
            <a:pPr/>
            <a:r>
              <a:t>1</a:t>
            </a:r>
          </a:p>
        </p:txBody>
      </p:sp>
      <p:sp>
        <p:nvSpPr>
          <p:cNvPr id="3" name="titulo"/>
          <p:cNvSpPr>
            <a:spLocks noGrp="1"/>
          </p:cNvSpPr>
          <p:nvPr>
            <p:ph type="body" idx="13" sz="quarter"/>
          </p:nvPr>
        </p:nvSpPr>
        <p:spPr/>
        <p:txBody>
          <a:bodyPr/>
          <a:lstStyle/>
          <a:p>
            <a:pPr/>
            <a:r>
              <a:t>Título de sección</a:t>
            </a:r>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pP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p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umero"/>
          <p:cNvSpPr>
            <a:spLocks noGrp="1"/>
          </p:cNvSpPr>
          <p:nvPr>
            <p:ph type="body" idx="14" sz="quarter"/>
          </p:nvPr>
        </p:nvSpPr>
        <p:spPr/>
        <p:txBody>
          <a:bodyPr/>
          <a:lstStyle/>
          <a:p>
            <a:pPr/>
            <a:r>
              <a:t>1</a:t>
            </a:r>
          </a:p>
        </p:txBody>
      </p:sp>
      <p:sp>
        <p:nvSpPr>
          <p:cNvPr id="3" name="titulo"/>
          <p:cNvSpPr>
            <a:spLocks noGrp="1"/>
          </p:cNvSpPr>
          <p:nvPr>
            <p:ph type="body" idx="13" sz="quarter"/>
          </p:nvPr>
        </p:nvSpPr>
        <p:spPr/>
        <p:txBody>
          <a:bodyPr/>
          <a:lstStyle/>
          <a:p>
            <a:pPr/>
            <a:r>
              <a:t>Título de sección</a:t>
            </a:r>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pP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pP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umero"/>
          <p:cNvSpPr>
            <a:spLocks noGrp="1"/>
          </p:cNvSpPr>
          <p:nvPr>
            <p:ph type="body" idx="14" sz="quarter"/>
          </p:nvPr>
        </p:nvSpPr>
        <p:spPr/>
        <p:txBody>
          <a:bodyPr/>
          <a:lstStyle/>
          <a:p>
            <a:pPr/>
            <a:r>
              <a:t>1</a:t>
            </a:r>
          </a:p>
        </p:txBody>
      </p:sp>
      <p:sp>
        <p:nvSpPr>
          <p:cNvPr id="3" name="titulo"/>
          <p:cNvSpPr>
            <a:spLocks noGrp="1"/>
          </p:cNvSpPr>
          <p:nvPr>
            <p:ph type="body" idx="13" sz="quarter"/>
          </p:nvPr>
        </p:nvSpPr>
        <p:spPr/>
        <p:txBody>
          <a:bodyPr/>
          <a:lstStyle/>
          <a:p>
            <a:pPr/>
            <a:r>
              <a:t>Título de sección</a:t>
            </a:r>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pP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pP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numero"/>
          <p:cNvSpPr>
            <a:spLocks noGrp="1"/>
          </p:cNvSpPr>
          <p:nvPr>
            <p:ph type="body" idx="14" sz="quarter"/>
          </p:nvPr>
        </p:nvSpPr>
        <p:spPr/>
        <p:txBody>
          <a:bodyPr/>
          <a:lstStyle/>
          <a:p>
            <a:pPr/>
            <a:r>
              <a:t>1</a:t>
            </a:r>
          </a:p>
        </p:txBody>
      </p:sp>
      <p:sp>
        <p:nvSpPr>
          <p:cNvPr id="3" name="titulo"/>
          <p:cNvSpPr>
            <a:spLocks noGrp="1"/>
          </p:cNvSpPr>
          <p:nvPr>
            <p:ph type="body" idx="13" sz="quarter"/>
          </p:nvPr>
        </p:nvSpPr>
        <p:spPr/>
        <p:txBody>
          <a:bodyPr/>
          <a:lstStyle/>
          <a:p>
            <a:pPr/>
            <a:r>
              <a:t>Título de sección</a:t>
            </a:r>
          </a:p>
        </p:txBody>
      </p:sp>
      <p:sp>
        <p:nvSpPr>
          <p:cNvPr id="4" name="Footer Placeholder 3">
            <a:extLst>
              <a:ext uri="{FF2B5EF4-FFF2-40B4-BE49-F238E27FC236}">
                <a16:creationId xmlns:a16="http://schemas.microsoft.com/office/drawing/2014/main" id="{7EC2A914-9043-DD82-CF55-2EAC164B3B05}"/>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pPr/>
          </a:p>
        </p:txBody>
      </p:sp>
      <p:sp>
        <p:nvSpPr>
          <p:cNvPr id="5" name="Slide Number Placeholder 4">
            <a:extLst>
              <a:ext uri="{FF2B5EF4-FFF2-40B4-BE49-F238E27FC236}">
                <a16:creationId xmlns:a16="http://schemas.microsoft.com/office/drawing/2014/main" id="{E6B8CA9B-3BC6-ABB3-C2B4-582F76EA2B6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pP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numero"/>
          <p:cNvSpPr>
            <a:spLocks noGrp="1"/>
          </p:cNvSpPr>
          <p:nvPr>
            <p:ph type="body" idx="16" sz="quarter"/>
          </p:nvPr>
        </p:nvSpPr>
        <p:spPr/>
        <p:txBody>
          <a:bodyPr/>
          <a:lstStyle/>
          <a:p>
            <a:pPr/>
            <a:r>
              <a:t>01</a:t>
            </a:r>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pP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pP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numero"/>
          <p:cNvSpPr>
            <a:spLocks noGrp="1"/>
          </p:cNvSpPr>
          <p:nvPr>
            <p:ph type="body" idx="16" sz="quarter"/>
          </p:nvPr>
        </p:nvSpPr>
        <p:spPr/>
        <p:txBody>
          <a:bodyPr/>
          <a:lstStyle/>
          <a:p>
            <a:pPr/>
            <a:r>
              <a:t>01</a:t>
            </a:r>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numero"/>
          <p:cNvSpPr>
            <a:spLocks noGrp="1"/>
          </p:cNvSpPr>
          <p:nvPr>
            <p:ph type="body" idx="16" sz="quarter"/>
          </p:nvPr>
        </p:nvSpPr>
        <p:spPr/>
        <p:txBody>
          <a:bodyPr/>
          <a:lstStyle/>
          <a:p>
            <a:pPr/>
            <a:r>
              <a:t>01</a:t>
            </a:r>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numero"/>
          <p:cNvSpPr>
            <a:spLocks noGrp="1"/>
          </p:cNvSpPr>
          <p:nvPr>
            <p:ph type="body" idx="16" sz="quarter"/>
          </p:nvPr>
        </p:nvSpPr>
        <p:spPr/>
        <p:txBody>
          <a:bodyPr/>
          <a:lstStyle/>
          <a:p>
            <a:pPr/>
            <a:r>
              <a:t>01</a:t>
            </a:r>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numero"/>
          <p:cNvSpPr>
            <a:spLocks noGrp="1"/>
          </p:cNvSpPr>
          <p:nvPr>
            <p:ph type="body" idx="16" sz="quarter"/>
          </p:nvPr>
        </p:nvSpPr>
        <p:spPr/>
        <p:txBody>
          <a:bodyPr/>
          <a:lstStyle/>
          <a:p>
            <a:pPr/>
            <a:r>
              <a:t>01</a:t>
            </a:r>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subtitulo"/>
          <p:cNvSpPr>
            <a:spLocks noGrp="1"/>
          </p:cNvSpPr>
          <p:nvPr>
            <p:ph type="body" idx="1"/>
          </p:nvPr>
        </p:nvSpPr>
        <p:spPr/>
        <p:txBody>
          <a:bodyPr/>
          <a:lstStyle/>
          <a:p>
            <a:pPr/>
            <a:r>
              <a:t>Bajada que amplía el titular</a:t>
            </a:r>
          </a:p>
        </p:txBody>
      </p:sp>
      <p:sp>
        <p:nvSpPr>
          <p:cNvPr id="4" name="numero"/>
          <p:cNvSpPr>
            <a:spLocks noGrp="1"/>
          </p:cNvSpPr>
          <p:nvPr>
            <p:ph type="body" idx="16" sz="quarter"/>
          </p:nvPr>
        </p:nvSpPr>
        <p:spPr/>
        <p:txBody>
          <a:bodyPr/>
          <a:lstStyle/>
          <a:p>
            <a:pPr/>
            <a:r>
              <a:t>01</a:t>
            </a:r>
          </a:p>
        </p:txBody>
      </p:sp>
      <p:sp>
        <p:nvSpPr>
          <p:cNvPr id="5" name="Footer Placeholder 4">
            <a:extLst>
              <a:ext uri="{FF2B5EF4-FFF2-40B4-BE49-F238E27FC236}">
                <a16:creationId xmlns:a16="http://schemas.microsoft.com/office/drawing/2014/main" id="{837B039C-CB78-7873-ABE6-B6F776769040}"/>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6" name="Slide Number Placeholder 5">
            <a:extLst>
              <a:ext uri="{FF2B5EF4-FFF2-40B4-BE49-F238E27FC236}">
                <a16:creationId xmlns:a16="http://schemas.microsoft.com/office/drawing/2014/main" id="{817A7B4A-2F43-191A-8841-DBEF8BEB5F8D}"/>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FEBF1D5-8740-D170-8F57-06FF2386A9B0}"/>
              </a:ext>
            </a:extLst>
          </p:cNvPr>
          <p:cNvSpPr>
            <a:spLocks noGrp="1"/>
          </p:cNvSpPr>
          <p:nvPr>
            <p:ph type="sldNum" sz="quarter" idx="10"/>
          </p:nvPr>
        </p:nvSpPr>
        <p:spPr/>
        <p:txBody>
          <a:bodyPr/>
          <a:lstStyle/>
          <a:p>
            <a:pPr/>
            <a:fld id="{E7EBEDA2-51E6-554C-A63C-E820F6D0080D}" type="slidenum">
              <a:rPr lang="es-ES" smtClean="0"/>
              <a:pPr/>
              <a:t>37</a:t>
            </a:fld>
            <a:endParaRPr lang="es-ES"/>
          </a:p>
        </p:txBody>
      </p:sp>
      <p:sp>
        <p:nvSpPr>
          <p:cNvPr id="3" name="Title 2">
            <a:extLst>
              <a:ext uri="{FF2B5EF4-FFF2-40B4-BE49-F238E27FC236}">
                <a16:creationId xmlns:a16="http://schemas.microsoft.com/office/drawing/2014/main" id="{1292E27F-8625-B4E6-226D-842CCE68F546}"/>
              </a:ext>
            </a:extLst>
          </p:cNvPr>
          <p:cNvSpPr>
            <a:spLocks noGrp="1"/>
          </p:cNvSpPr>
          <p:nvPr>
            <p:ph type="title"/>
          </p:nvPr>
        </p:nvSpPr>
        <p:spPr>
          <a:xfrm>
            <a:off x="413957" y="328897"/>
            <a:ext cx="7142784" cy="800944"/>
          </a:xfrm>
        </p:spPr>
        <p:txBody>
          <a:bodyPr>
            <a:normAutofit fontScale="90000"/>
          </a:bodyPr>
          <a:lstStyle/>
          <a:p>
            <a:pPr/>
            <a:r>
              <a:rPr lang="en-US" dirty="0" err="1"/>
              <a:t>Titulo</a:t>
            </a:r>
            <a:r>
              <a:rPr lang="en-US" dirty="0"/>
              <a:t> de </a:t>
            </a:r>
            <a:r>
              <a:rPr lang="en-US" dirty="0" err="1"/>
              <a:t>página</a:t>
            </a:r>
            <a:r>
              <a:rPr lang="en-US" dirty="0"/>
              <a:t> Movistar Sans 48pt</a:t>
            </a:r>
          </a:p>
        </p:txBody>
      </p:sp>
      <p:sp>
        <p:nvSpPr>
          <p:cNvPr id="4" name="Text Placeholder 3">
            <a:extLst>
              <a:ext uri="{FF2B5EF4-FFF2-40B4-BE49-F238E27FC236}">
                <a16:creationId xmlns:a16="http://schemas.microsoft.com/office/drawing/2014/main" id="{827546BB-D70B-A991-4741-B08B2C5594AD}"/>
              </a:ext>
            </a:extLst>
          </p:cNvPr>
          <p:cNvSpPr>
            <a:spLocks noGrp="1"/>
          </p:cNvSpPr>
          <p:nvPr>
            <p:ph type="body" sz="quarter" idx="11"/>
          </p:nvPr>
        </p:nvSpPr>
        <p:spPr/>
        <p:txBody>
          <a:bodyPr/>
          <a:lstStyle/>
          <a:p>
            <a:pPr/>
            <a:r>
              <a:rPr lang="en-US" dirty="0" err="1">
                <a:latin typeface="Movistar Sans" pitchFamily="2" charset="77"/>
                <a:ea typeface="Movistar Sans" pitchFamily="2" charset="77"/>
              </a:rPr>
              <a:t>Subtitulo</a:t>
            </a:r>
            <a:r>
              <a:rPr lang="en-US" dirty="0">
                <a:latin typeface="Movistar Sans" pitchFamily="2" charset="77"/>
                <a:ea typeface="Movistar Sans" pitchFamily="2" charset="77"/>
              </a:rPr>
              <a:t>. Segundo </a:t>
            </a:r>
            <a:r>
              <a:rPr lang="en-US" dirty="0" err="1">
                <a:latin typeface="Movistar Sans" pitchFamily="2" charset="77"/>
                <a:ea typeface="Movistar Sans" pitchFamily="2" charset="77"/>
              </a:rPr>
              <a:t>nivel</a:t>
            </a:r>
            <a:r>
              <a:rPr lang="en-US" dirty="0">
                <a:latin typeface="Movistar Sans" pitchFamily="2" charset="77"/>
                <a:ea typeface="Movistar Sans" pitchFamily="2" charset="77"/>
              </a:rPr>
              <a:t> de </a:t>
            </a:r>
            <a:r>
              <a:rPr lang="en-US" dirty="0" err="1">
                <a:latin typeface="Movistar Sans" pitchFamily="2" charset="77"/>
                <a:ea typeface="Movistar Sans" pitchFamily="2" charset="77"/>
              </a:rPr>
              <a:t>texto</a:t>
            </a:r>
            <a:endParaRPr lang="en-US" dirty="0">
              <a:latin typeface="Movistar Sans" pitchFamily="2" charset="77"/>
              <a:ea typeface="Movistar Sans" pitchFamily="2" charset="77"/>
            </a:endParaRPr>
          </a:p>
        </p:txBody>
      </p:sp>
      <p:sp>
        <p:nvSpPr>
          <p:cNvPr id="5" name="Text Placeholder 4">
            <a:extLst>
              <a:ext uri="{FF2B5EF4-FFF2-40B4-BE49-F238E27FC236}">
                <a16:creationId xmlns:a16="http://schemas.microsoft.com/office/drawing/2014/main" id="{A8E485E5-8995-683D-A4B2-ABCF8C894872}"/>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parrafo</a:t>
            </a:r>
            <a:r>
              <a:rPr lang="en-US" dirty="0">
                <a:latin typeface="Movistar Sans Medium" pitchFamily="2" charset="77"/>
                <a:ea typeface="Movistar Sans Medium" pitchFamily="2" charset="77"/>
              </a:rPr>
              <a:t> 16pt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latin typeface="Movistar Sans Medium" pitchFamily="2" charset="77"/>
              <a:ea typeface="Movistar Sans Medium" pitchFamily="2" charset="77"/>
            </a:endParaRPr>
          </a:p>
        </p:txBody>
      </p:sp>
    </p:spTree>
    <p:extLst>
      <p:ext uri="{BB962C8B-B14F-4D97-AF65-F5344CB8AC3E}">
        <p14:creationId xmlns:p14="http://schemas.microsoft.com/office/powerpoint/2010/main" val="1063028065"/>
      </p:ext>
    </p:extLst>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rPr lang="es-ES" dirty="0"/>
              <a:t>Un titular grande de dos líneas para abrir un bloque a dos columnas</a:t>
            </a:r>
            <a:endParaRPr lang="es-ES" dirty="0"/>
          </a:p>
        </p:txBody>
      </p:sp>
      <p:sp>
        <p:nvSpPr>
          <p:cNvPr id="3" name="entradilla_1"/>
          <p:cNvSpPr>
            <a:spLocks noGrp="1"/>
          </p:cNvSpPr>
          <p:nvPr>
            <p:ph type="body" idx="12" sz="quarter"/>
          </p:nvPr>
        </p:nvSpPr>
        <p:spPr/>
        <p:txBody>
          <a:bodyPr/>
          <a:lstStyle/>
          <a:p>
            <a:pPr/>
            <a:r>
              <a:rPr lang="es-ES" dirty="0"/>
              <a:t>Entradilla de la primera columna a 14 puntos. Resume la idea que sostiene el bloque en dos o tres frases, con el dato de contexto que el lector necesita antes de entrar en el detalle, sin repetir literalmente el titular de la página y sin adelantar la conclusión.</a:t>
            </a:r>
            <a:endParaRPr lang="es-ES" dirty="0"/>
          </a:p>
        </p:txBody>
      </p:sp>
      <p:sp>
        <p:nvSpPr>
          <p:cNvPr id="4" name="subtitulo_1"/>
          <p:cNvSpPr>
            <a:spLocks noGrp="1"/>
          </p:cNvSpPr>
          <p:nvPr>
            <p:ph type="body" idx="17" sz="quarter"/>
          </p:nvPr>
        </p:nvSpPr>
        <p:spPr/>
        <p:txBody>
          <a:bodyPr/>
          <a:lstStyle/>
          <a:p>
            <a:pPr/>
            <a:r>
              <a:rPr lang="es-ES" dirty="0"/>
              <a:t>Segundo nivel de texto de esta columna</a:t>
            </a:r>
            <a:endParaRPr lang="es-ES" dirty="0"/>
          </a:p>
        </p:txBody>
      </p:sp>
      <p:sp>
        <p:nvSpPr>
          <p:cNvPr id="5" name="cuerpo_1"/>
          <p:cNvSpPr>
            <a:spLocks noGrp="1"/>
          </p:cNvSpPr>
          <p:nvPr>
            <p:ph type="body" idx="18" sz="quarter"/>
          </p:nvPr>
        </p:nvSpPr>
        <p:spPr/>
        <p:txBody>
          <a:bodyPr/>
          <a:lstStyle/>
          <a:p>
            <a:pPr/>
            <a:r>
              <a:rPr lang="es-ES" dirty="0"/>
              <a:t>Ejemplo de párrafo de columna a 14 puntos. Desarrolla el argumento con datos concretos, una cifra de contexto y la consecuencia para el negocio, en frases cortas y verificables.</a:t>
            </a:r>
            <a:br>
              <a:rPr lang="es-ES" dirty="0"/>
            </a:br>
            <a:r>
              <a:rPr lang="es-ES" dirty="0"/>
              <a:t>Esta caja admite un texto largo: reserva el espacio para el detalle que no cabe en la entradilla y deja el titular para la idea principal de la página. Si el contenido no llega a llenarla, es preferible acortar la caja que estirar el texto con relleno.</a:t>
            </a:r>
            <a:br>
              <a:rPr lang="es-ES" dirty="0"/>
            </a:br>
            <a:r>
              <a:rPr lang="es-ES" dirty="0"/>
              <a:t>Cierra la columna con la implicación práctica: qué decisión habilita este contenido, quién la toma, en qué plazo se espera ver el resultado sobre el indicador acordado y qué señal indicaría que hay que corregir el rumbo.</a:t>
            </a:r>
            <a:endParaRPr lang="es-ES" dirty="0"/>
          </a:p>
        </p:txBody>
      </p:sp>
      <p:sp>
        <p:nvSpPr>
          <p:cNvPr id="6" name="entradilla_2"/>
          <p:cNvSpPr>
            <a:spLocks noGrp="1"/>
          </p:cNvSpPr>
          <p:nvPr>
            <p:ph type="body" idx="19" sz="quarter"/>
          </p:nvPr>
        </p:nvSpPr>
        <p:spPr/>
        <p:txBody>
          <a:bodyPr/>
          <a:lstStyle/>
          <a:p>
            <a:pPr/>
            <a:r>
              <a:rPr lang="es-ES" dirty="0"/>
              <a:t>Entradilla de la segunda columna a 14 puntos. Plantea aquí el contrapunto o la segunda línea de trabajo, con el mismo nivel de concreción, para que las dos columnas se lean en paralelo y no como una única lista partida por la mitad justo a mitad de la página.</a:t>
            </a:r>
            <a:endParaRPr lang="es-ES" dirty="0"/>
          </a:p>
        </p:txBody>
      </p:sp>
      <p:sp>
        <p:nvSpPr>
          <p:cNvPr id="7" name="subtitulo_2"/>
          <p:cNvSpPr>
            <a:spLocks noGrp="1"/>
          </p:cNvSpPr>
          <p:nvPr>
            <p:ph type="body" idx="20" sz="quarter"/>
          </p:nvPr>
        </p:nvSpPr>
        <p:spPr/>
        <p:txBody>
          <a:bodyPr/>
          <a:lstStyle/>
          <a:p>
            <a:pPr/>
            <a:r>
              <a:rPr lang="es-ES" dirty="0"/>
              <a:t>Segundo nivel de texto de la 2ª columna</a:t>
            </a:r>
            <a:endParaRPr lang="es-ES" dirty="0"/>
          </a:p>
        </p:txBody>
      </p:sp>
      <p:sp>
        <p:nvSpPr>
          <p:cNvPr id="8" name="cuerpo_2"/>
          <p:cNvSpPr>
            <a:spLocks noGrp="1"/>
          </p:cNvSpPr>
          <p:nvPr>
            <p:ph type="body" idx="21" sz="quarter"/>
          </p:nvPr>
        </p:nvSpPr>
        <p:spPr/>
        <p:txBody>
          <a:bodyPr/>
          <a:lstStyle/>
          <a:p>
            <a:pPr/>
            <a:r>
              <a:rPr lang="es-ES" dirty="0"/>
              <a:t>Ejemplo de párrafo de la segunda columna a 14 puntos. Mantén la simetría con la columna de la izquierda: mismo número de bloques y frases de longitud parecida.</a:t>
            </a:r>
            <a:br>
              <a:rPr lang="es-ES" dirty="0"/>
            </a:br>
            <a:r>
              <a:rPr lang="es-ES" dirty="0"/>
              <a:t>Si necesitas enumerar, usa como mucho tres puntos y escríbelos completos; una lista de fragmentos sueltos obliga al lector a reconstruir la frase por su cuenta y rompe el ritmo de lectura que sostiene la doble columna de esta página.</a:t>
            </a:r>
            <a:br>
              <a:rPr lang="es-ES" dirty="0"/>
            </a:br>
            <a:r>
              <a:rPr lang="es-ES" dirty="0"/>
              <a:t>Termina con el siguiente paso concreto y con la fecha de revisión, para que la página se pueda usar como acuerdo de trabajo y no solo como información de contexto para el comité que la recibe.</a:t>
            </a:r>
            <a:endParaRPr lang="es-ES" dirty="0"/>
          </a:p>
        </p:txBody>
      </p:sp>
      <p:sp>
        <p:nvSpPr>
          <p:cNvPr id="9" name="Slide Number Placeholder 1">
            <a:extLst>
              <a:ext uri="{FF2B5EF4-FFF2-40B4-BE49-F238E27FC236}">
                <a16:creationId xmlns:a16="http://schemas.microsoft.com/office/drawing/2014/main" id="{E9C55805-7954-B24C-8EC6-5DE3A100F72B}"/>
              </a:ext>
            </a:extLst>
          </p:cNvPr>
          <p:cNvSpPr>
            <a:spLocks noGrp="1"/>
          </p:cNvSpPr>
          <p:nvPr>
            <p:ph type="sldNum" sz="quarter" idx="10"/>
          </p:nvPr>
        </p:nvSpPr>
        <p:spPr/>
        <p:txBody>
          <a:bodyPr/>
          <a:lstStyle>
            <a:lvl1pPr>
              <a:defRPr b="0" i="0">
                <a:latin typeface="Movistar Sans Medium" pitchFamily="2" charset="77"/>
              </a:defRPr>
            </a:lvl1pPr>
          </a:lstStyle>
          <a:p>
            <a:pPr/>
            <a:fld id="{E7EBEDA2-51E6-554C-A63C-E820F6D0080D}" type="slidenum">
              <a:rPr lang="es-ES" smtClean="0"/>
              <a:pPr/>
              <a:t>‹Nº›</a:t>
            </a:fld>
            <a:endParaRPr lang="es-ES"/>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antetitulo"/>
          <p:cNvSpPr>
            <a:spLocks noGrp="1"/>
          </p:cNvSpPr>
          <p:nvPr>
            <p:ph type="body" idx="33" sz="quarter"/>
          </p:nvPr>
        </p:nvSpPr>
        <p:spPr/>
        <p:txBody>
          <a:bodyPr/>
          <a:lstStyle/>
          <a:p>
            <a:pPr/>
            <a:r>
              <a:t>Capítulo I Subtítulo</a:t>
            </a:r>
          </a:p>
        </p:txBody>
      </p:sp>
      <p:sp>
        <p:nvSpPr>
          <p:cNvPr id="3" name="frase"/>
          <p:cNvSpPr>
            <a:spLocks noGrp="1"/>
          </p:cNvSpPr>
          <p:nvPr>
            <p:ph type="body" idx="14" sz="quarter"/>
          </p:nvPr>
        </p:nvSpPr>
        <p:spPr/>
        <p:txBody>
          <a:bodyPr/>
          <a:lstStyle/>
          <a:p>
            <a:pPr/>
            <a:r>
              <a:t>“Frase potente que resume”</a:t>
            </a:r>
          </a:p>
        </p:txBody>
      </p:sp>
      <p:sp>
        <p:nvSpPr>
          <p:cNvPr id="4"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pPr/>
          </a:p>
        </p:txBody>
      </p:sp>
      <p:sp>
        <p:nvSpPr>
          <p:cNvPr id="5"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C81B0-1C30-8947-9396-6C87AF661AB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AD722C-ADB2-1AB9-08E2-48C6A01F1A85}"/>
              </a:ext>
            </a:extLst>
          </p:cNvPr>
          <p:cNvSpPr>
            <a:spLocks noGrp="1"/>
          </p:cNvSpPr>
          <p:nvPr>
            <p:ph type="sldNum" sz="quarter" idx="10"/>
          </p:nvPr>
        </p:nvSpPr>
        <p:spPr/>
        <p:txBody>
          <a:bodyPr/>
          <a:lstStyle/>
          <a:p>
            <a:pPr/>
            <a:fld id="{E7EBEDA2-51E6-554C-A63C-E820F6D0080D}" type="slidenum">
              <a:rPr lang="es-ES" smtClean="0"/>
              <a:pPr/>
              <a:t>38</a:t>
            </a:fld>
            <a:endParaRPr lang="es-ES"/>
          </a:p>
        </p:txBody>
      </p:sp>
      <p:sp>
        <p:nvSpPr>
          <p:cNvPr id="3" name="Title 2">
            <a:extLst>
              <a:ext uri="{FF2B5EF4-FFF2-40B4-BE49-F238E27FC236}">
                <a16:creationId xmlns:a16="http://schemas.microsoft.com/office/drawing/2014/main" id="{62DFCA70-1C67-70D8-0C0B-5FF4A4413527}"/>
              </a:ext>
            </a:extLst>
          </p:cNvPr>
          <p:cNvSpPr>
            <a:spLocks noGrp="1"/>
          </p:cNvSpPr>
          <p:nvPr>
            <p:ph type="title"/>
          </p:nvPr>
        </p:nvSpPr>
        <p:spPr>
          <a:xfrm>
            <a:off x="413957" y="328897"/>
            <a:ext cx="7694874" cy="800944"/>
          </a:xfrm>
        </p:spPr>
        <p:txBody>
          <a:bodyPr>
            <a:normAutofit fontScale="90000"/>
          </a:bodyPr>
          <a:lstStyle/>
          <a:p>
            <a:pPr/>
            <a:r>
              <a:rPr lang="en-US" dirty="0" err="1"/>
              <a:t>Titulo</a:t>
            </a:r>
            <a:r>
              <a:rPr lang="en-US" dirty="0"/>
              <a:t> de </a:t>
            </a:r>
            <a:r>
              <a:rPr lang="en-US" dirty="0" err="1"/>
              <a:t>página</a:t>
            </a:r>
            <a:r>
              <a:rPr lang="en-US" dirty="0"/>
              <a:t> Movistar Sans 48pt</a:t>
            </a:r>
          </a:p>
        </p:txBody>
      </p:sp>
      <p:sp>
        <p:nvSpPr>
          <p:cNvPr id="4" name="Text Placeholder 3">
            <a:extLst>
              <a:ext uri="{FF2B5EF4-FFF2-40B4-BE49-F238E27FC236}">
                <a16:creationId xmlns:a16="http://schemas.microsoft.com/office/drawing/2014/main" id="{B6963D34-5735-4D1E-4FB3-A2BB1BFA97D3}"/>
              </a:ext>
            </a:extLst>
          </p:cNvPr>
          <p:cNvSpPr>
            <a:spLocks noGrp="1"/>
          </p:cNvSpPr>
          <p:nvPr>
            <p:ph type="body" sz="quarter" idx="11"/>
          </p:nvPr>
        </p:nvSpPr>
        <p:spPr/>
        <p:txBody>
          <a:bodyPr/>
          <a:lstStyle/>
          <a:p>
            <a:pPr/>
            <a:r>
              <a:rPr lang="en-US" dirty="0" err="1"/>
              <a:t>Subtitulo</a:t>
            </a:r>
            <a:r>
              <a:rPr lang="en-US" dirty="0"/>
              <a:t>. Segundo </a:t>
            </a:r>
            <a:r>
              <a:rPr lang="en-US" dirty="0" err="1"/>
              <a:t>nivel</a:t>
            </a:r>
            <a:r>
              <a:rPr lang="en-US" dirty="0"/>
              <a:t> de </a:t>
            </a:r>
            <a:r>
              <a:rPr lang="en-US" dirty="0" err="1"/>
              <a:t>texto</a:t>
            </a:r>
            <a:endParaRPr lang="en-US" dirty="0"/>
          </a:p>
        </p:txBody>
      </p:sp>
      <p:sp>
        <p:nvSpPr>
          <p:cNvPr id="5" name="Text Placeholder 4">
            <a:extLst>
              <a:ext uri="{FF2B5EF4-FFF2-40B4-BE49-F238E27FC236}">
                <a16:creationId xmlns:a16="http://schemas.microsoft.com/office/drawing/2014/main" id="{83399C68-5870-2187-9E2E-21DDE9933692}"/>
              </a:ext>
            </a:extLst>
          </p:cNvPr>
          <p:cNvSpPr>
            <a:spLocks noGrp="1"/>
          </p:cNvSpPr>
          <p:nvPr>
            <p:ph type="body" sz="quarter" idx="12"/>
          </p:nvPr>
        </p:nvSpPr>
        <p:spPr/>
        <p:txBody>
          <a:bodyPr/>
          <a:lstStyle/>
          <a:p>
            <a:pPr/>
            <a:r>
              <a:rPr lang="en-US" dirty="0" err="1"/>
              <a:t>Ejemplo</a:t>
            </a:r>
            <a:r>
              <a:rPr lang="en-US" dirty="0"/>
              <a:t> de </a:t>
            </a:r>
            <a:r>
              <a:rPr lang="en-US" dirty="0" err="1"/>
              <a:t>parrafo</a:t>
            </a:r>
            <a:r>
              <a:rPr lang="en-US" dirty="0"/>
              <a:t> 16pt Movistar Sans. </a:t>
            </a:r>
          </a:p>
          <a:p>
            <a:pPr/>
            <a:r>
              <a:rPr lang="en-US" dirty="0"/>
              <a:t>Loren ipsum dolor sit. Nulla ac </a:t>
            </a:r>
            <a:r>
              <a:rPr lang="en-US" dirty="0" err="1"/>
              <a:t>ultrices</a:t>
            </a:r>
            <a:r>
              <a:rPr lang="en-US" dirty="0"/>
              <a:t> diam. Mauris vel </a:t>
            </a:r>
            <a:r>
              <a:rPr lang="en-US" dirty="0" err="1"/>
              <a:t>orci</a:t>
            </a:r>
            <a:r>
              <a:rPr lang="en-US" dirty="0"/>
              <a:t> </a:t>
            </a:r>
            <a:r>
              <a:rPr lang="en-US" dirty="0" err="1"/>
              <a:t>orci</a:t>
            </a:r>
            <a:r>
              <a:rPr lang="en-US" dirty="0"/>
              <a:t>. Sed ac </a:t>
            </a:r>
            <a:r>
              <a:rPr lang="en-US" dirty="0" err="1"/>
              <a:t>risus</a:t>
            </a:r>
            <a:r>
              <a:rPr lang="en-US" dirty="0"/>
              <a:t> </a:t>
            </a:r>
            <a:r>
              <a:rPr lang="en-US" dirty="0" err="1"/>
              <a:t>eu</a:t>
            </a:r>
            <a:r>
              <a:rPr lang="en-US" dirty="0"/>
              <a:t> ligula.</a:t>
            </a:r>
          </a:p>
          <a:p>
            <a:pPr/>
            <a:endParaRPr lang="en-US" dirty="0"/>
          </a:p>
        </p:txBody>
      </p:sp>
    </p:spTree>
    <p:extLst>
      <p:ext uri="{BB962C8B-B14F-4D97-AF65-F5344CB8AC3E}">
        <p14:creationId xmlns:p14="http://schemas.microsoft.com/office/powerpoint/2010/main" val="117729104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FCE3B-9D25-6596-4CE2-07748D43EA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4BF8C7-5215-EFD4-5761-5162C63EDD8C}"/>
              </a:ext>
            </a:extLst>
          </p:cNvPr>
          <p:cNvSpPr>
            <a:spLocks noGrp="1"/>
          </p:cNvSpPr>
          <p:nvPr>
            <p:ph type="title"/>
          </p:nvPr>
        </p:nvSpPr>
        <p:spPr/>
        <p:txBody>
          <a:bodyPr>
            <a:normAutofit fontScale="90000"/>
          </a:bodyPr>
          <a:lstStyle/>
          <a:p>
            <a:pPr/>
            <a:r>
              <a:rPr lang="en-US" dirty="0" err="1"/>
              <a:t>Titulo</a:t>
            </a:r>
            <a:r>
              <a:rPr lang="en-US" dirty="0"/>
              <a:t> de </a:t>
            </a:r>
            <a:r>
              <a:rPr lang="en-US" dirty="0" err="1"/>
              <a:t>página</a:t>
            </a:r>
            <a:r>
              <a:rPr lang="en-US" dirty="0"/>
              <a:t> Movistar Sans 29pt</a:t>
            </a:r>
          </a:p>
        </p:txBody>
      </p:sp>
      <p:sp>
        <p:nvSpPr>
          <p:cNvPr id="2" name="Slide Number Placeholder 1">
            <a:extLst>
              <a:ext uri="{FF2B5EF4-FFF2-40B4-BE49-F238E27FC236}">
                <a16:creationId xmlns:a16="http://schemas.microsoft.com/office/drawing/2014/main" id="{257CE469-E2DD-ED8F-BB2C-AA544D0284AC}"/>
              </a:ext>
            </a:extLst>
          </p:cNvPr>
          <p:cNvSpPr>
            <a:spLocks noGrp="1"/>
          </p:cNvSpPr>
          <p:nvPr>
            <p:ph type="sldNum" sz="quarter" idx="10"/>
          </p:nvPr>
        </p:nvSpPr>
        <p:spPr/>
        <p:txBody>
          <a:bodyPr/>
          <a:lstStyle/>
          <a:p>
            <a:pPr/>
            <a:fld id="{E7EBEDA2-51E6-554C-A63C-E820F6D0080D}" type="slidenum">
              <a:rPr lang="es-ES" smtClean="0"/>
              <a:pPr/>
              <a:t>39</a:t>
            </a:fld>
            <a:endParaRPr lang="es-ES"/>
          </a:p>
        </p:txBody>
      </p:sp>
      <p:sp>
        <p:nvSpPr>
          <p:cNvPr id="4" name="Text Placeholder 3">
            <a:extLst>
              <a:ext uri="{FF2B5EF4-FFF2-40B4-BE49-F238E27FC236}">
                <a16:creationId xmlns:a16="http://schemas.microsoft.com/office/drawing/2014/main" id="{CCED2667-06B7-C713-F7BF-DD6D0F6BD9C3}"/>
              </a:ext>
            </a:extLst>
          </p:cNvPr>
          <p:cNvSpPr>
            <a:spLocks noGrp="1"/>
          </p:cNvSpPr>
          <p:nvPr>
            <p:ph type="body" sz="quarter" idx="11"/>
          </p:nvPr>
        </p:nvSpPr>
        <p:spPr/>
        <p:txBody>
          <a:bodyPr/>
          <a:lstStyle/>
          <a:p>
            <a:pPr/>
            <a:r>
              <a:rPr lang="en-US" dirty="0" err="1">
                <a:latin typeface="Movistar Sans" pitchFamily="2" charset="77"/>
                <a:ea typeface="Movistar Sans" pitchFamily="2" charset="77"/>
              </a:rPr>
              <a:t>Subtitulo</a:t>
            </a:r>
            <a:r>
              <a:rPr lang="en-US" dirty="0">
                <a:latin typeface="Movistar Sans" pitchFamily="2" charset="77"/>
                <a:ea typeface="Movistar Sans" pitchFamily="2" charset="77"/>
              </a:rPr>
              <a:t>. Segundo </a:t>
            </a:r>
            <a:r>
              <a:rPr lang="en-US" dirty="0" err="1">
                <a:latin typeface="Movistar Sans" pitchFamily="2" charset="77"/>
                <a:ea typeface="Movistar Sans" pitchFamily="2" charset="77"/>
              </a:rPr>
              <a:t>nivel</a:t>
            </a:r>
            <a:r>
              <a:rPr lang="en-US" dirty="0">
                <a:latin typeface="Movistar Sans" pitchFamily="2" charset="77"/>
                <a:ea typeface="Movistar Sans" pitchFamily="2" charset="77"/>
              </a:rPr>
              <a:t> de </a:t>
            </a:r>
            <a:r>
              <a:rPr lang="en-US" dirty="0" err="1">
                <a:latin typeface="Movistar Sans" pitchFamily="2" charset="77"/>
                <a:ea typeface="Movistar Sans" pitchFamily="2" charset="77"/>
              </a:rPr>
              <a:t>texto</a:t>
            </a:r>
            <a:endParaRPr lang="en-US" dirty="0">
              <a:latin typeface="Movistar Sans" pitchFamily="2" charset="77"/>
              <a:ea typeface="Movistar Sans" pitchFamily="2" charset="77"/>
            </a:endParaRPr>
          </a:p>
        </p:txBody>
      </p:sp>
      <p:sp>
        <p:nvSpPr>
          <p:cNvPr id="5" name="Text Placeholder 4">
            <a:extLst>
              <a:ext uri="{FF2B5EF4-FFF2-40B4-BE49-F238E27FC236}">
                <a16:creationId xmlns:a16="http://schemas.microsoft.com/office/drawing/2014/main" id="{6CFD9098-F08B-6280-1E01-656659278A1E}"/>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parrafo</a:t>
            </a:r>
            <a:r>
              <a:rPr lang="en-US" dirty="0">
                <a:latin typeface="Movistar Sans Medium" pitchFamily="2" charset="77"/>
                <a:ea typeface="Movistar Sans Medium" pitchFamily="2" charset="77"/>
              </a:rPr>
              <a:t> 16pt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latin typeface="Movistar Sans Medium" pitchFamily="2" charset="77"/>
              <a:ea typeface="Movistar Sans Medium" pitchFamily="2" charset="77"/>
            </a:endParaRPr>
          </a:p>
        </p:txBody>
      </p:sp>
      <p:sp>
        <p:nvSpPr>
          <p:cNvPr id="7" name="Picture Placeholder 6">
            <a:extLst>
              <a:ext uri="{FF2B5EF4-FFF2-40B4-BE49-F238E27FC236}">
                <a16:creationId xmlns:a16="http://schemas.microsoft.com/office/drawing/2014/main" id="{A510B027-69E3-C547-D14B-497FCB86EB31}"/>
              </a:ext>
            </a:extLst>
          </p:cNvPr>
          <p:cNvSpPr>
            <a:spLocks noGrp="1"/>
          </p:cNvSpPr>
          <p:nvPr>
            <p:ph type="pic" sz="quarter" idx="14"/>
          </p:nvPr>
        </p:nvSpPr>
        <p:spPr/>
        <p:txBody>
          <a:bodyPr/>
          <a:lstStyle/>
          <a:p>
            <a:pPr/>
            <a:endParaRPr lang="en-US"/>
          </a:p>
        </p:txBody>
      </p:sp>
      <p:sp>
        <p:nvSpPr>
          <p:cNvPr id="11" name="Picture Placeholder 10">
            <a:extLst>
              <a:ext uri="{FF2B5EF4-FFF2-40B4-BE49-F238E27FC236}">
                <a16:creationId xmlns:a16="http://schemas.microsoft.com/office/drawing/2014/main" id="{46929B9F-DB2A-0B10-7D57-56E7F896B4BF}"/>
              </a:ext>
            </a:extLst>
          </p:cNvPr>
          <p:cNvSpPr>
            <a:spLocks noGrp="1"/>
          </p:cNvSpPr>
          <p:nvPr>
            <p:ph type="pic" sz="quarter" idx="15"/>
          </p:nvPr>
        </p:nvSpPr>
        <p:spPr/>
        <p:txBody>
          <a:bodyPr/>
          <a:lstStyle/>
          <a:p>
            <a:pPr/>
            <a:endParaRPr lang="en-US"/>
          </a:p>
        </p:txBody>
      </p:sp>
    </p:spTree>
    <p:extLst>
      <p:ext uri="{BB962C8B-B14F-4D97-AF65-F5344CB8AC3E}">
        <p14:creationId xmlns:p14="http://schemas.microsoft.com/office/powerpoint/2010/main" val="5127661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A882D9-6049-8195-4AA6-C702B6942CA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0113C5B-0336-5767-3F70-A991C13AC84D}"/>
              </a:ext>
            </a:extLst>
          </p:cNvPr>
          <p:cNvSpPr>
            <a:spLocks noGrp="1"/>
          </p:cNvSpPr>
          <p:nvPr>
            <p:ph type="title"/>
          </p:nvPr>
        </p:nvSpPr>
        <p:spPr/>
        <p:txBody>
          <a:bodyPr>
            <a:normAutofit fontScale="90000"/>
          </a:bodyPr>
          <a:lstStyle/>
          <a:p>
            <a:pPr/>
            <a:r>
              <a:rPr lang="en-US" dirty="0" err="1"/>
              <a:t>Titulo</a:t>
            </a:r>
            <a:r>
              <a:rPr lang="en-US" dirty="0"/>
              <a:t> de </a:t>
            </a:r>
            <a:r>
              <a:rPr lang="en-US" dirty="0" err="1"/>
              <a:t>página</a:t>
            </a:r>
            <a:r>
              <a:rPr lang="en-US" dirty="0"/>
              <a:t> Movistar Sans 29pt</a:t>
            </a:r>
          </a:p>
        </p:txBody>
      </p:sp>
      <p:sp>
        <p:nvSpPr>
          <p:cNvPr id="2" name="Slide Number Placeholder 1">
            <a:extLst>
              <a:ext uri="{FF2B5EF4-FFF2-40B4-BE49-F238E27FC236}">
                <a16:creationId xmlns:a16="http://schemas.microsoft.com/office/drawing/2014/main" id="{E7541DB7-0298-E2A1-46CD-EF30CF1E9FC0}"/>
              </a:ext>
            </a:extLst>
          </p:cNvPr>
          <p:cNvSpPr>
            <a:spLocks noGrp="1"/>
          </p:cNvSpPr>
          <p:nvPr>
            <p:ph type="sldNum" sz="quarter" idx="10"/>
          </p:nvPr>
        </p:nvSpPr>
        <p:spPr/>
        <p:txBody>
          <a:bodyPr/>
          <a:lstStyle/>
          <a:p>
            <a:pPr/>
            <a:fld id="{E7EBEDA2-51E6-554C-A63C-E820F6D0080D}" type="slidenum">
              <a:rPr lang="es-ES" smtClean="0"/>
              <a:pPr/>
              <a:t>40</a:t>
            </a:fld>
            <a:endParaRPr lang="es-ES"/>
          </a:p>
        </p:txBody>
      </p:sp>
      <p:sp>
        <p:nvSpPr>
          <p:cNvPr id="4" name="Text Placeholder 3">
            <a:extLst>
              <a:ext uri="{FF2B5EF4-FFF2-40B4-BE49-F238E27FC236}">
                <a16:creationId xmlns:a16="http://schemas.microsoft.com/office/drawing/2014/main" id="{35D5134F-2D01-BA93-AEE6-0220612C0FBA}"/>
              </a:ext>
            </a:extLst>
          </p:cNvPr>
          <p:cNvSpPr>
            <a:spLocks noGrp="1"/>
          </p:cNvSpPr>
          <p:nvPr>
            <p:ph type="body" sz="quarter" idx="11"/>
          </p:nvPr>
        </p:nvSpPr>
        <p:spPr/>
        <p:txBody>
          <a:bodyPr/>
          <a:lstStyle/>
          <a:p>
            <a:pPr/>
            <a:r>
              <a:rPr lang="en-US" dirty="0" err="1">
                <a:latin typeface="Movistar Sans" pitchFamily="2" charset="77"/>
                <a:ea typeface="Movistar Sans" pitchFamily="2" charset="77"/>
              </a:rPr>
              <a:t>Subtitulo</a:t>
            </a:r>
            <a:r>
              <a:rPr lang="en-US" dirty="0">
                <a:latin typeface="Movistar Sans" pitchFamily="2" charset="77"/>
                <a:ea typeface="Movistar Sans" pitchFamily="2" charset="77"/>
              </a:rPr>
              <a:t>. Segundo </a:t>
            </a:r>
            <a:r>
              <a:rPr lang="en-US" dirty="0" err="1">
                <a:latin typeface="Movistar Sans" pitchFamily="2" charset="77"/>
                <a:ea typeface="Movistar Sans" pitchFamily="2" charset="77"/>
              </a:rPr>
              <a:t>nivel</a:t>
            </a:r>
            <a:r>
              <a:rPr lang="en-US" dirty="0">
                <a:latin typeface="Movistar Sans" pitchFamily="2" charset="77"/>
                <a:ea typeface="Movistar Sans" pitchFamily="2" charset="77"/>
              </a:rPr>
              <a:t> de </a:t>
            </a:r>
            <a:r>
              <a:rPr lang="en-US" dirty="0" err="1">
                <a:latin typeface="Movistar Sans" pitchFamily="2" charset="77"/>
                <a:ea typeface="Movistar Sans" pitchFamily="2" charset="77"/>
              </a:rPr>
              <a:t>texto</a:t>
            </a:r>
            <a:endParaRPr lang="en-US" dirty="0">
              <a:latin typeface="Movistar Sans" pitchFamily="2" charset="77"/>
              <a:ea typeface="Movistar Sans" pitchFamily="2" charset="77"/>
            </a:endParaRPr>
          </a:p>
        </p:txBody>
      </p:sp>
      <p:sp>
        <p:nvSpPr>
          <p:cNvPr id="5" name="Text Placeholder 4">
            <a:extLst>
              <a:ext uri="{FF2B5EF4-FFF2-40B4-BE49-F238E27FC236}">
                <a16:creationId xmlns:a16="http://schemas.microsoft.com/office/drawing/2014/main" id="{D67DBCF4-BDDF-053C-537D-4825866CF282}"/>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parrafo</a:t>
            </a:r>
            <a:r>
              <a:rPr lang="en-US" dirty="0">
                <a:latin typeface="Movistar Sans Medium" pitchFamily="2" charset="77"/>
                <a:ea typeface="Movistar Sans Medium" pitchFamily="2" charset="77"/>
              </a:rPr>
              <a:t> 16pt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p>
        </p:txBody>
      </p:sp>
      <p:pic>
        <p:nvPicPr>
          <p:cNvPr id="9" name="Content Placeholder 8" descr="Two boys walking on a dirt road&#10;&#10;AI-generated content may be incorrect.">
            <a:extLst>
              <a:ext uri="{FF2B5EF4-FFF2-40B4-BE49-F238E27FC236}">
                <a16:creationId xmlns:a16="http://schemas.microsoft.com/office/drawing/2014/main" id="{BA8F7C2A-FCA9-C70D-55AF-48C7661DB9B9}"/>
              </a:ext>
            </a:extLst>
          </p:cNvPr>
          <p:cNvPicPr>
            <a:picLocks noGrp="1" noChangeAspect="1"/>
          </p:cNvPicPr>
          <p:nvPr>
            <p:ph type="pic" sz="quarter" idx="16"/>
          </p:nvPr>
        </p:nvPicPr>
        <p:blipFill>
          <a:blip r:embed="rId2"/>
          <a:srcRect l="5584" r="5584"/>
          <a:stretch/>
        </p:blipFill>
        <p:spPr/>
      </p:pic>
    </p:spTree>
    <p:extLst>
      <p:ext uri="{BB962C8B-B14F-4D97-AF65-F5344CB8AC3E}">
        <p14:creationId xmlns:p14="http://schemas.microsoft.com/office/powerpoint/2010/main" val="2100658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837D5-AE64-4602-D25C-07E490E37C8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6371C9F-68C6-AD24-0860-22E0AC704374}"/>
              </a:ext>
            </a:extLst>
          </p:cNvPr>
          <p:cNvSpPr>
            <a:spLocks noGrp="1"/>
          </p:cNvSpPr>
          <p:nvPr>
            <p:ph type="title"/>
          </p:nvPr>
        </p:nvSpPr>
        <p:spPr/>
        <p:txBody>
          <a:bodyPr>
            <a:normAutofit fontScale="90000"/>
          </a:bodyPr>
          <a:lstStyle/>
          <a:p>
            <a:pPr/>
            <a:r>
              <a:rPr lang="en-US" dirty="0" err="1"/>
              <a:t>Titulo</a:t>
            </a:r>
            <a:r>
              <a:rPr lang="en-US" dirty="0"/>
              <a:t> de </a:t>
            </a:r>
            <a:r>
              <a:rPr lang="en-US" dirty="0" err="1"/>
              <a:t>página</a:t>
            </a:r>
            <a:r>
              <a:rPr lang="en-US" dirty="0"/>
              <a:t> Movistar Sans 29pt</a:t>
            </a:r>
          </a:p>
        </p:txBody>
      </p:sp>
      <p:sp>
        <p:nvSpPr>
          <p:cNvPr id="2" name="Slide Number Placeholder 1">
            <a:extLst>
              <a:ext uri="{FF2B5EF4-FFF2-40B4-BE49-F238E27FC236}">
                <a16:creationId xmlns:a16="http://schemas.microsoft.com/office/drawing/2014/main" id="{14623ABC-87F4-CB9A-CA4A-EEF3AE06838B}"/>
              </a:ext>
            </a:extLst>
          </p:cNvPr>
          <p:cNvSpPr>
            <a:spLocks noGrp="1"/>
          </p:cNvSpPr>
          <p:nvPr>
            <p:ph type="sldNum" sz="quarter" idx="10"/>
          </p:nvPr>
        </p:nvSpPr>
        <p:spPr/>
        <p:txBody>
          <a:bodyPr/>
          <a:lstStyle/>
          <a:p>
            <a:pPr/>
            <a:fld id="{E7EBEDA2-51E6-554C-A63C-E820F6D0080D}" type="slidenum">
              <a:rPr lang="es-ES" smtClean="0"/>
              <a:pPr/>
              <a:t>41</a:t>
            </a:fld>
            <a:endParaRPr lang="es-ES"/>
          </a:p>
        </p:txBody>
      </p:sp>
      <p:sp>
        <p:nvSpPr>
          <p:cNvPr id="4" name="Text Placeholder 3">
            <a:extLst>
              <a:ext uri="{FF2B5EF4-FFF2-40B4-BE49-F238E27FC236}">
                <a16:creationId xmlns:a16="http://schemas.microsoft.com/office/drawing/2014/main" id="{E7B26878-8C2C-ED28-3803-4BC9B7EA4DB8}"/>
              </a:ext>
            </a:extLst>
          </p:cNvPr>
          <p:cNvSpPr>
            <a:spLocks noGrp="1"/>
          </p:cNvSpPr>
          <p:nvPr>
            <p:ph type="body" sz="quarter" idx="11"/>
          </p:nvPr>
        </p:nvSpPr>
        <p:spPr/>
        <p:txBody>
          <a:bodyPr/>
          <a:lstStyle/>
          <a:p>
            <a:pPr/>
            <a:r>
              <a:rPr lang="en-US" dirty="0" err="1">
                <a:latin typeface="Movistar Sans" pitchFamily="2" charset="77"/>
                <a:ea typeface="Movistar Sans" pitchFamily="2" charset="77"/>
              </a:rPr>
              <a:t>Subtitulo</a:t>
            </a:r>
            <a:r>
              <a:rPr lang="en-US" dirty="0">
                <a:latin typeface="Movistar Sans" pitchFamily="2" charset="77"/>
                <a:ea typeface="Movistar Sans" pitchFamily="2" charset="77"/>
              </a:rPr>
              <a:t>. Segundo </a:t>
            </a:r>
            <a:r>
              <a:rPr lang="en-US" dirty="0" err="1">
                <a:latin typeface="Movistar Sans" pitchFamily="2" charset="77"/>
                <a:ea typeface="Movistar Sans" pitchFamily="2" charset="77"/>
              </a:rPr>
              <a:t>nivel</a:t>
            </a:r>
            <a:r>
              <a:rPr lang="en-US" dirty="0">
                <a:latin typeface="Movistar Sans" pitchFamily="2" charset="77"/>
                <a:ea typeface="Movistar Sans" pitchFamily="2" charset="77"/>
              </a:rPr>
              <a:t> de </a:t>
            </a:r>
            <a:r>
              <a:rPr lang="en-US" dirty="0" err="1">
                <a:latin typeface="Movistar Sans" pitchFamily="2" charset="77"/>
                <a:ea typeface="Movistar Sans" pitchFamily="2" charset="77"/>
              </a:rPr>
              <a:t>texto</a:t>
            </a:r>
            <a:endParaRPr lang="en-US" dirty="0">
              <a:latin typeface="Movistar Sans" pitchFamily="2" charset="77"/>
              <a:ea typeface="Movistar Sans" pitchFamily="2" charset="77"/>
            </a:endParaRPr>
          </a:p>
        </p:txBody>
      </p:sp>
      <p:sp>
        <p:nvSpPr>
          <p:cNvPr id="5" name="Text Placeholder 4">
            <a:extLst>
              <a:ext uri="{FF2B5EF4-FFF2-40B4-BE49-F238E27FC236}">
                <a16:creationId xmlns:a16="http://schemas.microsoft.com/office/drawing/2014/main" id="{86452D85-8C89-9478-147F-0C23EF20EED0}"/>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parrafo</a:t>
            </a:r>
            <a:r>
              <a:rPr lang="en-US" dirty="0">
                <a:latin typeface="Movistar Sans Medium" pitchFamily="2" charset="77"/>
                <a:ea typeface="Movistar Sans Medium" pitchFamily="2" charset="77"/>
              </a:rPr>
              <a:t> 16pt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latin typeface="Movistar Sans Medium" pitchFamily="2" charset="77"/>
              <a:ea typeface="Movistar Sans Medium" pitchFamily="2" charset="77"/>
            </a:endParaRPr>
          </a:p>
        </p:txBody>
      </p:sp>
      <p:pic>
        <p:nvPicPr>
          <p:cNvPr id="9" name="Content Placeholder 8" descr="Two boys walking on a dirt road&#10;&#10;AI-generated content may be incorrect.">
            <a:extLst>
              <a:ext uri="{FF2B5EF4-FFF2-40B4-BE49-F238E27FC236}">
                <a16:creationId xmlns:a16="http://schemas.microsoft.com/office/drawing/2014/main" id="{E0FDF524-ED36-0511-36BD-998378BED52F}"/>
              </a:ext>
            </a:extLst>
          </p:cNvPr>
          <p:cNvPicPr>
            <a:picLocks noGrp="1" noChangeAspect="1"/>
          </p:cNvPicPr>
          <p:nvPr>
            <p:ph type="pic" sz="quarter" idx="14"/>
          </p:nvPr>
        </p:nvPicPr>
        <p:blipFill>
          <a:blip r:embed="rId2"/>
          <a:srcRect t="33779" b="11971"/>
          <a:stretch>
            <a:fillRect/>
          </a:stretch>
        </p:blipFill>
        <p:spPr>
          <a:xfrm>
            <a:off x="4295774" y="337428"/>
            <a:ext cx="7510045" cy="2717800"/>
          </a:xfrm>
        </p:spPr>
      </p:pic>
      <p:pic>
        <p:nvPicPr>
          <p:cNvPr id="8" name="Picture Placeholder 7" descr="A person holding a tablet&#10;&#10;AI-generated content may be incorrect.">
            <a:extLst>
              <a:ext uri="{FF2B5EF4-FFF2-40B4-BE49-F238E27FC236}">
                <a16:creationId xmlns:a16="http://schemas.microsoft.com/office/drawing/2014/main" id="{206C0DD7-FEBC-363E-57C7-ED92A205685E}"/>
              </a:ext>
            </a:extLst>
          </p:cNvPr>
          <p:cNvPicPr>
            <a:picLocks noGrp="1" noChangeAspect="1"/>
          </p:cNvPicPr>
          <p:nvPr>
            <p:ph type="pic" sz="quarter" idx="16"/>
          </p:nvPr>
        </p:nvPicPr>
        <p:blipFill>
          <a:blip r:embed="rId3"/>
          <a:srcRect t="43134" b="32750"/>
          <a:stretch>
            <a:fillRect/>
          </a:stretch>
        </p:blipFill>
        <p:spPr>
          <a:xfrm>
            <a:off x="4295774" y="3245520"/>
            <a:ext cx="7510045" cy="2717800"/>
          </a:xfrm>
        </p:spPr>
      </p:pic>
    </p:spTree>
    <p:extLst>
      <p:ext uri="{BB962C8B-B14F-4D97-AF65-F5344CB8AC3E}">
        <p14:creationId xmlns:p14="http://schemas.microsoft.com/office/powerpoint/2010/main" val="30700364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1700D2-5164-8355-233F-1CE7D89D2727}"/>
              </a:ext>
            </a:extLst>
          </p:cNvPr>
          <p:cNvSpPr>
            <a:spLocks noGrp="1"/>
          </p:cNvSpPr>
          <p:nvPr>
            <p:ph type="sldNum" sz="quarter" idx="10"/>
          </p:nvPr>
        </p:nvSpPr>
        <p:spPr/>
        <p:txBody>
          <a:bodyPr/>
          <a:lstStyle/>
          <a:p>
            <a:pPr/>
            <a:fld id="{E7EBEDA2-51E6-554C-A63C-E820F6D0080D}" type="slidenum">
              <a:rPr lang="es-ES" smtClean="0"/>
              <a:pPr/>
              <a:t>46</a:t>
            </a:fld>
            <a:endParaRPr lang="es-ES"/>
          </a:p>
        </p:txBody>
      </p:sp>
      <p:pic>
        <p:nvPicPr>
          <p:cNvPr id="10" name="Picture Placeholder 9" descr="A person writing on a tablet&#10;&#10;AI-generated content may be incorrect.">
            <a:extLst>
              <a:ext uri="{FF2B5EF4-FFF2-40B4-BE49-F238E27FC236}">
                <a16:creationId xmlns:a16="http://schemas.microsoft.com/office/drawing/2014/main" id="{04856071-6587-1694-76A3-46CF2A130292}"/>
              </a:ext>
            </a:extLst>
          </p:cNvPr>
          <p:cNvPicPr>
            <a:picLocks noGrp="1" noChangeAspect="1"/>
          </p:cNvPicPr>
          <p:nvPr>
            <p:ph type="pic" sz="quarter" idx="17"/>
          </p:nvPr>
        </p:nvPicPr>
        <p:blipFill>
          <a:blip r:embed="rId2"/>
          <a:srcRect l="13978" r="17235" b="3258"/>
          <a:stretch>
            <a:fillRect/>
          </a:stretch>
        </p:blipFill>
        <p:spPr>
          <a:xfrm>
            <a:off x="5199074" y="1403390"/>
            <a:ext cx="1970695" cy="4248610"/>
          </a:xfrm>
          <a:prstGeom prst="roundRect">
            <a:avLst>
              <a:gd name="adj" fmla="val 12907"/>
            </a:avLst>
          </a:prstGeom>
        </p:spPr>
      </p:pic>
      <p:pic>
        <p:nvPicPr>
          <p:cNvPr id="12" name="Picture Placeholder 11" descr="A person lying on the ground holding a camera&#10;&#10;AI-generated content may be incorrect.">
            <a:extLst>
              <a:ext uri="{FF2B5EF4-FFF2-40B4-BE49-F238E27FC236}">
                <a16:creationId xmlns:a16="http://schemas.microsoft.com/office/drawing/2014/main" id="{B49C62DB-BF48-3F23-C208-D3FAA1CA1B23}"/>
              </a:ext>
            </a:extLst>
          </p:cNvPr>
          <p:cNvPicPr>
            <a:picLocks noGrp="1" noChangeAspect="1"/>
          </p:cNvPicPr>
          <p:nvPr>
            <p:ph type="pic" sz="quarter" idx="22"/>
          </p:nvPr>
        </p:nvPicPr>
        <p:blipFill>
          <a:blip r:embed="rId3"/>
          <a:srcRect l="14459" r="14459"/>
          <a:stretch/>
        </p:blipFill>
        <p:spPr/>
      </p:pic>
      <p:pic>
        <p:nvPicPr>
          <p:cNvPr id="14" name="Picture Placeholder 13" descr="A person holding a tablet&#10;&#10;AI-generated content may be incorrect.">
            <a:extLst>
              <a:ext uri="{FF2B5EF4-FFF2-40B4-BE49-F238E27FC236}">
                <a16:creationId xmlns:a16="http://schemas.microsoft.com/office/drawing/2014/main" id="{CEFB2663-228A-AF48-52E6-722996C7DFD0}"/>
              </a:ext>
            </a:extLst>
          </p:cNvPr>
          <p:cNvPicPr>
            <a:picLocks noGrp="1" noChangeAspect="1"/>
          </p:cNvPicPr>
          <p:nvPr>
            <p:ph type="pic" sz="quarter" idx="23"/>
          </p:nvPr>
        </p:nvPicPr>
        <p:blipFill>
          <a:blip r:embed="rId4"/>
          <a:srcRect l="14435" r="14435"/>
          <a:stretch/>
        </p:blipFill>
        <p:spPr/>
      </p:pic>
      <p:sp>
        <p:nvSpPr>
          <p:cNvPr id="6" name="Title 5">
            <a:extLst>
              <a:ext uri="{FF2B5EF4-FFF2-40B4-BE49-F238E27FC236}">
                <a16:creationId xmlns:a16="http://schemas.microsoft.com/office/drawing/2014/main" id="{3957DA6C-1B3D-288D-878E-7211112F1C9F}"/>
              </a:ext>
            </a:extLst>
          </p:cNvPr>
          <p:cNvSpPr>
            <a:spLocks noGrp="1"/>
          </p:cNvSpPr>
          <p:nvPr>
            <p:ph type="title"/>
          </p:nvPr>
        </p:nvSpPr>
        <p:spPr/>
        <p:txBody>
          <a:bodyPr>
            <a:normAutofit fontScale="90000"/>
          </a:bodyPr>
          <a:lstStyle/>
          <a:p>
            <a:pPr/>
            <a:r>
              <a:rPr lang="en-US" dirty="0" err="1"/>
              <a:t>Titulo</a:t>
            </a:r>
            <a:r>
              <a:rPr lang="en-US" dirty="0"/>
              <a:t> de </a:t>
            </a:r>
            <a:r>
              <a:rPr lang="en-US" dirty="0" err="1"/>
              <a:t>página</a:t>
            </a:r>
            <a:r>
              <a:rPr lang="en-US" dirty="0"/>
              <a:t> Movistar Sans 29pt</a:t>
            </a:r>
          </a:p>
        </p:txBody>
      </p:sp>
      <p:sp>
        <p:nvSpPr>
          <p:cNvPr id="7" name="Text Placeholder 6">
            <a:extLst>
              <a:ext uri="{FF2B5EF4-FFF2-40B4-BE49-F238E27FC236}">
                <a16:creationId xmlns:a16="http://schemas.microsoft.com/office/drawing/2014/main" id="{7BCFBDED-F01B-A77D-84BE-5A2E8B009CE1}"/>
              </a:ext>
            </a:extLst>
          </p:cNvPr>
          <p:cNvSpPr>
            <a:spLocks noGrp="1"/>
          </p:cNvSpPr>
          <p:nvPr>
            <p:ph type="body" sz="quarter" idx="11"/>
          </p:nvPr>
        </p:nvSpPr>
        <p:spPr/>
        <p:txBody>
          <a:bodyPr/>
          <a:lstStyle/>
          <a:p>
            <a:pPr/>
            <a:r>
              <a:rPr lang="en-US" dirty="0" err="1">
                <a:latin typeface="Movistar Sans" pitchFamily="2" charset="77"/>
                <a:ea typeface="Movistar Sans" pitchFamily="2" charset="77"/>
              </a:rPr>
              <a:t>Subtitulo</a:t>
            </a:r>
            <a:r>
              <a:rPr lang="en-US" dirty="0">
                <a:latin typeface="Movistar Sans" pitchFamily="2" charset="77"/>
                <a:ea typeface="Movistar Sans" pitchFamily="2" charset="77"/>
              </a:rPr>
              <a:t>. Segundo </a:t>
            </a:r>
            <a:r>
              <a:rPr lang="en-US" dirty="0" err="1">
                <a:latin typeface="Movistar Sans" pitchFamily="2" charset="77"/>
                <a:ea typeface="Movistar Sans" pitchFamily="2" charset="77"/>
              </a:rPr>
              <a:t>nivel</a:t>
            </a:r>
            <a:r>
              <a:rPr lang="en-US" dirty="0">
                <a:latin typeface="Movistar Sans" pitchFamily="2" charset="77"/>
                <a:ea typeface="Movistar Sans" pitchFamily="2" charset="77"/>
              </a:rPr>
              <a:t> de </a:t>
            </a:r>
            <a:r>
              <a:rPr lang="en-US" dirty="0" err="1">
                <a:latin typeface="Movistar Sans" pitchFamily="2" charset="77"/>
                <a:ea typeface="Movistar Sans" pitchFamily="2" charset="77"/>
              </a:rPr>
              <a:t>texto</a:t>
            </a:r>
            <a:endParaRPr lang="en-US" dirty="0">
              <a:latin typeface="Movistar Sans" pitchFamily="2" charset="77"/>
              <a:ea typeface="Movistar Sans" pitchFamily="2" charset="77"/>
            </a:endParaRPr>
          </a:p>
          <a:p>
            <a:pPr/>
            <a:endParaRPr lang="en-US" dirty="0"/>
          </a:p>
          <a:p>
            <a:pPr/>
            <a:endParaRPr lang="en-US" dirty="0"/>
          </a:p>
        </p:txBody>
      </p:sp>
      <p:sp>
        <p:nvSpPr>
          <p:cNvPr id="8" name="Text Placeholder 7">
            <a:extLst>
              <a:ext uri="{FF2B5EF4-FFF2-40B4-BE49-F238E27FC236}">
                <a16:creationId xmlns:a16="http://schemas.microsoft.com/office/drawing/2014/main" id="{4CED988A-906D-E8EB-D0E1-B4D15A823426}"/>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parrafo</a:t>
            </a:r>
            <a:r>
              <a:rPr lang="en-US" dirty="0">
                <a:latin typeface="Movistar Sans Medium" pitchFamily="2" charset="77"/>
                <a:ea typeface="Movistar Sans Medium" pitchFamily="2" charset="77"/>
              </a:rPr>
              <a:t> 16pt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latin typeface="Movistar Sans Medium" pitchFamily="2" charset="77"/>
              <a:ea typeface="Movistar Sans Medium" pitchFamily="2" charset="77"/>
            </a:endParaRPr>
          </a:p>
        </p:txBody>
      </p:sp>
    </p:spTree>
    <p:extLst>
      <p:ext uri="{BB962C8B-B14F-4D97-AF65-F5344CB8AC3E}">
        <p14:creationId xmlns:p14="http://schemas.microsoft.com/office/powerpoint/2010/main" val="20754376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B1A17-6EBE-854E-58E3-B2F5E0FC37C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A4CB85D-D40A-9330-3E32-930016331065}"/>
              </a:ext>
            </a:extLst>
          </p:cNvPr>
          <p:cNvSpPr>
            <a:spLocks noGrp="1"/>
          </p:cNvSpPr>
          <p:nvPr>
            <p:ph type="title"/>
          </p:nvPr>
        </p:nvSpPr>
        <p:spPr/>
        <p:txBody>
          <a:bodyPr>
            <a:normAutofit fontScale="90000"/>
          </a:bodyPr>
          <a:lstStyle/>
          <a:p>
            <a:pPr/>
            <a:r>
              <a:rPr lang="en-US" dirty="0" err="1"/>
              <a:t>Titulo</a:t>
            </a:r>
            <a:r>
              <a:rPr lang="en-US" dirty="0"/>
              <a:t> de </a:t>
            </a:r>
            <a:r>
              <a:rPr lang="en-US" dirty="0" err="1"/>
              <a:t>página</a:t>
            </a:r>
            <a:r>
              <a:rPr lang="en-US" dirty="0"/>
              <a:t> Movistar Sans 29pt</a:t>
            </a:r>
          </a:p>
        </p:txBody>
      </p:sp>
      <p:sp>
        <p:nvSpPr>
          <p:cNvPr id="2" name="Slide Number Placeholder 1">
            <a:extLst>
              <a:ext uri="{FF2B5EF4-FFF2-40B4-BE49-F238E27FC236}">
                <a16:creationId xmlns:a16="http://schemas.microsoft.com/office/drawing/2014/main" id="{8E21589C-901D-4546-1068-21A14F3DE02D}"/>
              </a:ext>
            </a:extLst>
          </p:cNvPr>
          <p:cNvSpPr>
            <a:spLocks noGrp="1"/>
          </p:cNvSpPr>
          <p:nvPr>
            <p:ph type="sldNum" sz="quarter" idx="10"/>
          </p:nvPr>
        </p:nvSpPr>
        <p:spPr/>
        <p:txBody>
          <a:bodyPr/>
          <a:lstStyle/>
          <a:p>
            <a:pPr/>
            <a:fld id="{E7EBEDA2-51E6-554C-A63C-E820F6D0080D}" type="slidenum">
              <a:rPr lang="es-ES" smtClean="0"/>
              <a:pPr/>
              <a:t>47</a:t>
            </a:fld>
            <a:endParaRPr lang="es-ES"/>
          </a:p>
        </p:txBody>
      </p:sp>
      <p:sp>
        <p:nvSpPr>
          <p:cNvPr id="4" name="Text Placeholder 3">
            <a:extLst>
              <a:ext uri="{FF2B5EF4-FFF2-40B4-BE49-F238E27FC236}">
                <a16:creationId xmlns:a16="http://schemas.microsoft.com/office/drawing/2014/main" id="{0E3F1F69-56CA-9AD5-70FE-F50C0D90E08D}"/>
              </a:ext>
            </a:extLst>
          </p:cNvPr>
          <p:cNvSpPr>
            <a:spLocks noGrp="1"/>
          </p:cNvSpPr>
          <p:nvPr>
            <p:ph type="body" sz="quarter" idx="11"/>
          </p:nvPr>
        </p:nvSpPr>
        <p:spPr/>
        <p:txBody>
          <a:bodyPr/>
          <a:lstStyle/>
          <a:p>
            <a:pPr/>
            <a:r>
              <a:rPr lang="en-US" dirty="0" err="1">
                <a:latin typeface="Movistar Sans" pitchFamily="2" charset="77"/>
                <a:ea typeface="Movistar Sans" pitchFamily="2" charset="77"/>
              </a:rPr>
              <a:t>Subtitulo</a:t>
            </a:r>
            <a:r>
              <a:rPr lang="en-US" dirty="0">
                <a:latin typeface="Movistar Sans" pitchFamily="2" charset="77"/>
                <a:ea typeface="Movistar Sans" pitchFamily="2" charset="77"/>
              </a:rPr>
              <a:t>. Segundo </a:t>
            </a:r>
            <a:r>
              <a:rPr lang="en-US" dirty="0" err="1">
                <a:latin typeface="Movistar Sans" pitchFamily="2" charset="77"/>
                <a:ea typeface="Movistar Sans" pitchFamily="2" charset="77"/>
              </a:rPr>
              <a:t>nivel</a:t>
            </a:r>
            <a:r>
              <a:rPr lang="en-US" dirty="0">
                <a:latin typeface="Movistar Sans" pitchFamily="2" charset="77"/>
                <a:ea typeface="Movistar Sans" pitchFamily="2" charset="77"/>
              </a:rPr>
              <a:t> de </a:t>
            </a:r>
            <a:r>
              <a:rPr lang="en-US" dirty="0" err="1">
                <a:latin typeface="Movistar Sans" pitchFamily="2" charset="77"/>
                <a:ea typeface="Movistar Sans" pitchFamily="2" charset="77"/>
              </a:rPr>
              <a:t>texto</a:t>
            </a:r>
            <a:endParaRPr lang="en-US" dirty="0">
              <a:latin typeface="Movistar Sans" pitchFamily="2" charset="77"/>
              <a:ea typeface="Movistar Sans" pitchFamily="2" charset="77"/>
            </a:endParaRPr>
          </a:p>
        </p:txBody>
      </p:sp>
      <p:sp>
        <p:nvSpPr>
          <p:cNvPr id="5" name="Text Placeholder 4">
            <a:extLst>
              <a:ext uri="{FF2B5EF4-FFF2-40B4-BE49-F238E27FC236}">
                <a16:creationId xmlns:a16="http://schemas.microsoft.com/office/drawing/2014/main" id="{43353AD2-6367-1502-1FD2-F4E2E462B43E}"/>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parrafo</a:t>
            </a:r>
            <a:r>
              <a:rPr lang="en-US" dirty="0">
                <a:latin typeface="Movistar Sans Medium" pitchFamily="2" charset="77"/>
                <a:ea typeface="Movistar Sans Medium" pitchFamily="2" charset="77"/>
              </a:rPr>
              <a:t> 16pt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p>
        </p:txBody>
      </p:sp>
      <p:graphicFrame>
        <p:nvGraphicFramePr>
          <p:cNvPr id="8" name="Chart Placeholder 26">
            <a:extLst>
              <a:ext uri="{FF2B5EF4-FFF2-40B4-BE49-F238E27FC236}">
                <a16:creationId xmlns:a16="http://schemas.microsoft.com/office/drawing/2014/main" id="{67946C20-4F31-12BB-6D0C-CA9311E925B9}"/>
              </a:ext>
            </a:extLst>
          </p:cNvPr>
          <p:cNvGraphicFramePr>
            <a:graphicFrameLocks/>
          </p:cNvGraphicFramePr>
          <p:nvPr>
            <p:extLst>
              <p:ext uri="{D42A27DB-BD31-4B8C-83A1-F6EECF244321}">
                <p14:modId xmlns:p14="http://schemas.microsoft.com/office/powerpoint/2010/main" val="2629401263"/>
              </p:ext>
            </p:extLst>
          </p:nvPr>
        </p:nvGraphicFramePr>
        <p:xfrm>
          <a:off x="4116839" y="593485"/>
          <a:ext cx="7643790" cy="576286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6793812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2662C-3D09-FF1F-C5A6-927791289F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325DF45-B379-9D89-9749-FA2AAA34B71D}"/>
              </a:ext>
            </a:extLst>
          </p:cNvPr>
          <p:cNvSpPr>
            <a:spLocks noGrp="1"/>
          </p:cNvSpPr>
          <p:nvPr>
            <p:ph type="title"/>
          </p:nvPr>
        </p:nvSpPr>
        <p:spPr/>
        <p:txBody>
          <a:bodyPr>
            <a:normAutofit fontScale="90000"/>
          </a:bodyPr>
          <a:lstStyle/>
          <a:p>
            <a:pPr/>
            <a:r>
              <a:rPr lang="en-US" dirty="0" err="1"/>
              <a:t>Titulo</a:t>
            </a:r>
            <a:r>
              <a:rPr lang="en-US" dirty="0"/>
              <a:t> de </a:t>
            </a:r>
            <a:r>
              <a:rPr lang="en-US" dirty="0" err="1"/>
              <a:t>página</a:t>
            </a:r>
            <a:r>
              <a:rPr lang="en-US" dirty="0"/>
              <a:t> Movistar Sans 29pt</a:t>
            </a:r>
          </a:p>
        </p:txBody>
      </p:sp>
      <p:sp>
        <p:nvSpPr>
          <p:cNvPr id="2" name="Slide Number Placeholder 1">
            <a:extLst>
              <a:ext uri="{FF2B5EF4-FFF2-40B4-BE49-F238E27FC236}">
                <a16:creationId xmlns:a16="http://schemas.microsoft.com/office/drawing/2014/main" id="{D6A9D4A3-6127-EDC1-6F0B-75DE2D5F29F9}"/>
              </a:ext>
            </a:extLst>
          </p:cNvPr>
          <p:cNvSpPr>
            <a:spLocks noGrp="1"/>
          </p:cNvSpPr>
          <p:nvPr>
            <p:ph type="sldNum" sz="quarter" idx="10"/>
          </p:nvPr>
        </p:nvSpPr>
        <p:spPr/>
        <p:txBody>
          <a:bodyPr/>
          <a:lstStyle/>
          <a:p>
            <a:pPr/>
            <a:fld id="{E7EBEDA2-51E6-554C-A63C-E820F6D0080D}" type="slidenum">
              <a:rPr lang="es-ES" smtClean="0"/>
              <a:pPr/>
              <a:t>48</a:t>
            </a:fld>
            <a:endParaRPr lang="es-ES"/>
          </a:p>
        </p:txBody>
      </p:sp>
      <p:sp>
        <p:nvSpPr>
          <p:cNvPr id="5" name="Text Placeholder 4">
            <a:extLst>
              <a:ext uri="{FF2B5EF4-FFF2-40B4-BE49-F238E27FC236}">
                <a16:creationId xmlns:a16="http://schemas.microsoft.com/office/drawing/2014/main" id="{E2EBC613-05EC-44D5-EBD4-E1365A2C50BC}"/>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texto</a:t>
            </a:r>
            <a:r>
              <a:rPr lang="en-US" dirty="0">
                <a:latin typeface="Movistar Sans Medium" pitchFamily="2" charset="77"/>
                <a:ea typeface="Movistar Sans Medium" pitchFamily="2" charset="77"/>
              </a:rPr>
              <a:t> 12 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latin typeface="Movistar Sans Medium" pitchFamily="2" charset="77"/>
              <a:ea typeface="Movistar Sans Medium" pitchFamily="2" charset="77"/>
            </a:endParaRPr>
          </a:p>
        </p:txBody>
      </p:sp>
      <p:graphicFrame>
        <p:nvGraphicFramePr>
          <p:cNvPr id="14" name="Tabla 7">
            <a:extLst>
              <a:ext uri="{FF2B5EF4-FFF2-40B4-BE49-F238E27FC236}">
                <a16:creationId xmlns:a16="http://schemas.microsoft.com/office/drawing/2014/main" id="{92284240-F81B-2844-F1B9-C51D72DFBE6D}"/>
              </a:ext>
            </a:extLst>
          </p:cNvPr>
          <p:cNvGraphicFramePr>
            <a:graphicFrameLocks/>
          </p:cNvGraphicFramePr>
          <p:nvPr>
            <p:extLst>
              <p:ext uri="{D42A27DB-BD31-4B8C-83A1-F6EECF244321}">
                <p14:modId xmlns:p14="http://schemas.microsoft.com/office/powerpoint/2010/main" val="2529645272"/>
              </p:ext>
            </p:extLst>
          </p:nvPr>
        </p:nvGraphicFramePr>
        <p:xfrm>
          <a:off x="515939" y="1803589"/>
          <a:ext cx="11160122" cy="3959224"/>
        </p:xfrm>
        <a:graphic>
          <a:graphicData uri="http://schemas.openxmlformats.org/drawingml/2006/table">
            <a:tbl>
              <a:tblPr firstRow="1" bandRow="1">
                <a:tableStyleId>{5C22544A-7EE6-4342-B048-85BDC9FD1C3A}</a:tableStyleId>
              </a:tblPr>
              <a:tblGrid>
                <a:gridCol w="2773448">
                  <a:extLst>
                    <a:ext uri="{9D8B030D-6E8A-4147-A177-3AD203B41FA5}">
                      <a16:colId xmlns:a16="http://schemas.microsoft.com/office/drawing/2014/main" val="3727255813"/>
                    </a:ext>
                  </a:extLst>
                </a:gridCol>
                <a:gridCol w="1409091">
                  <a:extLst>
                    <a:ext uri="{9D8B030D-6E8A-4147-A177-3AD203B41FA5}">
                      <a16:colId xmlns:a16="http://schemas.microsoft.com/office/drawing/2014/main" val="2222518069"/>
                    </a:ext>
                  </a:extLst>
                </a:gridCol>
                <a:gridCol w="1388267">
                  <a:extLst>
                    <a:ext uri="{9D8B030D-6E8A-4147-A177-3AD203B41FA5}">
                      <a16:colId xmlns:a16="http://schemas.microsoft.com/office/drawing/2014/main" val="3556102075"/>
                    </a:ext>
                  </a:extLst>
                </a:gridCol>
                <a:gridCol w="1409091">
                  <a:extLst>
                    <a:ext uri="{9D8B030D-6E8A-4147-A177-3AD203B41FA5}">
                      <a16:colId xmlns:a16="http://schemas.microsoft.com/office/drawing/2014/main" val="562834673"/>
                    </a:ext>
                  </a:extLst>
                </a:gridCol>
                <a:gridCol w="1402149">
                  <a:extLst>
                    <a:ext uri="{9D8B030D-6E8A-4147-A177-3AD203B41FA5}">
                      <a16:colId xmlns:a16="http://schemas.microsoft.com/office/drawing/2014/main" val="973542420"/>
                    </a:ext>
                  </a:extLst>
                </a:gridCol>
                <a:gridCol w="1388267">
                  <a:extLst>
                    <a:ext uri="{9D8B030D-6E8A-4147-A177-3AD203B41FA5}">
                      <a16:colId xmlns:a16="http://schemas.microsoft.com/office/drawing/2014/main" val="4182136612"/>
                    </a:ext>
                  </a:extLst>
                </a:gridCol>
                <a:gridCol w="1389809">
                  <a:extLst>
                    <a:ext uri="{9D8B030D-6E8A-4147-A177-3AD203B41FA5}">
                      <a16:colId xmlns:a16="http://schemas.microsoft.com/office/drawing/2014/main" val="2382616814"/>
                    </a:ext>
                  </a:extLst>
                </a:gridCol>
              </a:tblGrid>
              <a:tr h="494903">
                <a:tc>
                  <a:txBody>
                    <a:bodyPr/>
                    <a:lstStyle/>
                    <a:p>
                      <a:endParaRPr lang="es-ES" sz="1100" b="0" i="0" dirty="0">
                        <a:latin typeface="Movistar Sans Medium" pitchFamily="2" charset="77"/>
                        <a:ea typeface="Movistar Sans Medium" pitchFamily="2" charset="77"/>
                      </a:endParaRPr>
                    </a:p>
                  </a:txBody>
                  <a:tcPr>
                    <a:lnB w="38100" cap="flat" cmpd="sng" algn="ctr">
                      <a:solidFill>
                        <a:schemeClr val="bg1"/>
                      </a:solidFill>
                      <a:prstDash val="solid"/>
                      <a:round/>
                      <a:headEnd type="none" w="med" len="med"/>
                      <a:tailEnd type="none" w="med" len="med"/>
                    </a:lnB>
                    <a:noFill/>
                  </a:tcPr>
                </a:tc>
                <a:tc>
                  <a:txBody>
                    <a:bodyPr/>
                    <a:lstStyle/>
                    <a:p>
                      <a:pPr algn="ctr"/>
                      <a:r>
                        <a:rPr lang="es-ES" sz="800" b="0" i="0" dirty="0">
                          <a:solidFill>
                            <a:schemeClr val="bg2"/>
                          </a:solidFill>
                          <a:latin typeface="Movistar Sans Medium" pitchFamily="2" charset="77"/>
                          <a:ea typeface="Movistar Sans Medium" pitchFamily="2" charset="77"/>
                        </a:rPr>
                        <a:t>Valor 1</a:t>
                      </a:r>
                    </a:p>
                  </a:txBody>
                  <a:tcPr anchor="ctr">
                    <a:lnB w="38100" cap="flat" cmpd="sng" algn="ctr">
                      <a:solidFill>
                        <a:schemeClr val="bg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a:solidFill>
                            <a:schemeClr val="bg2"/>
                          </a:solidFill>
                          <a:latin typeface="Movistar Sans Medium" pitchFamily="2" charset="77"/>
                          <a:ea typeface="Movistar Sans Medium" pitchFamily="2" charset="77"/>
                        </a:rPr>
                        <a:t>Valor 2</a:t>
                      </a:r>
                      <a:endParaRPr lang="es-ES" sz="800" b="0" i="0" dirty="0">
                        <a:solidFill>
                          <a:schemeClr val="bg2"/>
                        </a:solidFill>
                        <a:latin typeface="Movistar Sans Medium" pitchFamily="2" charset="77"/>
                        <a:ea typeface="Movistar Sans Medium" pitchFamily="2" charset="77"/>
                      </a:endParaRPr>
                    </a:p>
                  </a:txBody>
                  <a:tcPr anchor="ctr">
                    <a:lnB w="38100" cap="flat" cmpd="sng" algn="ctr">
                      <a:solidFill>
                        <a:schemeClr val="bg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dirty="0">
                          <a:solidFill>
                            <a:schemeClr val="bg2"/>
                          </a:solidFill>
                          <a:latin typeface="Movistar Sans Medium" pitchFamily="2" charset="77"/>
                          <a:ea typeface="Movistar Sans Medium" pitchFamily="2" charset="77"/>
                        </a:rPr>
                        <a:t>Valor 3</a:t>
                      </a:r>
                    </a:p>
                  </a:txBody>
                  <a:tcPr anchor="ctr">
                    <a:lnB w="38100" cap="flat" cmpd="sng" algn="ctr">
                      <a:solidFill>
                        <a:schemeClr val="bg1"/>
                      </a:solidFill>
                      <a:prstDash val="solid"/>
                      <a:round/>
                      <a:headEnd type="none" w="med" len="med"/>
                      <a:tailEnd type="none" w="med" len="med"/>
                    </a:lnB>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dirty="0">
                          <a:solidFill>
                            <a:schemeClr val="bg2"/>
                          </a:solidFill>
                          <a:latin typeface="Movistar Sans Medium" pitchFamily="2" charset="77"/>
                          <a:ea typeface="Movistar Sans Medium" pitchFamily="2" charset="77"/>
                        </a:rPr>
                        <a:t>Valor 4</a:t>
                      </a:r>
                    </a:p>
                  </a:txBody>
                  <a:tcPr anchor="ctr">
                    <a:lnB w="38100" cap="flat" cmpd="sng" algn="ctr">
                      <a:solidFill>
                        <a:schemeClr val="bg1"/>
                      </a:solidFill>
                      <a:prstDash val="solid"/>
                      <a:round/>
                      <a:headEnd type="none" w="med" len="med"/>
                      <a:tailEnd type="none" w="med" len="med"/>
                    </a:lnB>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800" b="0" i="0" dirty="0">
                          <a:solidFill>
                            <a:schemeClr val="bg2"/>
                          </a:solidFill>
                          <a:latin typeface="Movistar Sans Medium" pitchFamily="2" charset="77"/>
                          <a:ea typeface="Movistar Sans Medium" pitchFamily="2" charset="77"/>
                        </a:rPr>
                        <a:t>Valor 5</a:t>
                      </a:r>
                    </a:p>
                  </a:txBody>
                  <a:tcPr anchor="ctr">
                    <a:lnB w="38100" cap="flat" cmpd="sng" algn="ctr">
                      <a:solidFill>
                        <a:schemeClr val="bg1"/>
                      </a:solidFill>
                      <a:prstDash val="solid"/>
                      <a:round/>
                      <a:headEnd type="none" w="med" len="med"/>
                      <a:tailEnd type="none" w="med" len="med"/>
                    </a:lnB>
                    <a:solidFill>
                      <a:schemeClr val="tx1"/>
                    </a:solidFill>
                  </a:tcPr>
                </a:tc>
                <a:tc>
                  <a:txBody>
                    <a:bodyPr/>
                    <a:lstStyle/>
                    <a:p>
                      <a:pPr algn="ctr"/>
                      <a:r>
                        <a:rPr lang="es-ES" sz="800" b="0" i="0" dirty="0">
                          <a:solidFill>
                            <a:schemeClr val="bg2"/>
                          </a:solidFill>
                          <a:latin typeface="Movistar Sans Medium" pitchFamily="2" charset="77"/>
                          <a:ea typeface="Movistar Sans Medium" pitchFamily="2" charset="77"/>
                        </a:rPr>
                        <a:t>Valor6 </a:t>
                      </a:r>
                    </a:p>
                  </a:txBody>
                  <a:tcPr anchor="ctr">
                    <a:lnB w="3810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4058225132"/>
                  </a:ext>
                </a:extLst>
              </a:tr>
              <a:tr h="494903">
                <a:tc>
                  <a:txBody>
                    <a:bodyPr/>
                    <a:lstStyle/>
                    <a:p>
                      <a:r>
                        <a:rPr lang="es-ES" sz="900" b="0" i="0">
                          <a:solidFill>
                            <a:schemeClr val="bg2"/>
                          </a:solidFill>
                          <a:latin typeface="Movistar Sans Medium" pitchFamily="2" charset="77"/>
                          <a:ea typeface="Movistar Sans Medium" pitchFamily="2" charset="77"/>
                        </a:rPr>
                        <a:t>Contenido</a:t>
                      </a:r>
                      <a:endParaRPr lang="es-ES" sz="900" b="0" i="0" dirty="0">
                        <a:solidFill>
                          <a:schemeClr val="bg2"/>
                        </a:solidFill>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a:latin typeface="Movistar Sans Medium" pitchFamily="2" charset="77"/>
                          <a:ea typeface="Movistar Sans Medium" pitchFamily="2" charset="77"/>
                        </a:rPr>
                        <a:t>00</a:t>
                      </a:r>
                      <a:endParaRPr lang="es-ES" sz="900" b="0" i="0" dirty="0">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3911848"/>
                  </a:ext>
                </a:extLst>
              </a:tr>
              <a:tr h="494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b="0" i="0">
                          <a:solidFill>
                            <a:schemeClr val="bg2"/>
                          </a:solidFill>
                          <a:latin typeface="Movistar Sans Medium" pitchFamily="2" charset="77"/>
                          <a:ea typeface="Movistar Sans Medium" pitchFamily="2" charset="77"/>
                        </a:rPr>
                        <a:t>Contenido</a:t>
                      </a:r>
                      <a:endParaRPr lang="es-ES" sz="900" b="0" i="0" dirty="0">
                        <a:solidFill>
                          <a:schemeClr val="bg2"/>
                        </a:solidFill>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ct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a:latin typeface="Movistar Sans Medium" pitchFamily="2" charset="77"/>
                          <a:ea typeface="Movistar Sans Medium" pitchFamily="2" charset="77"/>
                        </a:rPr>
                        <a:t>00</a:t>
                      </a:r>
                      <a:endParaRPr lang="es-ES" sz="900" b="0" i="0" dirty="0">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3760015920"/>
                  </a:ext>
                </a:extLst>
              </a:tr>
              <a:tr h="494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b="0" i="0">
                          <a:solidFill>
                            <a:schemeClr val="bg2"/>
                          </a:solidFill>
                          <a:latin typeface="Movistar Sans Medium" pitchFamily="2" charset="77"/>
                          <a:ea typeface="Movistar Sans Medium" pitchFamily="2" charset="77"/>
                        </a:rPr>
                        <a:t>Contenido</a:t>
                      </a:r>
                      <a:endParaRPr lang="es-ES" sz="900" b="0" i="0" dirty="0">
                        <a:solidFill>
                          <a:schemeClr val="bg2"/>
                        </a:solidFill>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p>
                      <a:pPr algn="ctr"/>
                      <a:endParaRPr lang="es-ES" sz="900" b="0" i="0" dirty="0">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a:latin typeface="Movistar Sans Medium" pitchFamily="2" charset="77"/>
                          <a:ea typeface="Movistar Sans Medium" pitchFamily="2" charset="77"/>
                        </a:rPr>
                        <a:t>00</a:t>
                      </a:r>
                      <a:endParaRPr lang="es-ES" sz="900" b="0" i="0" dirty="0">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2592656125"/>
                  </a:ext>
                </a:extLst>
              </a:tr>
              <a:tr h="494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b="0" i="0">
                          <a:solidFill>
                            <a:schemeClr val="bg2"/>
                          </a:solidFill>
                          <a:latin typeface="Movistar Sans Medium" pitchFamily="2" charset="77"/>
                          <a:ea typeface="Movistar Sans Medium" pitchFamily="2" charset="77"/>
                        </a:rPr>
                        <a:t>Contenido</a:t>
                      </a:r>
                      <a:endParaRPr lang="es-ES" sz="900" b="0" i="0" dirty="0">
                        <a:solidFill>
                          <a:schemeClr val="bg2"/>
                        </a:solidFill>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a:latin typeface="Movistar Sans Medium" pitchFamily="2" charset="77"/>
                          <a:ea typeface="Movistar Sans Medium" pitchFamily="2" charset="77"/>
                        </a:rPr>
                        <a:t>00</a:t>
                      </a:r>
                      <a:endParaRPr lang="es-ES" sz="900" b="0" i="0" dirty="0">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187503126"/>
                  </a:ext>
                </a:extLst>
              </a:tr>
              <a:tr h="494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b="0" i="0">
                          <a:solidFill>
                            <a:schemeClr val="bg2"/>
                          </a:solidFill>
                          <a:latin typeface="Movistar Sans Medium" pitchFamily="2" charset="77"/>
                          <a:ea typeface="Movistar Sans Medium" pitchFamily="2" charset="77"/>
                        </a:rPr>
                        <a:t>Contenido</a:t>
                      </a:r>
                      <a:endParaRPr lang="es-ES" sz="900" b="0" i="0" dirty="0">
                        <a:solidFill>
                          <a:schemeClr val="bg2"/>
                        </a:solidFill>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a:latin typeface="Movistar Sans Medium" pitchFamily="2" charset="77"/>
                          <a:ea typeface="Movistar Sans Medium" pitchFamily="2" charset="77"/>
                        </a:rPr>
                        <a:t>00</a:t>
                      </a:r>
                      <a:endParaRPr lang="es-ES" sz="900" b="0" i="0" dirty="0">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4031123383"/>
                  </a:ext>
                </a:extLst>
              </a:tr>
              <a:tr h="494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b="0" i="0">
                          <a:solidFill>
                            <a:schemeClr val="bg2"/>
                          </a:solidFill>
                          <a:latin typeface="Movistar Sans Medium" pitchFamily="2" charset="77"/>
                          <a:ea typeface="Movistar Sans Medium" pitchFamily="2" charset="77"/>
                        </a:rPr>
                        <a:t>Contenido</a:t>
                      </a:r>
                      <a:endParaRPr lang="es-ES" sz="900" b="0" i="0" dirty="0">
                        <a:solidFill>
                          <a:schemeClr val="bg2"/>
                        </a:solidFill>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a:latin typeface="Movistar Sans Medium" pitchFamily="2" charset="77"/>
                          <a:ea typeface="Movistar Sans Medium" pitchFamily="2" charset="77"/>
                        </a:rPr>
                        <a:t>00</a:t>
                      </a:r>
                      <a:endParaRPr lang="es-ES" sz="900" b="0" i="0" dirty="0">
                        <a:latin typeface="Movistar Sans Medium" pitchFamily="2" charset="77"/>
                        <a:ea typeface="Movistar Sans Medium" pitchFamily="2" charset="77"/>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3783578213"/>
                  </a:ext>
                </a:extLst>
              </a:tr>
              <a:tr h="494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sz="900" b="0" i="0" dirty="0">
                          <a:solidFill>
                            <a:schemeClr val="bg2"/>
                          </a:solidFill>
                          <a:latin typeface="Movistar Sans Medium" pitchFamily="2" charset="77"/>
                          <a:ea typeface="Movistar Sans Medium" pitchFamily="2" charset="77"/>
                        </a:rPr>
                        <a:t>Contenido</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900" b="0" i="0" dirty="0">
                          <a:latin typeface="Movistar Sans Medium" pitchFamily="2" charset="77"/>
                          <a:ea typeface="Movistar Sans Medium" pitchFamily="2" charset="77"/>
                        </a:rPr>
                        <a:t>00</a:t>
                      </a: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lumMod val="25000"/>
                        <a:lumOff val="75000"/>
                      </a:schemeClr>
                    </a:solidFill>
                  </a:tcPr>
                </a:tc>
                <a:extLst>
                  <a:ext uri="{0D108BD9-81ED-4DB2-BD59-A6C34878D82A}">
                    <a16:rowId xmlns:a16="http://schemas.microsoft.com/office/drawing/2014/main" val="1601632666"/>
                  </a:ext>
                </a:extLst>
              </a:tr>
            </a:tbl>
          </a:graphicData>
        </a:graphic>
      </p:graphicFrame>
    </p:spTree>
    <p:extLst>
      <p:ext uri="{BB962C8B-B14F-4D97-AF65-F5344CB8AC3E}">
        <p14:creationId xmlns:p14="http://schemas.microsoft.com/office/powerpoint/2010/main" val="8724872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02A7B-27E9-DFD3-8870-D7B0684FB3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4D8259F-299A-8E19-DAE9-4F9123F594E1}"/>
              </a:ext>
            </a:extLst>
          </p:cNvPr>
          <p:cNvSpPr>
            <a:spLocks noGrp="1"/>
          </p:cNvSpPr>
          <p:nvPr>
            <p:ph type="title"/>
          </p:nvPr>
        </p:nvSpPr>
        <p:spPr/>
        <p:txBody>
          <a:bodyPr>
            <a:normAutofit fontScale="90000"/>
          </a:bodyPr>
          <a:lstStyle/>
          <a:p>
            <a:pPr/>
            <a:r>
              <a:rPr lang="en-US" dirty="0" err="1"/>
              <a:t>Titulo</a:t>
            </a:r>
            <a:r>
              <a:rPr lang="en-US" dirty="0"/>
              <a:t> de </a:t>
            </a:r>
            <a:r>
              <a:rPr lang="en-US" dirty="0" err="1"/>
              <a:t>página</a:t>
            </a:r>
            <a:r>
              <a:rPr lang="en-US" dirty="0"/>
              <a:t> Movistar Sans 29pt</a:t>
            </a:r>
          </a:p>
        </p:txBody>
      </p:sp>
      <p:sp>
        <p:nvSpPr>
          <p:cNvPr id="2" name="Slide Number Placeholder 1">
            <a:extLst>
              <a:ext uri="{FF2B5EF4-FFF2-40B4-BE49-F238E27FC236}">
                <a16:creationId xmlns:a16="http://schemas.microsoft.com/office/drawing/2014/main" id="{DB74D8BE-13FE-8D1C-46B8-8DE71CA96F91}"/>
              </a:ext>
            </a:extLst>
          </p:cNvPr>
          <p:cNvSpPr>
            <a:spLocks noGrp="1"/>
          </p:cNvSpPr>
          <p:nvPr>
            <p:ph type="sldNum" sz="quarter" idx="10"/>
          </p:nvPr>
        </p:nvSpPr>
        <p:spPr/>
        <p:txBody>
          <a:bodyPr/>
          <a:lstStyle/>
          <a:p>
            <a:pPr/>
            <a:fld id="{E7EBEDA2-51E6-554C-A63C-E820F6D0080D}" type="slidenum">
              <a:rPr lang="es-ES" smtClean="0"/>
              <a:pPr/>
              <a:t>51</a:t>
            </a:fld>
            <a:endParaRPr lang="es-ES"/>
          </a:p>
        </p:txBody>
      </p:sp>
      <p:sp>
        <p:nvSpPr>
          <p:cNvPr id="5" name="Text Placeholder 4">
            <a:extLst>
              <a:ext uri="{FF2B5EF4-FFF2-40B4-BE49-F238E27FC236}">
                <a16:creationId xmlns:a16="http://schemas.microsoft.com/office/drawing/2014/main" id="{2BEF79C0-8B2C-7852-B9AE-0BEC0A485997}"/>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texto</a:t>
            </a:r>
            <a:r>
              <a:rPr lang="en-US" dirty="0">
                <a:latin typeface="Movistar Sans Medium" pitchFamily="2" charset="77"/>
                <a:ea typeface="Movistar Sans Medium" pitchFamily="2" charset="77"/>
              </a:rPr>
              <a:t> 12 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latin typeface="Movistar Sans Medium" pitchFamily="2" charset="77"/>
              <a:ea typeface="Movistar Sans Medium" pitchFamily="2" charset="77"/>
            </a:endParaRPr>
          </a:p>
        </p:txBody>
      </p:sp>
      <p:graphicFrame>
        <p:nvGraphicFramePr>
          <p:cNvPr id="44" name="Chart Placeholder 3">
            <a:extLst>
              <a:ext uri="{FF2B5EF4-FFF2-40B4-BE49-F238E27FC236}">
                <a16:creationId xmlns:a16="http://schemas.microsoft.com/office/drawing/2014/main" id="{9CDF0AA1-BB2E-8BEA-F2CE-106A1CF216AD}"/>
              </a:ext>
            </a:extLst>
          </p:cNvPr>
          <p:cNvGraphicFramePr>
            <a:graphicFrameLocks/>
          </p:cNvGraphicFramePr>
          <p:nvPr>
            <p:extLst>
              <p:ext uri="{D42A27DB-BD31-4B8C-83A1-F6EECF244321}">
                <p14:modId xmlns:p14="http://schemas.microsoft.com/office/powerpoint/2010/main" val="2799833007"/>
              </p:ext>
            </p:extLst>
          </p:nvPr>
        </p:nvGraphicFramePr>
        <p:xfrm>
          <a:off x="860865" y="1697186"/>
          <a:ext cx="10661338" cy="410535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66334919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6">
            <a:extLst>
              <a:ext uri="{FF2B5EF4-FFF2-40B4-BE49-F238E27FC236}">
                <a16:creationId xmlns:a16="http://schemas.microsoft.com/office/drawing/2014/main" id="{E25EE3F7-88D6-EA9F-FFFE-0FCB949D92B4}"/>
              </a:ext>
            </a:extLst>
          </p:cNvPr>
          <p:cNvSpPr/>
          <p:nvPr/>
        </p:nvSpPr>
        <p:spPr>
          <a:xfrm>
            <a:off x="0" y="6437376"/>
            <a:ext cx="12192000" cy="420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sp>
        <p:nvSpPr>
          <p:cNvPr id="4" name="titulo">
            <a:extLst>
              <a:ext uri="{FF2B5EF4-FFF2-40B4-BE49-F238E27FC236}">
                <a16:creationId xmlns:a16="http://schemas.microsoft.com/office/drawing/2014/main" id="{041A3282-C36D-D915-A94B-36F9CE61B61D}"/>
              </a:ext>
            </a:extLst>
          </p:cNvPr>
          <p:cNvSpPr>
            <a:spLocks noGrp="1"/>
          </p:cNvSpPr>
          <p:nvPr>
            <p:ph type="title"/>
          </p:nvPr>
        </p:nvSpPr>
        <p:spPr/>
        <p:txBody>
          <a:bodyPr/>
          <a:lstStyle/>
          <a:p>
            <a:pPr/>
            <a:r>
              <a:rPr lang="en-GB" dirty="0" err="1"/>
              <a:t>Título</a:t>
            </a:r>
            <a:r>
              <a:rPr lang="en-GB" dirty="0"/>
              <a:t> de </a:t>
            </a:r>
            <a:r>
              <a:rPr lang="en-GB" dirty="0" err="1"/>
              <a:t>sección</a:t>
            </a:r>
            <a:r>
              <a:rPr lang="en-GB" dirty="0"/>
              <a:t> </a:t>
            </a:r>
            <a:r>
              <a:rPr lang="en-GB" dirty="0" err="1"/>
              <a:t>compuesto</a:t>
            </a:r>
            <a:r>
              <a:rPr lang="en-GB" dirty="0"/>
              <a:t> </a:t>
            </a:r>
            <a:r>
              <a:rPr lang="en-GB" dirty="0" err="1"/>
              <a:t>en</a:t>
            </a:r>
            <a:r>
              <a:rPr lang="en-GB" dirty="0"/>
              <a:t> 2 </a:t>
            </a:r>
            <a:r>
              <a:rPr lang="en-GB" dirty="0" err="1"/>
              <a:t>líneas</a:t>
            </a:r>
            <a:endParaRPr lang="en-GB" dirty="0"/>
          </a:p>
        </p:txBody>
      </p:sp>
      <p:sp>
        <p:nvSpPr>
          <p:cNvPr id="9" name="cuerpo">
            <a:extLst>
              <a:ext uri="{FF2B5EF4-FFF2-40B4-BE49-F238E27FC236}">
                <a16:creationId xmlns:a16="http://schemas.microsoft.com/office/drawing/2014/main" id="{B880EC0A-993F-D679-72E5-5908EDDBA8FA}"/>
              </a:ext>
            </a:extLst>
          </p:cNvPr>
          <p:cNvSpPr>
            <a:spLocks noGrp="1"/>
          </p:cNvSpPr>
          <p:nvPr>
            <p:ph idx="1"/>
          </p:nvPr>
        </p:nvSpPr>
        <p:spPr/>
        <p:txBody>
          <a:bodyPr/>
          <a:lstStyle/>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Ut </a:t>
            </a:r>
            <a:r>
              <a:rPr lang="en-GB" dirty="0" err="1"/>
              <a:t>efficitur</a:t>
            </a:r>
            <a:r>
              <a:rPr lang="en-GB" dirty="0"/>
              <a:t> </a:t>
            </a:r>
            <a:r>
              <a:rPr lang="en-GB" dirty="0" err="1"/>
              <a:t>ullamcorper</a:t>
            </a:r>
            <a:r>
              <a:rPr lang="en-GB" dirty="0"/>
              <a:t> </a:t>
            </a:r>
            <a:r>
              <a:rPr lang="en-GB" dirty="0" err="1"/>
              <a:t>felis</a:t>
            </a:r>
            <a:r>
              <a:rPr lang="en-GB" dirty="0"/>
              <a:t>.</a:t>
            </a:r>
          </a:p>
          <a:p>
            <a:pPr/>
            <a:r>
              <a:rPr lang="en-GB" dirty="0"/>
              <a:t>Bibendum </a:t>
            </a:r>
            <a:r>
              <a:rPr lang="en-GB" dirty="0" err="1"/>
              <a:t>lacus</a:t>
            </a:r>
            <a:r>
              <a:rPr lang="en-GB" dirty="0"/>
              <a:t> </a:t>
            </a:r>
            <a:r>
              <a:rPr lang="en-GB" dirty="0" err="1"/>
              <a:t>ornare</a:t>
            </a:r>
            <a:r>
              <a:rPr lang="en-GB" dirty="0"/>
              <a:t> et:</a:t>
            </a:r>
          </a:p>
          <a:p>
            <a:pPr marL="285750" indent="-285750">
              <a:buFont typeface="Arial" panose="020B0604020202020204" pitchFamily="34" charset="0"/>
              <a:buChar char="•"/>
            </a:pPr>
            <a:r>
              <a:rPr lang="en-GB" dirty="0"/>
              <a:t>Nunc ex libero </a:t>
            </a:r>
            <a:r>
              <a:rPr lang="en-GB" dirty="0" err="1"/>
              <a:t>finibus</a:t>
            </a:r>
            <a:r>
              <a:rPr lang="en-GB" dirty="0"/>
              <a:t> </a:t>
            </a:r>
            <a:r>
              <a:rPr lang="en-GB" dirty="0" err="1"/>
              <a:t>vel</a:t>
            </a:r>
            <a:r>
              <a:rPr lang="en-GB" dirty="0"/>
              <a:t> </a:t>
            </a:r>
          </a:p>
          <a:p>
            <a:pPr marL="463550" lvl="1" indent="-285750"/>
            <a:r>
              <a:rPr lang="en-GB" dirty="0" err="1"/>
              <a:t>Tristique</a:t>
            </a:r>
            <a:r>
              <a:rPr lang="en-GB" dirty="0"/>
              <a:t> </a:t>
            </a:r>
            <a:r>
              <a:rPr lang="en-GB" dirty="0" err="1"/>
              <a:t>eget</a:t>
            </a:r>
            <a:r>
              <a:rPr lang="en-GB" dirty="0"/>
              <a:t> ipsum dui</a:t>
            </a:r>
          </a:p>
          <a:p>
            <a:pPr marL="641350" lvl="2" indent="-285750"/>
            <a:r>
              <a:rPr lang="en-GB" sz="1500" dirty="0" err="1"/>
              <a:t>Phasellus</a:t>
            </a:r>
            <a:r>
              <a:rPr lang="en-GB" sz="1500" dirty="0"/>
              <a:t> vitae </a:t>
            </a:r>
            <a:r>
              <a:rPr lang="en-GB" sz="1500" dirty="0" err="1"/>
              <a:t>tincidun</a:t>
            </a:r>
            <a:endParaRPr lang="en-GB" sz="1500" dirty="0"/>
          </a:p>
        </p:txBody>
      </p:sp>
      <p:sp>
        <p:nvSpPr>
          <p:cNvPr id="13" name="Footer Placeholder 12">
            <a:extLst>
              <a:ext uri="{FF2B5EF4-FFF2-40B4-BE49-F238E27FC236}">
                <a16:creationId xmlns:a16="http://schemas.microsoft.com/office/drawing/2014/main" id="{4DD88D60-78F8-ECF2-18B6-F5BA7F7B1CB6}"/>
              </a:ext>
            </a:extLst>
          </p:cNvPr>
          <p:cNvSpPr>
            <a:spLocks noGrp="1"/>
          </p:cNvSpPr>
          <p:nvPr>
            <p:ph type="ftr" sz="quarter" idx="11"/>
          </p:nvPr>
        </p:nvSpPr>
        <p:spPr/>
        <p:txBody>
          <a:bodyPr/>
          <a:lstStyle/>
          <a:p>
            <a:pPr/>
          </a:p>
        </p:txBody>
      </p:sp>
      <p:sp>
        <p:nvSpPr>
          <p:cNvPr id="14" name="Slide Number Placeholder 13">
            <a:extLst>
              <a:ext uri="{FF2B5EF4-FFF2-40B4-BE49-F238E27FC236}">
                <a16:creationId xmlns:a16="http://schemas.microsoft.com/office/drawing/2014/main" id="{E482810F-ED0E-6FA1-3470-6F0D9711D518}"/>
              </a:ext>
            </a:extLst>
          </p:cNvPr>
          <p:cNvSpPr>
            <a:spLocks noGrp="1"/>
          </p:cNvSpPr>
          <p:nvPr>
            <p:ph type="sldNum" sz="quarter" idx="12"/>
          </p:nvPr>
        </p:nvSpPr>
        <p:spPr/>
        <p:txBody>
          <a:bodyPr/>
          <a:lstStyle/>
          <a:p>
            <a:pPr/>
            <a:fld id="{5F7B1633-95EA-F847-945E-534A0819728C}" type="slidenum">
              <a:rPr lang="en-GB" smtClean="0"/>
              <a:pPr/>
              <a:t>5</a:t>
            </a:fld>
            <a:endParaRPr lang="en-GB"/>
          </a:p>
        </p:txBody>
      </p:sp>
      <p:sp>
        <p:nvSpPr>
          <p:cNvPr id="10" name="antetitulo">
            <a:extLst>
              <a:ext uri="{FF2B5EF4-FFF2-40B4-BE49-F238E27FC236}">
                <a16:creationId xmlns:a16="http://schemas.microsoft.com/office/drawing/2014/main" id="{599CAE51-7E14-8E68-821F-341D73FFA770}"/>
              </a:ext>
            </a:extLst>
          </p:cNvPr>
          <p:cNvSpPr>
            <a:spLocks noGrp="1"/>
          </p:cNvSpPr>
          <p:nvPr>
            <p:ph type="body" sz="quarter" idx="1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pic>
        <p:nvPicPr>
          <p:cNvPr id="3" name="Graphic 7">
            <a:extLst>
              <a:ext uri="{FF2B5EF4-FFF2-40B4-BE49-F238E27FC236}">
                <a16:creationId xmlns:a16="http://schemas.microsoft.com/office/drawing/2014/main" id="{5F04A188-BBBD-F751-7B65-799C3129FD1B}"/>
              </a:ext>
            </a:extLst>
          </p:cNvPr>
          <p:cNvPicPr/>
          <p:nvPr/>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65267128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A6FA3-5648-F062-D847-AE1171E18FFB}"/>
            </a:ext>
          </a:extLst>
        </p:cNvPr>
        <p:cNvGrpSpPr/>
        <p:nvPr/>
      </p:nvGrpSpPr>
      <p:grpSpPr>
        <a:xfrm>
          <a:off x="0" y="0"/>
          <a:ext cx="0" cy="0"/>
          <a:chOff x="0" y="0"/>
          <a:chExt cx="0" cy="0"/>
        </a:xfrm>
      </p:grpSpPr>
      <p:sp>
        <p:nvSpPr>
          <p:cNvPr id="2" name="Rectángulo 6">
            <a:extLst>
              <a:ext uri="{FF2B5EF4-FFF2-40B4-BE49-F238E27FC236}">
                <a16:creationId xmlns:a16="http://schemas.microsoft.com/office/drawing/2014/main" id="{A1363554-13E1-854A-D6A8-0054DD08FE9C}"/>
              </a:ext>
            </a:extLst>
          </p:cNvPr>
          <p:cNvSpPr/>
          <p:nvPr/>
        </p:nvSpPr>
        <p:spPr>
          <a:xfrm>
            <a:off x="0" y="6437376"/>
            <a:ext cx="12192000" cy="420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sp>
        <p:nvSpPr>
          <p:cNvPr id="4" name="titulo">
            <a:extLst>
              <a:ext uri="{FF2B5EF4-FFF2-40B4-BE49-F238E27FC236}">
                <a16:creationId xmlns:a16="http://schemas.microsoft.com/office/drawing/2014/main" id="{01158CDC-9C9C-14CF-3248-A91D292444C6}"/>
              </a:ext>
            </a:extLst>
          </p:cNvPr>
          <p:cNvSpPr>
            <a:spLocks noGrp="1"/>
          </p:cNvSpPr>
          <p:nvPr>
            <p:ph type="title"/>
          </p:nvPr>
        </p:nvSpPr>
        <p:spPr/>
        <p:txBody>
          <a:bodyPr/>
          <a:lstStyle/>
          <a:p>
            <a:pPr/>
            <a:r>
              <a:rPr lang="en-GB" dirty="0" err="1"/>
              <a:t>Título</a:t>
            </a:r>
            <a:r>
              <a:rPr lang="en-GB" dirty="0"/>
              <a:t> de </a:t>
            </a:r>
            <a:r>
              <a:rPr lang="en-GB" dirty="0" err="1"/>
              <a:t>sección</a:t>
            </a:r>
            <a:r>
              <a:rPr lang="en-GB" dirty="0"/>
              <a:t> </a:t>
            </a:r>
            <a:r>
              <a:rPr lang="en-GB" dirty="0" err="1"/>
              <a:t>compuesto</a:t>
            </a:r>
            <a:r>
              <a:rPr lang="en-GB" dirty="0"/>
              <a:t> </a:t>
            </a:r>
            <a:r>
              <a:rPr lang="en-GB" dirty="0" err="1"/>
              <a:t>en</a:t>
            </a:r>
            <a:r>
              <a:rPr lang="en-GB" dirty="0"/>
              <a:t> 2 </a:t>
            </a:r>
            <a:r>
              <a:rPr lang="en-GB" dirty="0" err="1"/>
              <a:t>líneas</a:t>
            </a:r>
            <a:endParaRPr lang="en-GB" dirty="0"/>
          </a:p>
        </p:txBody>
      </p:sp>
      <p:sp>
        <p:nvSpPr>
          <p:cNvPr id="9" name="cuerpo_2">
            <a:extLst>
              <a:ext uri="{FF2B5EF4-FFF2-40B4-BE49-F238E27FC236}">
                <a16:creationId xmlns:a16="http://schemas.microsoft.com/office/drawing/2014/main" id="{D8836F76-97DA-0E36-FD31-F1A72516C06A}"/>
              </a:ext>
            </a:extLst>
          </p:cNvPr>
          <p:cNvSpPr>
            <a:spLocks noGrp="1"/>
          </p:cNvSpPr>
          <p:nvPr>
            <p:ph idx="1"/>
          </p:nvPr>
        </p:nvSpPr>
        <p:spPr/>
        <p:txBody>
          <a:bodyPr/>
          <a:lstStyle/>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Ut </a:t>
            </a:r>
            <a:r>
              <a:rPr lang="en-GB" dirty="0" err="1"/>
              <a:t>efficitur</a:t>
            </a:r>
            <a:r>
              <a:rPr lang="en-GB" dirty="0"/>
              <a:t> </a:t>
            </a:r>
            <a:r>
              <a:rPr lang="en-GB" dirty="0" err="1"/>
              <a:t>ullamcorper</a:t>
            </a:r>
            <a:r>
              <a:rPr lang="en-GB" dirty="0"/>
              <a:t> </a:t>
            </a:r>
            <a:r>
              <a:rPr lang="en-GB" dirty="0" err="1"/>
              <a:t>felis</a:t>
            </a:r>
            <a:r>
              <a:rPr lang="en-GB" dirty="0"/>
              <a:t>.</a:t>
            </a:r>
          </a:p>
          <a:p>
            <a:pPr/>
            <a:r>
              <a:rPr lang="en-GB" dirty="0"/>
              <a:t>Bibendum </a:t>
            </a:r>
            <a:r>
              <a:rPr lang="en-GB" dirty="0" err="1"/>
              <a:t>lacus</a:t>
            </a:r>
            <a:r>
              <a:rPr lang="en-GB" dirty="0"/>
              <a:t> </a:t>
            </a:r>
            <a:r>
              <a:rPr lang="en-GB" dirty="0" err="1"/>
              <a:t>ornare</a:t>
            </a:r>
            <a:r>
              <a:rPr lang="en-GB" dirty="0"/>
              <a:t> et:</a:t>
            </a:r>
          </a:p>
          <a:p>
            <a:pPr marL="285750" indent="-285750">
              <a:buFont typeface="Arial" panose="020B0604020202020204" pitchFamily="34" charset="0"/>
              <a:buChar char="•"/>
            </a:pPr>
            <a:r>
              <a:rPr lang="en-GB" dirty="0"/>
              <a:t>Nunc ex libero </a:t>
            </a:r>
            <a:r>
              <a:rPr lang="en-GB" dirty="0" err="1"/>
              <a:t>finibus</a:t>
            </a:r>
            <a:r>
              <a:rPr lang="en-GB" dirty="0"/>
              <a:t> </a:t>
            </a:r>
            <a:r>
              <a:rPr lang="en-GB" dirty="0" err="1"/>
              <a:t>vel</a:t>
            </a:r>
            <a:r>
              <a:rPr lang="en-GB" dirty="0"/>
              <a:t> </a:t>
            </a:r>
          </a:p>
          <a:p>
            <a:pPr marL="463550" lvl="1" indent="-285750"/>
            <a:r>
              <a:rPr lang="en-GB" dirty="0" err="1"/>
              <a:t>Tristique</a:t>
            </a:r>
            <a:r>
              <a:rPr lang="en-GB" dirty="0"/>
              <a:t> </a:t>
            </a:r>
            <a:r>
              <a:rPr lang="en-GB" dirty="0" err="1"/>
              <a:t>eget</a:t>
            </a:r>
            <a:r>
              <a:rPr lang="en-GB" dirty="0"/>
              <a:t> ipsum dui</a:t>
            </a:r>
          </a:p>
          <a:p>
            <a:pPr marL="641350" lvl="2" indent="-285750"/>
            <a:r>
              <a:rPr lang="en-GB" sz="1500" dirty="0" err="1"/>
              <a:t>Phasellus</a:t>
            </a:r>
            <a:r>
              <a:rPr lang="en-GB" sz="1500" dirty="0"/>
              <a:t> vitae </a:t>
            </a:r>
            <a:r>
              <a:rPr lang="en-GB" sz="1500" dirty="0" err="1"/>
              <a:t>tincidun</a:t>
            </a:r>
            <a:endParaRPr lang="en-GB" sz="1500" dirty="0"/>
          </a:p>
        </p:txBody>
      </p:sp>
      <p:sp>
        <p:nvSpPr>
          <p:cNvPr id="13" name="Footer Placeholder 12">
            <a:extLst>
              <a:ext uri="{FF2B5EF4-FFF2-40B4-BE49-F238E27FC236}">
                <a16:creationId xmlns:a16="http://schemas.microsoft.com/office/drawing/2014/main" id="{712A46D7-2BB5-8110-34A9-D803A288FFC8}"/>
              </a:ext>
            </a:extLst>
          </p:cNvPr>
          <p:cNvSpPr>
            <a:spLocks noGrp="1"/>
          </p:cNvSpPr>
          <p:nvPr>
            <p:ph type="ftr" sz="quarter" idx="11"/>
          </p:nvPr>
        </p:nvSpPr>
        <p:spPr/>
        <p:txBody>
          <a:bodyPr/>
          <a:lstStyle/>
          <a:p>
            <a:pPr/>
          </a:p>
        </p:txBody>
      </p:sp>
      <p:sp>
        <p:nvSpPr>
          <p:cNvPr id="14" name="Slide Number Placeholder 13">
            <a:extLst>
              <a:ext uri="{FF2B5EF4-FFF2-40B4-BE49-F238E27FC236}">
                <a16:creationId xmlns:a16="http://schemas.microsoft.com/office/drawing/2014/main" id="{5A6CB9F9-8278-78E4-8DB9-53D486D1BB23}"/>
              </a:ext>
            </a:extLst>
          </p:cNvPr>
          <p:cNvSpPr>
            <a:spLocks noGrp="1"/>
          </p:cNvSpPr>
          <p:nvPr>
            <p:ph type="sldNum" sz="quarter" idx="12"/>
          </p:nvPr>
        </p:nvSpPr>
        <p:spPr/>
        <p:txBody>
          <a:bodyPr/>
          <a:lstStyle/>
          <a:p>
            <a:pPr/>
            <a:fld id="{5F7B1633-95EA-F847-945E-534A0819728C}" type="slidenum">
              <a:rPr lang="en-GB" smtClean="0"/>
              <a:pPr/>
              <a:t>6</a:t>
            </a:fld>
            <a:endParaRPr lang="en-GB"/>
          </a:p>
        </p:txBody>
      </p:sp>
      <p:sp>
        <p:nvSpPr>
          <p:cNvPr id="10" name="antetitulo">
            <a:extLst>
              <a:ext uri="{FF2B5EF4-FFF2-40B4-BE49-F238E27FC236}">
                <a16:creationId xmlns:a16="http://schemas.microsoft.com/office/drawing/2014/main" id="{46EC2B01-A9B2-5B29-12CF-C9F45E250722}"/>
              </a:ext>
            </a:extLst>
          </p:cNvPr>
          <p:cNvSpPr>
            <a:spLocks noGrp="1"/>
          </p:cNvSpPr>
          <p:nvPr>
            <p:ph type="body" sz="quarter" idx="13"/>
          </p:nvPr>
        </p:nvSpPr>
        <p:spPr/>
        <p:txBody>
          <a:bodyPr/>
          <a:lstStyle/>
          <a:p>
            <a:pPr/>
            <a:r>
              <a:rPr lang="es-ES_tradnl" noProof="1"/>
              <a:t>Título de capítulo / Subtítulo</a:t>
            </a:r>
          </a:p>
        </p:txBody>
      </p:sp>
      <p:sp>
        <p:nvSpPr>
          <p:cNvPr id="3" name="cuerpo_1">
            <a:extLst>
              <a:ext uri="{FF2B5EF4-FFF2-40B4-BE49-F238E27FC236}">
                <a16:creationId xmlns:a16="http://schemas.microsoft.com/office/drawing/2014/main" id="{D1A5A261-D4B6-2178-C511-0B4C94B00618}"/>
              </a:ext>
            </a:extLst>
          </p:cNvPr>
          <p:cNvSpPr>
            <a:spLocks noGrp="1"/>
          </p:cNvSpPr>
          <p:nvPr>
            <p:ph type="body" sz="quarter" idx="14"/>
          </p:nvPr>
        </p:nvSpPr>
        <p:spPr/>
        <p:txBody>
          <a:bodyPr/>
          <a:lstStyle/>
          <a:p>
            <a:pPr/>
            <a:r>
              <a:rPr lang="en-GB" dirty="0" err="1"/>
              <a:t>Texto</a:t>
            </a:r>
            <a:r>
              <a:rPr lang="en-GB" dirty="0"/>
              <a:t> </a:t>
            </a:r>
            <a:r>
              <a:rPr lang="en-GB" dirty="0" err="1"/>
              <a:t>destacado</a:t>
            </a:r>
            <a:r>
              <a:rPr lang="en-GB" dirty="0"/>
              <a:t> </a:t>
            </a:r>
            <a:r>
              <a:rPr lang="en-GB" dirty="0" err="1"/>
              <a:t>en</a:t>
            </a:r>
            <a:r>
              <a:rPr lang="en-GB" dirty="0"/>
              <a:t> </a:t>
            </a:r>
            <a:r>
              <a:rPr lang="en-GB" dirty="0" err="1"/>
              <a:t>cuerpo</a:t>
            </a:r>
            <a:r>
              <a:rPr lang="en-GB" dirty="0"/>
              <a:t> de </a:t>
            </a:r>
            <a:r>
              <a:rPr lang="en-GB" dirty="0" err="1"/>
              <a:t>párrafo</a:t>
            </a:r>
            <a:r>
              <a:rPr lang="en-GB" dirty="0"/>
              <a:t>.</a:t>
            </a:r>
          </a:p>
        </p:txBody>
      </p:sp>
      <p:pic>
        <p:nvPicPr>
          <p:cNvPr id="6" name="Graphic 7">
            <a:extLst>
              <a:ext uri="{FF2B5EF4-FFF2-40B4-BE49-F238E27FC236}">
                <a16:creationId xmlns:a16="http://schemas.microsoft.com/office/drawing/2014/main" id="{B2C08A84-6D97-7BA0-ABDE-A5C2AAAE2B54}"/>
              </a:ext>
            </a:extLst>
          </p:cNvPr>
          <p:cNvPicPr/>
          <p:nvPr/>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21586072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19ED1-C899-6DF7-D8ED-DEFCBDE59019}"/>
            </a:ext>
          </a:extLst>
        </p:cNvPr>
        <p:cNvGrpSpPr/>
        <p:nvPr/>
      </p:nvGrpSpPr>
      <p:grpSpPr>
        <a:xfrm>
          <a:off x="0" y="0"/>
          <a:ext cx="0" cy="0"/>
          <a:chOff x="0" y="0"/>
          <a:chExt cx="0" cy="0"/>
        </a:xfrm>
      </p:grpSpPr>
      <p:sp>
        <p:nvSpPr>
          <p:cNvPr id="2" name="Rectángulo 6">
            <a:extLst>
              <a:ext uri="{FF2B5EF4-FFF2-40B4-BE49-F238E27FC236}">
                <a16:creationId xmlns:a16="http://schemas.microsoft.com/office/drawing/2014/main" id="{5987D65D-482C-C056-A8B3-6111CD2D2ADC}"/>
              </a:ext>
            </a:extLst>
          </p:cNvPr>
          <p:cNvSpPr/>
          <p:nvPr/>
        </p:nvSpPr>
        <p:spPr>
          <a:xfrm>
            <a:off x="0" y="6437376"/>
            <a:ext cx="12192000" cy="420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sp>
        <p:nvSpPr>
          <p:cNvPr id="4" name="titulo">
            <a:extLst>
              <a:ext uri="{FF2B5EF4-FFF2-40B4-BE49-F238E27FC236}">
                <a16:creationId xmlns:a16="http://schemas.microsoft.com/office/drawing/2014/main" id="{2F3CC358-68F0-F4E5-2D4A-F33A45EE9B25}"/>
              </a:ext>
            </a:extLst>
          </p:cNvPr>
          <p:cNvSpPr>
            <a:spLocks noGrp="1"/>
          </p:cNvSpPr>
          <p:nvPr>
            <p:ph type="title"/>
          </p:nvPr>
        </p:nvSpPr>
        <p:spPr/>
        <p:txBody>
          <a:bodyPr/>
          <a:lstStyle/>
          <a:p>
            <a:pPr/>
            <a:r>
              <a:rPr lang="en-GB" dirty="0" err="1"/>
              <a:t>Título</a:t>
            </a:r>
            <a:r>
              <a:rPr lang="en-GB" dirty="0"/>
              <a:t> de </a:t>
            </a:r>
            <a:r>
              <a:rPr lang="en-GB" dirty="0" err="1"/>
              <a:t>sección</a:t>
            </a:r>
            <a:r>
              <a:rPr lang="en-GB" dirty="0"/>
              <a:t> </a:t>
            </a:r>
            <a:r>
              <a:rPr lang="en-GB" dirty="0" err="1"/>
              <a:t>compuesto</a:t>
            </a:r>
            <a:r>
              <a:rPr lang="en-GB" dirty="0"/>
              <a:t> </a:t>
            </a:r>
            <a:r>
              <a:rPr lang="en-GB" dirty="0" err="1"/>
              <a:t>en</a:t>
            </a:r>
            <a:r>
              <a:rPr lang="en-GB" dirty="0"/>
              <a:t> 2 </a:t>
            </a:r>
            <a:r>
              <a:rPr lang="en-GB" dirty="0" err="1"/>
              <a:t>líneas</a:t>
            </a:r>
            <a:endParaRPr lang="en-GB" dirty="0"/>
          </a:p>
        </p:txBody>
      </p:sp>
      <p:sp>
        <p:nvSpPr>
          <p:cNvPr id="9" name="cuerpo_2">
            <a:extLst>
              <a:ext uri="{FF2B5EF4-FFF2-40B4-BE49-F238E27FC236}">
                <a16:creationId xmlns:a16="http://schemas.microsoft.com/office/drawing/2014/main" id="{C33EBFE8-43E6-2893-DD5C-79C30E498FBF}"/>
              </a:ext>
            </a:extLst>
          </p:cNvPr>
          <p:cNvSpPr>
            <a:spLocks noGrp="1"/>
          </p:cNvSpPr>
          <p:nvPr>
            <p:ph idx="1"/>
          </p:nvPr>
        </p:nvSpPr>
        <p:spPr/>
        <p:txBody>
          <a:bodyPr/>
          <a:lstStyle/>
          <a:p>
            <a:pPr/>
            <a:r>
              <a:rPr lang="en-GB" sz="2000" b="1" dirty="0"/>
              <a:t>Titular</a:t>
            </a:r>
          </a:p>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a:r>
              <a:rPr lang="en-GB" dirty="0"/>
              <a:t>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a:t>
            </a:r>
          </a:p>
          <a:p>
            <a:pPr marL="171450" indent="-171450">
              <a:buFont typeface="Arial" panose="020B0604020202020204" pitchFamily="34" charset="0"/>
              <a:buChar char="•"/>
            </a:pPr>
            <a:r>
              <a:rPr lang="en-GB" dirty="0"/>
              <a:t>Ut </a:t>
            </a:r>
            <a:r>
              <a:rPr lang="en-GB" dirty="0" err="1"/>
              <a:t>efficitur</a:t>
            </a:r>
            <a:r>
              <a:rPr lang="en-GB" dirty="0"/>
              <a:t> </a:t>
            </a:r>
            <a:r>
              <a:rPr lang="en-GB" dirty="0" err="1"/>
              <a:t>ullamcorper</a:t>
            </a:r>
            <a:r>
              <a:rPr lang="en-GB" dirty="0"/>
              <a:t> </a:t>
            </a:r>
            <a:r>
              <a:rPr lang="en-GB" dirty="0" err="1"/>
              <a:t>felis</a:t>
            </a:r>
            <a:r>
              <a:rPr lang="en-GB" dirty="0"/>
              <a:t>.</a:t>
            </a:r>
          </a:p>
          <a:p>
            <a:pPr marL="171450" indent="-171450">
              <a:buFont typeface="Arial" panose="020B0604020202020204" pitchFamily="34" charset="0"/>
              <a:buChar char="•"/>
            </a:pPr>
            <a:r>
              <a:rPr lang="en-GB" dirty="0" err="1"/>
              <a:t>Phasellus</a:t>
            </a:r>
            <a:r>
              <a:rPr lang="en-GB" dirty="0"/>
              <a:t> vitae </a:t>
            </a:r>
            <a:r>
              <a:rPr lang="en-GB" dirty="0" err="1"/>
              <a:t>tincidun</a:t>
            </a:r>
            <a:endParaRPr lang="en-GB" dirty="0"/>
          </a:p>
        </p:txBody>
      </p:sp>
      <p:sp>
        <p:nvSpPr>
          <p:cNvPr id="13" name="Footer Placeholder 12">
            <a:extLst>
              <a:ext uri="{FF2B5EF4-FFF2-40B4-BE49-F238E27FC236}">
                <a16:creationId xmlns:a16="http://schemas.microsoft.com/office/drawing/2014/main" id="{74588696-331A-CCEC-7596-0534EA7CBEB5}"/>
              </a:ext>
            </a:extLst>
          </p:cNvPr>
          <p:cNvSpPr>
            <a:spLocks noGrp="1"/>
          </p:cNvSpPr>
          <p:nvPr>
            <p:ph type="ftr" sz="quarter" idx="11"/>
          </p:nvPr>
        </p:nvSpPr>
        <p:spPr/>
        <p:txBody>
          <a:bodyPr/>
          <a:lstStyle/>
          <a:p>
            <a:pPr/>
          </a:p>
        </p:txBody>
      </p:sp>
      <p:sp>
        <p:nvSpPr>
          <p:cNvPr id="14" name="Slide Number Placeholder 13">
            <a:extLst>
              <a:ext uri="{FF2B5EF4-FFF2-40B4-BE49-F238E27FC236}">
                <a16:creationId xmlns:a16="http://schemas.microsoft.com/office/drawing/2014/main" id="{29826E3B-CFA2-4C00-84DD-9BD6B8F42CA7}"/>
              </a:ext>
            </a:extLst>
          </p:cNvPr>
          <p:cNvSpPr>
            <a:spLocks noGrp="1"/>
          </p:cNvSpPr>
          <p:nvPr>
            <p:ph type="sldNum" sz="quarter" idx="12"/>
          </p:nvPr>
        </p:nvSpPr>
        <p:spPr/>
        <p:txBody>
          <a:bodyPr/>
          <a:lstStyle/>
          <a:p>
            <a:pPr/>
            <a:fld id="{5F7B1633-95EA-F847-945E-534A0819728C}" type="slidenum">
              <a:rPr lang="en-GB" smtClean="0"/>
              <a:pPr/>
              <a:t>7</a:t>
            </a:fld>
            <a:endParaRPr lang="en-GB"/>
          </a:p>
        </p:txBody>
      </p:sp>
      <p:sp>
        <p:nvSpPr>
          <p:cNvPr id="10" name="antetitulo">
            <a:extLst>
              <a:ext uri="{FF2B5EF4-FFF2-40B4-BE49-F238E27FC236}">
                <a16:creationId xmlns:a16="http://schemas.microsoft.com/office/drawing/2014/main" id="{59390D92-BE2C-705A-B005-85B14E6B9F90}"/>
              </a:ext>
            </a:extLst>
          </p:cNvPr>
          <p:cNvSpPr>
            <a:spLocks noGrp="1"/>
          </p:cNvSpPr>
          <p:nvPr>
            <p:ph type="body" sz="quarter" idx="13"/>
          </p:nvPr>
        </p:nvSpPr>
        <p:spPr/>
        <p:txBody>
          <a:bodyPr/>
          <a:lstStyle/>
          <a:p>
            <a:pPr/>
            <a:r>
              <a:rPr lang="es-ES_tradnl" noProof="1"/>
              <a:t>Título de capítulo / Subtítulo</a:t>
            </a:r>
          </a:p>
        </p:txBody>
      </p:sp>
      <p:sp>
        <p:nvSpPr>
          <p:cNvPr id="6" name="cuerpo_3">
            <a:extLst>
              <a:ext uri="{FF2B5EF4-FFF2-40B4-BE49-F238E27FC236}">
                <a16:creationId xmlns:a16="http://schemas.microsoft.com/office/drawing/2014/main" id="{2934E52E-8244-390D-3B52-1553A03CB0FD}"/>
              </a:ext>
            </a:extLst>
          </p:cNvPr>
          <p:cNvSpPr>
            <a:spLocks noGrp="1"/>
          </p:cNvSpPr>
          <p:nvPr>
            <p:ph idx="15"/>
          </p:nvPr>
        </p:nvSpPr>
        <p:spPr/>
        <p:txBody>
          <a:bodyPr/>
          <a:lstStyle/>
          <a:p>
            <a:pPr/>
            <a:r>
              <a:rPr lang="en-GB" sz="2000" b="1" dirty="0"/>
              <a:t>Titular</a:t>
            </a:r>
          </a:p>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a:r>
              <a:rPr lang="en-GB" dirty="0"/>
              <a:t>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a:t>
            </a:r>
          </a:p>
          <a:p>
            <a:pPr marL="171450" indent="-171450">
              <a:buFont typeface="Arial" panose="020B0604020202020204" pitchFamily="34" charset="0"/>
              <a:buChar char="•"/>
            </a:pPr>
            <a:r>
              <a:rPr lang="en-GB" dirty="0"/>
              <a:t>Ut </a:t>
            </a:r>
            <a:r>
              <a:rPr lang="en-GB" dirty="0" err="1"/>
              <a:t>efficitur</a:t>
            </a:r>
            <a:r>
              <a:rPr lang="en-GB" dirty="0"/>
              <a:t> </a:t>
            </a:r>
            <a:r>
              <a:rPr lang="en-GB" dirty="0" err="1"/>
              <a:t>ullamcorper</a:t>
            </a:r>
            <a:r>
              <a:rPr lang="en-GB" dirty="0"/>
              <a:t> </a:t>
            </a:r>
            <a:r>
              <a:rPr lang="en-GB" dirty="0" err="1"/>
              <a:t>felis</a:t>
            </a:r>
            <a:r>
              <a:rPr lang="en-GB" dirty="0"/>
              <a:t>.</a:t>
            </a:r>
          </a:p>
          <a:p>
            <a:pPr marL="171450" indent="-171450">
              <a:buFont typeface="Arial" panose="020B0604020202020204" pitchFamily="34" charset="0"/>
              <a:buChar char="•"/>
            </a:pPr>
            <a:r>
              <a:rPr lang="en-GB" dirty="0" err="1"/>
              <a:t>Phasellus</a:t>
            </a:r>
            <a:r>
              <a:rPr lang="en-GB" dirty="0"/>
              <a:t> vitae </a:t>
            </a:r>
            <a:r>
              <a:rPr lang="en-GB" dirty="0" err="1"/>
              <a:t>tincidun</a:t>
            </a:r>
            <a:endParaRPr lang="en-GB" dirty="0"/>
          </a:p>
          <a:p>
            <a:pPr/>
            <a:endParaRPr lang="en-GB" dirty="0" err="1"/>
          </a:p>
        </p:txBody>
      </p:sp>
      <p:sp>
        <p:nvSpPr>
          <p:cNvPr id="7" name="cuerpo_4">
            <a:extLst>
              <a:ext uri="{FF2B5EF4-FFF2-40B4-BE49-F238E27FC236}">
                <a16:creationId xmlns:a16="http://schemas.microsoft.com/office/drawing/2014/main" id="{F7A42C7D-8F93-94C6-B75C-3636AC6B2F09}"/>
              </a:ext>
            </a:extLst>
          </p:cNvPr>
          <p:cNvSpPr>
            <a:spLocks noGrp="1"/>
          </p:cNvSpPr>
          <p:nvPr>
            <p:ph idx="16"/>
          </p:nvPr>
        </p:nvSpPr>
        <p:spPr/>
        <p:txBody>
          <a:bodyPr/>
          <a:lstStyle/>
          <a:p>
            <a:pPr/>
            <a:r>
              <a:rPr lang="en-GB" sz="2000" b="1" dirty="0"/>
              <a:t>Titular</a:t>
            </a:r>
          </a:p>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a:r>
              <a:rPr lang="en-GB" dirty="0"/>
              <a:t>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a:t>
            </a:r>
          </a:p>
          <a:p>
            <a:pPr marL="171450" indent="-171450">
              <a:buFont typeface="Arial" panose="020B0604020202020204" pitchFamily="34" charset="0"/>
              <a:buChar char="•"/>
            </a:pPr>
            <a:r>
              <a:rPr lang="en-GB" dirty="0"/>
              <a:t>Ut </a:t>
            </a:r>
            <a:r>
              <a:rPr lang="en-GB" dirty="0" err="1"/>
              <a:t>efficitur</a:t>
            </a:r>
            <a:r>
              <a:rPr lang="en-GB" dirty="0"/>
              <a:t> </a:t>
            </a:r>
            <a:r>
              <a:rPr lang="en-GB" dirty="0" err="1"/>
              <a:t>ullamcorper</a:t>
            </a:r>
            <a:r>
              <a:rPr lang="en-GB" dirty="0"/>
              <a:t> </a:t>
            </a:r>
            <a:r>
              <a:rPr lang="en-GB" dirty="0" err="1"/>
              <a:t>felis</a:t>
            </a:r>
            <a:r>
              <a:rPr lang="en-GB" dirty="0"/>
              <a:t>.</a:t>
            </a:r>
          </a:p>
          <a:p>
            <a:pPr marL="171450" indent="-171450">
              <a:buFont typeface="Arial" panose="020B0604020202020204" pitchFamily="34" charset="0"/>
              <a:buChar char="•"/>
            </a:pPr>
            <a:r>
              <a:rPr lang="en-GB" dirty="0" err="1"/>
              <a:t>Phasellus</a:t>
            </a:r>
            <a:r>
              <a:rPr lang="en-GB" dirty="0"/>
              <a:t> vitae </a:t>
            </a:r>
            <a:r>
              <a:rPr lang="en-GB" dirty="0" err="1"/>
              <a:t>tincidun</a:t>
            </a:r>
            <a:endParaRPr lang="en-GB" dirty="0"/>
          </a:p>
          <a:p>
            <a:pPr/>
            <a:endParaRPr lang="en-GB" dirty="0" err="1"/>
          </a:p>
        </p:txBody>
      </p:sp>
      <p:sp>
        <p:nvSpPr>
          <p:cNvPr id="3" name="cuerpo_1">
            <a:extLst>
              <a:ext uri="{FF2B5EF4-FFF2-40B4-BE49-F238E27FC236}">
                <a16:creationId xmlns:a16="http://schemas.microsoft.com/office/drawing/2014/main" id="{3BD7551A-5AA9-1079-DA58-510170F531F6}"/>
              </a:ext>
            </a:extLst>
          </p:cNvPr>
          <p:cNvSpPr>
            <a:spLocks noGrp="1"/>
          </p:cNvSpPr>
          <p:nvPr>
            <p:ph idx="17"/>
          </p:nvPr>
        </p:nvSpPr>
        <p:spPr>
          <a:xfrm>
            <a:off x="425450" y="2108201"/>
            <a:ext cx="3033367" cy="3996000"/>
          </a:xfrm>
        </p:spPr>
        <p:txBody>
          <a:bodyPr/>
          <a:lstStyle/>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Ut </a:t>
            </a:r>
            <a:r>
              <a:rPr lang="en-GB" dirty="0" err="1"/>
              <a:t>efficitur</a:t>
            </a:r>
            <a:r>
              <a:rPr lang="en-GB" dirty="0"/>
              <a:t> </a:t>
            </a:r>
            <a:r>
              <a:rPr lang="en-GB" dirty="0" err="1"/>
              <a:t>ullamcorper</a:t>
            </a:r>
            <a:r>
              <a:rPr lang="en-GB" dirty="0"/>
              <a:t> </a:t>
            </a:r>
            <a:r>
              <a:rPr lang="en-GB" dirty="0" err="1"/>
              <a:t>felis</a:t>
            </a:r>
            <a:r>
              <a:rPr lang="en-GB" dirty="0"/>
              <a:t>.</a:t>
            </a:r>
          </a:p>
          <a:p>
            <a:pPr/>
            <a:r>
              <a:rPr lang="en-GB" dirty="0"/>
              <a:t>Bibendum </a:t>
            </a:r>
            <a:r>
              <a:rPr lang="en-GB" dirty="0" err="1"/>
              <a:t>lacus</a:t>
            </a:r>
            <a:r>
              <a:rPr lang="en-GB" dirty="0"/>
              <a:t> </a:t>
            </a:r>
            <a:r>
              <a:rPr lang="en-GB" dirty="0" err="1"/>
              <a:t>ornare</a:t>
            </a:r>
            <a:r>
              <a:rPr lang="en-GB" dirty="0"/>
              <a:t> et:</a:t>
            </a:r>
          </a:p>
          <a:p>
            <a:pPr marL="285750" indent="-285750">
              <a:buFont typeface="Arial" panose="020B0604020202020204" pitchFamily="34" charset="0"/>
              <a:buChar char="•"/>
            </a:pPr>
            <a:r>
              <a:rPr lang="en-GB" dirty="0"/>
              <a:t>Nunc ex libero </a:t>
            </a:r>
            <a:r>
              <a:rPr lang="en-GB" dirty="0" err="1"/>
              <a:t>finibus</a:t>
            </a:r>
            <a:r>
              <a:rPr lang="en-GB" dirty="0"/>
              <a:t> </a:t>
            </a:r>
            <a:r>
              <a:rPr lang="en-GB" dirty="0" err="1"/>
              <a:t>vel</a:t>
            </a:r>
            <a:r>
              <a:rPr lang="en-GB" dirty="0"/>
              <a:t> </a:t>
            </a:r>
          </a:p>
          <a:p>
            <a:pPr marL="463550" lvl="1" indent="-285750"/>
            <a:r>
              <a:rPr lang="en-GB" dirty="0" err="1"/>
              <a:t>Tristique</a:t>
            </a:r>
            <a:r>
              <a:rPr lang="en-GB" dirty="0"/>
              <a:t> </a:t>
            </a:r>
            <a:r>
              <a:rPr lang="en-GB" dirty="0" err="1"/>
              <a:t>eget</a:t>
            </a:r>
            <a:r>
              <a:rPr lang="en-GB" dirty="0"/>
              <a:t> ipsum dui</a:t>
            </a:r>
          </a:p>
          <a:p>
            <a:pPr marL="641350" lvl="2" indent="-285750"/>
            <a:r>
              <a:rPr lang="en-GB" sz="1500" dirty="0" err="1"/>
              <a:t>Phasellus</a:t>
            </a:r>
            <a:r>
              <a:rPr lang="en-GB" sz="1500" dirty="0"/>
              <a:t> vitae </a:t>
            </a:r>
            <a:r>
              <a:rPr lang="en-GB" sz="1500" dirty="0" err="1"/>
              <a:t>tincidun</a:t>
            </a:r>
            <a:endParaRPr lang="en-GB" sz="1500" dirty="0"/>
          </a:p>
        </p:txBody>
      </p:sp>
      <p:pic>
        <p:nvPicPr>
          <p:cNvPr id="11" name="Graphic 7">
            <a:extLst>
              <a:ext uri="{FF2B5EF4-FFF2-40B4-BE49-F238E27FC236}">
                <a16:creationId xmlns:a16="http://schemas.microsoft.com/office/drawing/2014/main" id="{592E0B72-6A1B-7F4D-693E-36F72A62A175}"/>
              </a:ext>
            </a:extLst>
          </p:cNvPr>
          <p:cNvPicPr/>
          <p:nvPr/>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79143841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899AB-7D70-2713-2905-E6FD72884BCA}"/>
            </a:ext>
          </a:extLst>
        </p:cNvPr>
        <p:cNvGrpSpPr/>
        <p:nvPr/>
      </p:nvGrpSpPr>
      <p:grpSpPr>
        <a:xfrm>
          <a:off x="0" y="0"/>
          <a:ext cx="0" cy="0"/>
          <a:chOff x="0" y="0"/>
          <a:chExt cx="0" cy="0"/>
        </a:xfrm>
      </p:grpSpPr>
      <p:sp>
        <p:nvSpPr>
          <p:cNvPr id="2" name="Rectángulo 6">
            <a:extLst>
              <a:ext uri="{FF2B5EF4-FFF2-40B4-BE49-F238E27FC236}">
                <a16:creationId xmlns:a16="http://schemas.microsoft.com/office/drawing/2014/main" id="{CB18E84D-6B17-AABA-77E3-9D6B7C790FC7}"/>
              </a:ext>
            </a:extLst>
          </p:cNvPr>
          <p:cNvSpPr/>
          <p:nvPr/>
        </p:nvSpPr>
        <p:spPr>
          <a:xfrm>
            <a:off x="0" y="6437376"/>
            <a:ext cx="12192000" cy="420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sp>
        <p:nvSpPr>
          <p:cNvPr id="4" name="titulo">
            <a:extLst>
              <a:ext uri="{FF2B5EF4-FFF2-40B4-BE49-F238E27FC236}">
                <a16:creationId xmlns:a16="http://schemas.microsoft.com/office/drawing/2014/main" id="{4A108052-9F7D-DCD2-73FF-8BB5FD28EAB8}"/>
              </a:ext>
            </a:extLst>
          </p:cNvPr>
          <p:cNvSpPr>
            <a:spLocks noGrp="1"/>
          </p:cNvSpPr>
          <p:nvPr>
            <p:ph type="title"/>
          </p:nvPr>
        </p:nvSpPr>
        <p:spPr/>
        <p:txBody>
          <a:bodyPr/>
          <a:lstStyle/>
          <a:p>
            <a:pPr/>
            <a:r>
              <a:rPr lang="en-GB" dirty="0" err="1"/>
              <a:t>Título</a:t>
            </a:r>
            <a:r>
              <a:rPr lang="en-GB" dirty="0"/>
              <a:t> de </a:t>
            </a:r>
            <a:r>
              <a:rPr lang="en-GB" dirty="0" err="1"/>
              <a:t>sección</a:t>
            </a:r>
            <a:r>
              <a:rPr lang="en-GB" dirty="0"/>
              <a:t> </a:t>
            </a:r>
            <a:r>
              <a:rPr lang="en-GB" dirty="0" err="1"/>
              <a:t>compuesto</a:t>
            </a:r>
            <a:r>
              <a:rPr lang="en-GB" dirty="0"/>
              <a:t> </a:t>
            </a:r>
            <a:r>
              <a:rPr lang="en-GB" dirty="0" err="1"/>
              <a:t>en</a:t>
            </a:r>
            <a:r>
              <a:rPr lang="en-GB" dirty="0"/>
              <a:t> 2 </a:t>
            </a:r>
            <a:r>
              <a:rPr lang="en-GB" dirty="0" err="1"/>
              <a:t>líneas</a:t>
            </a:r>
            <a:endParaRPr lang="en-GB" dirty="0"/>
          </a:p>
        </p:txBody>
      </p:sp>
      <p:sp>
        <p:nvSpPr>
          <p:cNvPr id="9" name="cuerpo_2">
            <a:extLst>
              <a:ext uri="{FF2B5EF4-FFF2-40B4-BE49-F238E27FC236}">
                <a16:creationId xmlns:a16="http://schemas.microsoft.com/office/drawing/2014/main" id="{EC26FBB0-57CD-8909-7734-27599CBEC764}"/>
              </a:ext>
            </a:extLst>
          </p:cNvPr>
          <p:cNvSpPr>
            <a:spLocks noGrp="1"/>
          </p:cNvSpPr>
          <p:nvPr>
            <p:ph idx="1"/>
          </p:nvPr>
        </p:nvSpPr>
        <p:spPr/>
        <p:txBody>
          <a:bodyPr/>
          <a:lstStyle/>
          <a:p>
            <a:pPr/>
            <a:r>
              <a:rPr lang="en-GB" sz="2000" b="1" dirty="0"/>
              <a:t>Titular</a:t>
            </a:r>
          </a:p>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a:r>
              <a:rPr lang="en-GB" dirty="0"/>
              <a:t>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a:t>
            </a:r>
          </a:p>
          <a:p>
            <a:pPr marL="171450" indent="-171450">
              <a:buFont typeface="Arial" panose="020B0604020202020204" pitchFamily="34" charset="0"/>
              <a:buChar char="•"/>
            </a:pPr>
            <a:r>
              <a:rPr lang="en-GB" dirty="0"/>
              <a:t>Ut </a:t>
            </a:r>
            <a:r>
              <a:rPr lang="en-GB" dirty="0" err="1"/>
              <a:t>efficitur</a:t>
            </a:r>
            <a:r>
              <a:rPr lang="en-GB" dirty="0"/>
              <a:t> </a:t>
            </a:r>
            <a:r>
              <a:rPr lang="en-GB" dirty="0" err="1"/>
              <a:t>ullamcorper</a:t>
            </a:r>
            <a:r>
              <a:rPr lang="en-GB" dirty="0"/>
              <a:t> </a:t>
            </a:r>
            <a:r>
              <a:rPr lang="en-GB" dirty="0" err="1"/>
              <a:t>felis</a:t>
            </a:r>
            <a:r>
              <a:rPr lang="en-GB" dirty="0"/>
              <a:t>.</a:t>
            </a:r>
          </a:p>
          <a:p>
            <a:pPr marL="171450" indent="-171450">
              <a:buFont typeface="Arial" panose="020B0604020202020204" pitchFamily="34" charset="0"/>
              <a:buChar char="•"/>
            </a:pPr>
            <a:r>
              <a:rPr lang="en-GB" dirty="0" err="1"/>
              <a:t>Phasellus</a:t>
            </a:r>
            <a:r>
              <a:rPr lang="en-GB" dirty="0"/>
              <a:t> vitae </a:t>
            </a:r>
            <a:r>
              <a:rPr lang="en-GB" dirty="0" err="1"/>
              <a:t>tincidun</a:t>
            </a:r>
            <a:endParaRPr lang="en-GB" dirty="0"/>
          </a:p>
        </p:txBody>
      </p:sp>
      <p:sp>
        <p:nvSpPr>
          <p:cNvPr id="13" name="Footer Placeholder 12">
            <a:extLst>
              <a:ext uri="{FF2B5EF4-FFF2-40B4-BE49-F238E27FC236}">
                <a16:creationId xmlns:a16="http://schemas.microsoft.com/office/drawing/2014/main" id="{6761ADC5-E482-E227-E5D2-FF1E7CE6597E}"/>
              </a:ext>
            </a:extLst>
          </p:cNvPr>
          <p:cNvSpPr>
            <a:spLocks noGrp="1"/>
          </p:cNvSpPr>
          <p:nvPr>
            <p:ph type="ftr" sz="quarter" idx="11"/>
          </p:nvPr>
        </p:nvSpPr>
        <p:spPr/>
        <p:txBody>
          <a:bodyPr/>
          <a:lstStyle/>
          <a:p>
            <a:pPr/>
          </a:p>
        </p:txBody>
      </p:sp>
      <p:sp>
        <p:nvSpPr>
          <p:cNvPr id="14" name="Slide Number Placeholder 13">
            <a:extLst>
              <a:ext uri="{FF2B5EF4-FFF2-40B4-BE49-F238E27FC236}">
                <a16:creationId xmlns:a16="http://schemas.microsoft.com/office/drawing/2014/main" id="{28484161-AC38-B1E7-954E-EE920D803ACE}"/>
              </a:ext>
            </a:extLst>
          </p:cNvPr>
          <p:cNvSpPr>
            <a:spLocks noGrp="1"/>
          </p:cNvSpPr>
          <p:nvPr>
            <p:ph type="sldNum" sz="quarter" idx="12"/>
          </p:nvPr>
        </p:nvSpPr>
        <p:spPr/>
        <p:txBody>
          <a:bodyPr/>
          <a:lstStyle/>
          <a:p>
            <a:pPr/>
            <a:fld id="{5F7B1633-95EA-F847-945E-534A0819728C}" type="slidenum">
              <a:rPr lang="en-GB" smtClean="0"/>
              <a:pPr/>
              <a:t>8</a:t>
            </a:fld>
            <a:endParaRPr lang="en-GB"/>
          </a:p>
        </p:txBody>
      </p:sp>
      <p:sp>
        <p:nvSpPr>
          <p:cNvPr id="10" name="antetitulo">
            <a:extLst>
              <a:ext uri="{FF2B5EF4-FFF2-40B4-BE49-F238E27FC236}">
                <a16:creationId xmlns:a16="http://schemas.microsoft.com/office/drawing/2014/main" id="{2C4AA8E5-DA0B-3C1C-A0FF-F0CDAE55B20D}"/>
              </a:ext>
            </a:extLst>
          </p:cNvPr>
          <p:cNvSpPr>
            <a:spLocks noGrp="1"/>
          </p:cNvSpPr>
          <p:nvPr>
            <p:ph type="body" sz="quarter" idx="13"/>
          </p:nvPr>
        </p:nvSpPr>
        <p:spPr/>
        <p:txBody>
          <a:bodyPr/>
          <a:lstStyle/>
          <a:p>
            <a:pPr/>
            <a:r>
              <a:rPr lang="es-ES_tradnl" noProof="1"/>
              <a:t>Título de capítulo / Subtítulo</a:t>
            </a:r>
          </a:p>
        </p:txBody>
      </p:sp>
      <p:sp>
        <p:nvSpPr>
          <p:cNvPr id="6" name="cuerpo_3">
            <a:extLst>
              <a:ext uri="{FF2B5EF4-FFF2-40B4-BE49-F238E27FC236}">
                <a16:creationId xmlns:a16="http://schemas.microsoft.com/office/drawing/2014/main" id="{EFC76FDB-DEA0-9D55-197B-C27DED1E66F0}"/>
              </a:ext>
            </a:extLst>
          </p:cNvPr>
          <p:cNvSpPr>
            <a:spLocks noGrp="1"/>
          </p:cNvSpPr>
          <p:nvPr>
            <p:ph idx="15"/>
          </p:nvPr>
        </p:nvSpPr>
        <p:spPr/>
        <p:txBody>
          <a:bodyPr/>
          <a:lstStyle/>
          <a:p>
            <a:pPr/>
            <a:r>
              <a:rPr lang="en-GB" sz="2000" b="1" dirty="0"/>
              <a:t>Titular</a:t>
            </a:r>
          </a:p>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a:r>
              <a:rPr lang="en-GB" dirty="0"/>
              <a:t>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a:t>
            </a:r>
          </a:p>
          <a:p>
            <a:pPr marL="171450" indent="-171450">
              <a:buFont typeface="Arial" panose="020B0604020202020204" pitchFamily="34" charset="0"/>
              <a:buChar char="•"/>
            </a:pPr>
            <a:r>
              <a:rPr lang="en-GB" dirty="0"/>
              <a:t>Ut </a:t>
            </a:r>
            <a:r>
              <a:rPr lang="en-GB" dirty="0" err="1"/>
              <a:t>efficitur</a:t>
            </a:r>
            <a:r>
              <a:rPr lang="en-GB" dirty="0"/>
              <a:t> </a:t>
            </a:r>
            <a:r>
              <a:rPr lang="en-GB" dirty="0" err="1"/>
              <a:t>ullamcorper</a:t>
            </a:r>
            <a:r>
              <a:rPr lang="en-GB" dirty="0"/>
              <a:t> </a:t>
            </a:r>
            <a:r>
              <a:rPr lang="en-GB" dirty="0" err="1"/>
              <a:t>felis</a:t>
            </a:r>
            <a:r>
              <a:rPr lang="en-GB" dirty="0"/>
              <a:t>.</a:t>
            </a:r>
          </a:p>
          <a:p>
            <a:pPr marL="171450" indent="-171450">
              <a:buFont typeface="Arial" panose="020B0604020202020204" pitchFamily="34" charset="0"/>
              <a:buChar char="•"/>
            </a:pPr>
            <a:r>
              <a:rPr lang="en-GB" dirty="0" err="1"/>
              <a:t>Phasellus</a:t>
            </a:r>
            <a:r>
              <a:rPr lang="en-GB" dirty="0"/>
              <a:t> vitae </a:t>
            </a:r>
            <a:r>
              <a:rPr lang="en-GB" dirty="0" err="1"/>
              <a:t>tincidun</a:t>
            </a:r>
            <a:endParaRPr lang="en-GB" dirty="0"/>
          </a:p>
          <a:p>
            <a:pPr/>
            <a:endParaRPr lang="en-GB" dirty="0" err="1"/>
          </a:p>
        </p:txBody>
      </p:sp>
      <p:sp>
        <p:nvSpPr>
          <p:cNvPr id="7" name="cuerpo_4">
            <a:extLst>
              <a:ext uri="{FF2B5EF4-FFF2-40B4-BE49-F238E27FC236}">
                <a16:creationId xmlns:a16="http://schemas.microsoft.com/office/drawing/2014/main" id="{149FB59E-1D4E-D3A1-AC8E-3057BF516E69}"/>
              </a:ext>
            </a:extLst>
          </p:cNvPr>
          <p:cNvSpPr>
            <a:spLocks noGrp="1"/>
          </p:cNvSpPr>
          <p:nvPr>
            <p:ph idx="16"/>
          </p:nvPr>
        </p:nvSpPr>
        <p:spPr/>
        <p:txBody>
          <a:bodyPr/>
          <a:lstStyle/>
          <a:p>
            <a:pPr/>
            <a:r>
              <a:rPr lang="en-GB" sz="2000" b="1" dirty="0"/>
              <a:t>Titular</a:t>
            </a:r>
          </a:p>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a:r>
              <a:rPr lang="en-GB" dirty="0"/>
              <a:t>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a:t>
            </a:r>
          </a:p>
          <a:p>
            <a:pPr marL="171450" indent="-171450">
              <a:buFont typeface="Arial" panose="020B0604020202020204" pitchFamily="34" charset="0"/>
              <a:buChar char="•"/>
            </a:pPr>
            <a:r>
              <a:rPr lang="en-GB" dirty="0"/>
              <a:t>Ut </a:t>
            </a:r>
            <a:r>
              <a:rPr lang="en-GB" dirty="0" err="1"/>
              <a:t>efficitur</a:t>
            </a:r>
            <a:r>
              <a:rPr lang="en-GB" dirty="0"/>
              <a:t> </a:t>
            </a:r>
            <a:r>
              <a:rPr lang="en-GB" dirty="0" err="1"/>
              <a:t>ullamcorper</a:t>
            </a:r>
            <a:r>
              <a:rPr lang="en-GB" dirty="0"/>
              <a:t> </a:t>
            </a:r>
            <a:r>
              <a:rPr lang="en-GB" dirty="0" err="1"/>
              <a:t>felis</a:t>
            </a:r>
            <a:r>
              <a:rPr lang="en-GB" dirty="0"/>
              <a:t>.</a:t>
            </a:r>
          </a:p>
          <a:p>
            <a:pPr marL="171450" indent="-171450">
              <a:buFont typeface="Arial" panose="020B0604020202020204" pitchFamily="34" charset="0"/>
              <a:buChar char="•"/>
            </a:pPr>
            <a:r>
              <a:rPr lang="en-GB" dirty="0" err="1"/>
              <a:t>Phasellus</a:t>
            </a:r>
            <a:r>
              <a:rPr lang="en-GB" dirty="0"/>
              <a:t> vitae </a:t>
            </a:r>
            <a:r>
              <a:rPr lang="en-GB" dirty="0" err="1"/>
              <a:t>tincidun</a:t>
            </a:r>
            <a:endParaRPr lang="en-GB" dirty="0"/>
          </a:p>
          <a:p>
            <a:pPr/>
            <a:endParaRPr lang="en-GB" dirty="0" err="1"/>
          </a:p>
        </p:txBody>
      </p:sp>
      <p:sp>
        <p:nvSpPr>
          <p:cNvPr id="11" name="cuerpo_5">
            <a:extLst>
              <a:ext uri="{FF2B5EF4-FFF2-40B4-BE49-F238E27FC236}">
                <a16:creationId xmlns:a16="http://schemas.microsoft.com/office/drawing/2014/main" id="{812C68C5-E4FE-18B3-996F-C27F38139D3B}"/>
              </a:ext>
            </a:extLst>
          </p:cNvPr>
          <p:cNvSpPr>
            <a:spLocks noGrp="1"/>
          </p:cNvSpPr>
          <p:nvPr>
            <p:ph idx="47"/>
          </p:nvPr>
        </p:nvSpPr>
        <p:spPr/>
        <p:txBody>
          <a:bodyPr/>
          <a:lstStyle/>
          <a:p>
            <a:pPr/>
            <a:r>
              <a:rPr lang="en-GB" sz="2000" b="1" dirty="0"/>
              <a:t>Titular</a:t>
            </a:r>
          </a:p>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a:t>
            </a:r>
          </a:p>
          <a:p>
            <a:pPr/>
            <a:r>
              <a:rPr lang="en-GB" dirty="0"/>
              <a:t>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a:t>
            </a:r>
          </a:p>
          <a:p>
            <a:pPr marL="171450" indent="-171450">
              <a:buFont typeface="Arial" panose="020B0604020202020204" pitchFamily="34" charset="0"/>
              <a:buChar char="•"/>
            </a:pPr>
            <a:r>
              <a:rPr lang="en-GB" dirty="0"/>
              <a:t>Ut </a:t>
            </a:r>
            <a:r>
              <a:rPr lang="en-GB" dirty="0" err="1"/>
              <a:t>efficitur</a:t>
            </a:r>
            <a:r>
              <a:rPr lang="en-GB" dirty="0"/>
              <a:t> </a:t>
            </a:r>
            <a:r>
              <a:rPr lang="en-GB" dirty="0" err="1"/>
              <a:t>ullamcorper</a:t>
            </a:r>
            <a:r>
              <a:rPr lang="en-GB" dirty="0"/>
              <a:t> </a:t>
            </a:r>
            <a:r>
              <a:rPr lang="en-GB" dirty="0" err="1"/>
              <a:t>felis</a:t>
            </a:r>
            <a:r>
              <a:rPr lang="en-GB" dirty="0"/>
              <a:t>.</a:t>
            </a:r>
          </a:p>
          <a:p>
            <a:pPr marL="171450" indent="-171450">
              <a:buFont typeface="Arial" panose="020B0604020202020204" pitchFamily="34" charset="0"/>
              <a:buChar char="•"/>
            </a:pPr>
            <a:r>
              <a:rPr lang="en-GB" dirty="0" err="1"/>
              <a:t>Phasellus</a:t>
            </a:r>
            <a:r>
              <a:rPr lang="en-GB" dirty="0"/>
              <a:t> vitae </a:t>
            </a:r>
            <a:r>
              <a:rPr lang="en-GB" dirty="0" err="1"/>
              <a:t>tincidun</a:t>
            </a:r>
            <a:endParaRPr lang="en-GB" dirty="0"/>
          </a:p>
          <a:p>
            <a:pPr/>
            <a:endParaRPr lang="en-GB" dirty="0"/>
          </a:p>
          <a:p>
            <a:pPr/>
            <a:endParaRPr lang="en-US" dirty="0"/>
          </a:p>
        </p:txBody>
      </p:sp>
      <p:sp>
        <p:nvSpPr>
          <p:cNvPr id="3" name="cuerpo_1">
            <a:extLst>
              <a:ext uri="{FF2B5EF4-FFF2-40B4-BE49-F238E27FC236}">
                <a16:creationId xmlns:a16="http://schemas.microsoft.com/office/drawing/2014/main" id="{54152A78-A0DE-5A76-ECCC-1E46D5157D6E}"/>
              </a:ext>
            </a:extLst>
          </p:cNvPr>
          <p:cNvSpPr>
            <a:spLocks noGrp="1"/>
          </p:cNvSpPr>
          <p:nvPr>
            <p:ph idx="48"/>
          </p:nvPr>
        </p:nvSpPr>
        <p:spPr>
          <a:xfrm>
            <a:off x="425450" y="2108201"/>
            <a:ext cx="3033367" cy="3996000"/>
          </a:xfrm>
        </p:spPr>
        <p:txBody>
          <a:bodyPr/>
          <a:lstStyle/>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Ut </a:t>
            </a:r>
            <a:r>
              <a:rPr lang="en-GB" dirty="0" err="1"/>
              <a:t>efficitur</a:t>
            </a:r>
            <a:r>
              <a:rPr lang="en-GB" dirty="0"/>
              <a:t> </a:t>
            </a:r>
            <a:r>
              <a:rPr lang="en-GB" dirty="0" err="1"/>
              <a:t>ullamcorper</a:t>
            </a:r>
            <a:r>
              <a:rPr lang="en-GB" dirty="0"/>
              <a:t> </a:t>
            </a:r>
            <a:r>
              <a:rPr lang="en-GB" dirty="0" err="1"/>
              <a:t>felis</a:t>
            </a:r>
            <a:r>
              <a:rPr lang="en-GB" dirty="0"/>
              <a:t>.</a:t>
            </a:r>
          </a:p>
          <a:p>
            <a:pPr/>
            <a:r>
              <a:rPr lang="en-GB" dirty="0"/>
              <a:t>Bibendum </a:t>
            </a:r>
            <a:r>
              <a:rPr lang="en-GB" dirty="0" err="1"/>
              <a:t>lacus</a:t>
            </a:r>
            <a:r>
              <a:rPr lang="en-GB" dirty="0"/>
              <a:t> </a:t>
            </a:r>
            <a:r>
              <a:rPr lang="en-GB" dirty="0" err="1"/>
              <a:t>ornare</a:t>
            </a:r>
            <a:r>
              <a:rPr lang="en-GB" dirty="0"/>
              <a:t> et:</a:t>
            </a:r>
          </a:p>
          <a:p>
            <a:pPr marL="285750" indent="-285750">
              <a:buFont typeface="Arial" panose="020B0604020202020204" pitchFamily="34" charset="0"/>
              <a:buChar char="•"/>
            </a:pPr>
            <a:r>
              <a:rPr lang="en-GB" dirty="0"/>
              <a:t>Nunc ex libero </a:t>
            </a:r>
            <a:r>
              <a:rPr lang="en-GB" dirty="0" err="1"/>
              <a:t>finibus</a:t>
            </a:r>
            <a:r>
              <a:rPr lang="en-GB" dirty="0"/>
              <a:t> </a:t>
            </a:r>
            <a:r>
              <a:rPr lang="en-GB" dirty="0" err="1"/>
              <a:t>vel</a:t>
            </a:r>
            <a:r>
              <a:rPr lang="en-GB" dirty="0"/>
              <a:t> </a:t>
            </a:r>
          </a:p>
          <a:p>
            <a:pPr marL="463550" lvl="1" indent="-285750"/>
            <a:r>
              <a:rPr lang="en-GB" dirty="0" err="1"/>
              <a:t>Tristique</a:t>
            </a:r>
            <a:r>
              <a:rPr lang="en-GB" dirty="0"/>
              <a:t> </a:t>
            </a:r>
            <a:r>
              <a:rPr lang="en-GB" dirty="0" err="1"/>
              <a:t>eget</a:t>
            </a:r>
            <a:r>
              <a:rPr lang="en-GB" dirty="0"/>
              <a:t> ipsum dui</a:t>
            </a:r>
          </a:p>
          <a:p>
            <a:pPr marL="641350" lvl="2" indent="-285750"/>
            <a:r>
              <a:rPr lang="en-GB" sz="1500" dirty="0" err="1"/>
              <a:t>Phasellus</a:t>
            </a:r>
            <a:r>
              <a:rPr lang="en-GB" sz="1500" dirty="0"/>
              <a:t> vitae </a:t>
            </a:r>
            <a:r>
              <a:rPr lang="en-GB" sz="1500" dirty="0" err="1"/>
              <a:t>tincidun</a:t>
            </a:r>
            <a:endParaRPr lang="en-GB" sz="1500" dirty="0"/>
          </a:p>
        </p:txBody>
      </p:sp>
      <p:pic>
        <p:nvPicPr>
          <p:cNvPr id="12" name="Graphic 7">
            <a:extLst>
              <a:ext uri="{FF2B5EF4-FFF2-40B4-BE49-F238E27FC236}">
                <a16:creationId xmlns:a16="http://schemas.microsoft.com/office/drawing/2014/main" id="{80D59FB9-DABB-2862-4490-1586A5D3C9A0}"/>
              </a:ext>
            </a:extLst>
          </p:cNvPr>
          <p:cNvPicPr/>
          <p:nvPr/>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250136745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CB1CB-99CF-4D69-C383-8137585B0B41}"/>
            </a:ext>
          </a:extLst>
        </p:cNvPr>
        <p:cNvGrpSpPr/>
        <p:nvPr/>
      </p:nvGrpSpPr>
      <p:grpSpPr>
        <a:xfrm>
          <a:off x="0" y="0"/>
          <a:ext cx="0" cy="0"/>
          <a:chOff x="0" y="0"/>
          <a:chExt cx="0" cy="0"/>
        </a:xfrm>
      </p:grpSpPr>
      <p:sp>
        <p:nvSpPr>
          <p:cNvPr id="16" name="Rounded Rectangle 15">
            <a:extLst>
              <a:ext uri="{FF2B5EF4-FFF2-40B4-BE49-F238E27FC236}">
                <a16:creationId xmlns:a16="http://schemas.microsoft.com/office/drawing/2014/main" id="{DDC84DD2-FF3A-2D6D-EDAC-1782405EDB59}"/>
              </a:ext>
            </a:extLst>
          </p:cNvPr>
          <p:cNvSpPr/>
          <p:nvPr/>
        </p:nvSpPr>
        <p:spPr>
          <a:xfrm>
            <a:off x="4301974" y="1912122"/>
            <a:ext cx="2363249" cy="2032861"/>
          </a:xfrm>
          <a:prstGeom prst="roundRect">
            <a:avLst>
              <a:gd name="adj" fmla="val 303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2621F7A2-15F7-062E-249D-2028DE11FD3C}"/>
              </a:ext>
            </a:extLst>
          </p:cNvPr>
          <p:cNvSpPr/>
          <p:nvPr/>
        </p:nvSpPr>
        <p:spPr>
          <a:xfrm>
            <a:off x="6845448" y="1912122"/>
            <a:ext cx="2363249" cy="2032861"/>
          </a:xfrm>
          <a:prstGeom prst="roundRect">
            <a:avLst>
              <a:gd name="adj" fmla="val 303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61631112-8987-675D-64D2-34C89D49A29F}"/>
              </a:ext>
            </a:extLst>
          </p:cNvPr>
          <p:cNvSpPr/>
          <p:nvPr/>
        </p:nvSpPr>
        <p:spPr>
          <a:xfrm>
            <a:off x="9388922" y="1912122"/>
            <a:ext cx="2363249" cy="2032861"/>
          </a:xfrm>
          <a:prstGeom prst="roundRect">
            <a:avLst>
              <a:gd name="adj" fmla="val 303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ángulo 6">
            <a:extLst>
              <a:ext uri="{FF2B5EF4-FFF2-40B4-BE49-F238E27FC236}">
                <a16:creationId xmlns:a16="http://schemas.microsoft.com/office/drawing/2014/main" id="{7EA42EBB-86D4-038C-648E-35048AB3AD94}"/>
              </a:ext>
            </a:extLst>
          </p:cNvPr>
          <p:cNvSpPr/>
          <p:nvPr/>
        </p:nvSpPr>
        <p:spPr>
          <a:xfrm>
            <a:off x="0" y="6437376"/>
            <a:ext cx="12192000" cy="4206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sp>
        <p:nvSpPr>
          <p:cNvPr id="4" name="titulo">
            <a:extLst>
              <a:ext uri="{FF2B5EF4-FFF2-40B4-BE49-F238E27FC236}">
                <a16:creationId xmlns:a16="http://schemas.microsoft.com/office/drawing/2014/main" id="{94999407-F71F-622E-1DE0-F89E3AE8BDD0}"/>
              </a:ext>
            </a:extLst>
          </p:cNvPr>
          <p:cNvSpPr>
            <a:spLocks noGrp="1"/>
          </p:cNvSpPr>
          <p:nvPr>
            <p:ph type="title"/>
          </p:nvPr>
        </p:nvSpPr>
        <p:spPr/>
        <p:txBody>
          <a:bodyPr/>
          <a:lstStyle/>
          <a:p>
            <a:pPr/>
            <a:r>
              <a:rPr lang="en-GB" dirty="0" err="1"/>
              <a:t>Título</a:t>
            </a:r>
            <a:r>
              <a:rPr lang="en-GB" dirty="0"/>
              <a:t> de </a:t>
            </a:r>
            <a:r>
              <a:rPr lang="en-GB" dirty="0" err="1"/>
              <a:t>sección</a:t>
            </a:r>
            <a:r>
              <a:rPr lang="en-GB" dirty="0"/>
              <a:t> </a:t>
            </a:r>
            <a:r>
              <a:rPr lang="en-GB" dirty="0" err="1"/>
              <a:t>compuesto</a:t>
            </a:r>
            <a:r>
              <a:rPr lang="en-GB" dirty="0"/>
              <a:t> </a:t>
            </a:r>
            <a:r>
              <a:rPr lang="en-GB" dirty="0" err="1"/>
              <a:t>en</a:t>
            </a:r>
            <a:r>
              <a:rPr lang="en-GB" dirty="0"/>
              <a:t> 2 </a:t>
            </a:r>
            <a:r>
              <a:rPr lang="en-GB" dirty="0" err="1"/>
              <a:t>líneas</a:t>
            </a:r>
            <a:endParaRPr lang="en-GB" dirty="0"/>
          </a:p>
        </p:txBody>
      </p:sp>
      <p:sp>
        <p:nvSpPr>
          <p:cNvPr id="9" name="cuerpo_1">
            <a:extLst>
              <a:ext uri="{FF2B5EF4-FFF2-40B4-BE49-F238E27FC236}">
                <a16:creationId xmlns:a16="http://schemas.microsoft.com/office/drawing/2014/main" id="{AB5DF3FA-CE37-A7C5-8AEF-17D9C59DC595}"/>
              </a:ext>
            </a:extLst>
          </p:cNvPr>
          <p:cNvSpPr>
            <a:spLocks noGrp="1"/>
          </p:cNvSpPr>
          <p:nvPr>
            <p:ph idx="1"/>
          </p:nvPr>
        </p:nvSpPr>
        <p:spPr>
          <a:xfrm>
            <a:off x="425449" y="1912122"/>
            <a:ext cx="3310527" cy="4520428"/>
          </a:xfrm>
        </p:spPr>
        <p:txBody>
          <a:bodyPr/>
          <a:lstStyle/>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Ut </a:t>
            </a:r>
            <a:r>
              <a:rPr lang="en-GB" dirty="0" err="1"/>
              <a:t>efficitur</a:t>
            </a:r>
            <a:r>
              <a:rPr lang="en-GB" dirty="0"/>
              <a:t> </a:t>
            </a:r>
            <a:r>
              <a:rPr lang="en-GB" dirty="0" err="1"/>
              <a:t>ullamcorper</a:t>
            </a:r>
            <a:r>
              <a:rPr lang="en-GB" dirty="0"/>
              <a:t> </a:t>
            </a:r>
            <a:r>
              <a:rPr lang="en-GB" dirty="0" err="1"/>
              <a:t>felis</a:t>
            </a:r>
            <a:r>
              <a:rPr lang="en-GB" dirty="0"/>
              <a:t>.</a:t>
            </a:r>
          </a:p>
          <a:p>
            <a:pPr/>
            <a:r>
              <a:rPr lang="en-GB" dirty="0"/>
              <a:t>Bibendum </a:t>
            </a:r>
            <a:r>
              <a:rPr lang="en-GB" dirty="0" err="1"/>
              <a:t>lacus</a:t>
            </a:r>
            <a:r>
              <a:rPr lang="en-GB" dirty="0"/>
              <a:t> </a:t>
            </a:r>
            <a:r>
              <a:rPr lang="en-GB" dirty="0" err="1"/>
              <a:t>ornare</a:t>
            </a:r>
            <a:r>
              <a:rPr lang="en-GB" dirty="0"/>
              <a:t> et:</a:t>
            </a:r>
          </a:p>
          <a:p>
            <a:pPr marL="285750" indent="-285750">
              <a:buFont typeface="Arial" panose="020B0604020202020204" pitchFamily="34" charset="0"/>
              <a:buChar char="•"/>
            </a:pPr>
            <a:r>
              <a:rPr lang="en-GB" dirty="0"/>
              <a:t>Nunc ex libero </a:t>
            </a:r>
            <a:r>
              <a:rPr lang="en-GB" dirty="0" err="1"/>
              <a:t>finibus</a:t>
            </a:r>
            <a:r>
              <a:rPr lang="en-GB" dirty="0"/>
              <a:t> </a:t>
            </a:r>
            <a:r>
              <a:rPr lang="en-GB" dirty="0" err="1"/>
              <a:t>vel</a:t>
            </a:r>
            <a:r>
              <a:rPr lang="en-GB" dirty="0"/>
              <a:t> </a:t>
            </a:r>
          </a:p>
          <a:p>
            <a:pPr marL="463550" lvl="1" indent="-285750"/>
            <a:r>
              <a:rPr lang="en-GB" dirty="0" err="1"/>
              <a:t>Tristique</a:t>
            </a:r>
            <a:r>
              <a:rPr lang="en-GB" dirty="0"/>
              <a:t> </a:t>
            </a:r>
            <a:r>
              <a:rPr lang="en-GB" dirty="0" err="1"/>
              <a:t>eget</a:t>
            </a:r>
            <a:r>
              <a:rPr lang="en-GB" dirty="0"/>
              <a:t> ipsum dui</a:t>
            </a:r>
          </a:p>
          <a:p>
            <a:pPr marL="641350" lvl="2" indent="-285750"/>
            <a:r>
              <a:rPr lang="en-GB" sz="1500" dirty="0" err="1"/>
              <a:t>Phasellus</a:t>
            </a:r>
            <a:r>
              <a:rPr lang="en-GB" sz="1500" dirty="0"/>
              <a:t> vitae </a:t>
            </a:r>
            <a:r>
              <a:rPr lang="en-GB" sz="1500" dirty="0" err="1"/>
              <a:t>tincidun</a:t>
            </a:r>
            <a:endParaRPr lang="en-GB" sz="1500" dirty="0"/>
          </a:p>
        </p:txBody>
      </p:sp>
      <p:sp>
        <p:nvSpPr>
          <p:cNvPr id="13" name="Footer Placeholder 12">
            <a:extLst>
              <a:ext uri="{FF2B5EF4-FFF2-40B4-BE49-F238E27FC236}">
                <a16:creationId xmlns:a16="http://schemas.microsoft.com/office/drawing/2014/main" id="{F5FBC763-C01A-CFBA-57EC-BC8ED5A33E73}"/>
              </a:ext>
            </a:extLst>
          </p:cNvPr>
          <p:cNvSpPr>
            <a:spLocks noGrp="1"/>
          </p:cNvSpPr>
          <p:nvPr>
            <p:ph type="ftr" sz="quarter" idx="11"/>
          </p:nvPr>
        </p:nvSpPr>
        <p:spPr/>
        <p:txBody>
          <a:bodyPr/>
          <a:lstStyle/>
          <a:p>
            <a:pPr/>
          </a:p>
        </p:txBody>
      </p:sp>
      <p:sp>
        <p:nvSpPr>
          <p:cNvPr id="14" name="Slide Number Placeholder 13">
            <a:extLst>
              <a:ext uri="{FF2B5EF4-FFF2-40B4-BE49-F238E27FC236}">
                <a16:creationId xmlns:a16="http://schemas.microsoft.com/office/drawing/2014/main" id="{217194E1-0E00-1908-22A4-2C931591D7AD}"/>
              </a:ext>
            </a:extLst>
          </p:cNvPr>
          <p:cNvSpPr>
            <a:spLocks noGrp="1"/>
          </p:cNvSpPr>
          <p:nvPr>
            <p:ph type="sldNum" sz="quarter" idx="12"/>
          </p:nvPr>
        </p:nvSpPr>
        <p:spPr/>
        <p:txBody>
          <a:bodyPr/>
          <a:lstStyle/>
          <a:p>
            <a:pPr/>
            <a:fld id="{5F7B1633-95EA-F847-945E-534A0819728C}" type="slidenum">
              <a:rPr lang="en-GB" smtClean="0"/>
              <a:pPr/>
              <a:t>9</a:t>
            </a:fld>
            <a:endParaRPr lang="en-GB"/>
          </a:p>
        </p:txBody>
      </p:sp>
      <p:sp>
        <p:nvSpPr>
          <p:cNvPr id="10" name="antetitulo">
            <a:extLst>
              <a:ext uri="{FF2B5EF4-FFF2-40B4-BE49-F238E27FC236}">
                <a16:creationId xmlns:a16="http://schemas.microsoft.com/office/drawing/2014/main" id="{FCCB0273-34E0-4095-D3BA-C3ECDDBA6098}"/>
              </a:ext>
            </a:extLst>
          </p:cNvPr>
          <p:cNvSpPr>
            <a:spLocks noGrp="1"/>
          </p:cNvSpPr>
          <p:nvPr>
            <p:ph type="body" sz="quarter" idx="1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
        <p:nvSpPr>
          <p:cNvPr id="6" name="etiqueta_2">
            <a:extLst>
              <a:ext uri="{FF2B5EF4-FFF2-40B4-BE49-F238E27FC236}">
                <a16:creationId xmlns:a16="http://schemas.microsoft.com/office/drawing/2014/main" id="{3B8CC0EB-473B-2379-BF50-521CA6721FB0}"/>
              </a:ext>
            </a:extLst>
          </p:cNvPr>
          <p:cNvSpPr txBox="1">
            <a:spLocks/>
          </p:cNvSpPr>
          <p:nvPr/>
        </p:nvSpPr>
        <p:spPr>
          <a:xfrm>
            <a:off x="6953240" y="2037876"/>
            <a:ext cx="2015932" cy="190710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rgbClr val="624900"/>
                </a:solidFill>
              </a:rPr>
              <a:t>Titular</a:t>
            </a:r>
          </a:p>
          <a:p>
            <a:pPr/>
            <a:r>
              <a:rPr lang="en-GB" sz="1100" dirty="0" err="1">
                <a:solidFill>
                  <a:srgbClr val="624900"/>
                </a:solidFill>
              </a:rPr>
              <a:t>Texto</a:t>
            </a:r>
            <a:r>
              <a:rPr lang="en-GB" sz="1100" dirty="0">
                <a:solidFill>
                  <a:srgbClr val="624900"/>
                </a:solidFill>
              </a:rPr>
              <a:t> del </a:t>
            </a:r>
            <a:r>
              <a:rPr lang="en-GB" sz="1100" dirty="0" err="1">
                <a:solidFill>
                  <a:srgbClr val="624900"/>
                </a:solidFill>
              </a:rPr>
              <a:t>cuerpo</a:t>
            </a:r>
            <a:r>
              <a:rPr lang="en-GB" sz="1100" dirty="0">
                <a:solidFill>
                  <a:srgbClr val="624900"/>
                </a:solidFill>
              </a:rPr>
              <a:t> (</a:t>
            </a:r>
            <a:r>
              <a:rPr lang="en-GB" sz="1100" dirty="0" err="1">
                <a:solidFill>
                  <a:srgbClr val="624900"/>
                </a:solidFill>
              </a:rPr>
              <a:t>texto</a:t>
            </a:r>
            <a:r>
              <a:rPr lang="en-GB" sz="1100" dirty="0">
                <a:solidFill>
                  <a:srgbClr val="624900"/>
                </a:solidFill>
              </a:rPr>
              <a:t> de primer </a:t>
            </a:r>
            <a:r>
              <a:rPr lang="en-GB" sz="1100" dirty="0" err="1">
                <a:solidFill>
                  <a:srgbClr val="624900"/>
                </a:solidFill>
              </a:rPr>
              <a:t>nivel</a:t>
            </a:r>
            <a:r>
              <a:rPr lang="en-GB" sz="1100" dirty="0">
                <a:solidFill>
                  <a:srgbClr val="624900"/>
                </a:solidFill>
              </a:rPr>
              <a:t>).</a:t>
            </a:r>
          </a:p>
          <a:p>
            <a:pPr/>
            <a:r>
              <a:rPr lang="en-GB" sz="1100" dirty="0">
                <a:solidFill>
                  <a:srgbClr val="624900"/>
                </a:solidFill>
              </a:rPr>
              <a:t>Lorem ipsum </a:t>
            </a:r>
            <a:r>
              <a:rPr lang="en-GB" sz="1100" dirty="0" err="1">
                <a:solidFill>
                  <a:srgbClr val="624900"/>
                </a:solidFill>
              </a:rPr>
              <a:t>dolor</a:t>
            </a:r>
            <a:r>
              <a:rPr lang="en-GB" sz="1100" dirty="0">
                <a:solidFill>
                  <a:srgbClr val="624900"/>
                </a:solidFill>
              </a:rPr>
              <a:t> sit </a:t>
            </a:r>
            <a:r>
              <a:rPr lang="en-GB" sz="1100" dirty="0" err="1">
                <a:solidFill>
                  <a:srgbClr val="624900"/>
                </a:solidFill>
              </a:rPr>
              <a:t>amet</a:t>
            </a:r>
            <a:r>
              <a:rPr lang="en-GB" sz="1100" dirty="0">
                <a:solidFill>
                  <a:srgbClr val="624900"/>
                </a:solidFill>
              </a:rPr>
              <a:t>, </a:t>
            </a:r>
            <a:r>
              <a:rPr lang="en-GB" sz="1100" dirty="0" err="1">
                <a:solidFill>
                  <a:srgbClr val="624900"/>
                </a:solidFill>
              </a:rPr>
              <a:t>consectetur</a:t>
            </a:r>
            <a:r>
              <a:rPr lang="en-GB" sz="1100" dirty="0">
                <a:solidFill>
                  <a:srgbClr val="624900"/>
                </a:solidFill>
              </a:rPr>
              <a:t> </a:t>
            </a:r>
            <a:r>
              <a:rPr lang="en-GB" sz="1100" dirty="0" err="1">
                <a:solidFill>
                  <a:srgbClr val="624900"/>
                </a:solidFill>
              </a:rPr>
              <a:t>adipiscing</a:t>
            </a:r>
            <a:r>
              <a:rPr lang="en-GB" sz="1100" dirty="0">
                <a:solidFill>
                  <a:srgbClr val="624900"/>
                </a:solidFill>
              </a:rPr>
              <a:t> </a:t>
            </a:r>
            <a:r>
              <a:rPr lang="en-GB" sz="1100" dirty="0" err="1">
                <a:solidFill>
                  <a:srgbClr val="624900"/>
                </a:solidFill>
              </a:rPr>
              <a:t>elit</a:t>
            </a:r>
            <a:r>
              <a:rPr lang="en-GB" sz="1100" dirty="0">
                <a:solidFill>
                  <a:srgbClr val="624900"/>
                </a:solidFill>
              </a:rPr>
              <a:t>. </a:t>
            </a:r>
          </a:p>
          <a:p>
            <a:pPr/>
            <a:endParaRPr lang="en-GB" sz="1100" dirty="0">
              <a:solidFill>
                <a:srgbClr val="624900"/>
              </a:solidFill>
            </a:endParaRPr>
          </a:p>
          <a:p>
            <a:pPr/>
            <a:endParaRPr lang="en-GB" dirty="0" err="1">
              <a:solidFill>
                <a:srgbClr val="624900"/>
              </a:solidFill>
            </a:endParaRPr>
          </a:p>
        </p:txBody>
      </p:sp>
      <p:sp>
        <p:nvSpPr>
          <p:cNvPr id="7" name="etiqueta_3">
            <a:extLst>
              <a:ext uri="{FF2B5EF4-FFF2-40B4-BE49-F238E27FC236}">
                <a16:creationId xmlns:a16="http://schemas.microsoft.com/office/drawing/2014/main" id="{58C4B488-C116-5C2B-0F53-BDAE774C5A6D}"/>
              </a:ext>
            </a:extLst>
          </p:cNvPr>
          <p:cNvSpPr txBox="1">
            <a:spLocks/>
          </p:cNvSpPr>
          <p:nvPr/>
        </p:nvSpPr>
        <p:spPr>
          <a:xfrm>
            <a:off x="9458752" y="2037876"/>
            <a:ext cx="2114939" cy="190710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rgbClr val="624900"/>
                </a:solidFill>
              </a:rPr>
              <a:t>Titular</a:t>
            </a:r>
          </a:p>
          <a:p>
            <a:pPr/>
            <a:r>
              <a:rPr lang="en-GB" sz="1100" dirty="0" err="1">
                <a:solidFill>
                  <a:srgbClr val="624900"/>
                </a:solidFill>
              </a:rPr>
              <a:t>Texto</a:t>
            </a:r>
            <a:r>
              <a:rPr lang="en-GB" sz="1100" dirty="0">
                <a:solidFill>
                  <a:srgbClr val="624900"/>
                </a:solidFill>
              </a:rPr>
              <a:t> del </a:t>
            </a:r>
            <a:r>
              <a:rPr lang="en-GB" sz="1100" dirty="0" err="1">
                <a:solidFill>
                  <a:srgbClr val="624900"/>
                </a:solidFill>
              </a:rPr>
              <a:t>cuerpo</a:t>
            </a:r>
            <a:r>
              <a:rPr lang="en-GB" sz="1100" dirty="0">
                <a:solidFill>
                  <a:srgbClr val="624900"/>
                </a:solidFill>
              </a:rPr>
              <a:t> (</a:t>
            </a:r>
            <a:r>
              <a:rPr lang="en-GB" sz="1100" dirty="0" err="1">
                <a:solidFill>
                  <a:srgbClr val="624900"/>
                </a:solidFill>
              </a:rPr>
              <a:t>texto</a:t>
            </a:r>
            <a:r>
              <a:rPr lang="en-GB" sz="1100" dirty="0">
                <a:solidFill>
                  <a:srgbClr val="624900"/>
                </a:solidFill>
              </a:rPr>
              <a:t> de primer </a:t>
            </a:r>
            <a:r>
              <a:rPr lang="en-GB" sz="1100" dirty="0" err="1">
                <a:solidFill>
                  <a:srgbClr val="624900"/>
                </a:solidFill>
              </a:rPr>
              <a:t>nivel</a:t>
            </a:r>
            <a:r>
              <a:rPr lang="en-GB" sz="1100" dirty="0">
                <a:solidFill>
                  <a:srgbClr val="624900"/>
                </a:solidFill>
              </a:rPr>
              <a:t>). </a:t>
            </a:r>
          </a:p>
          <a:p>
            <a:pPr/>
            <a:r>
              <a:rPr lang="en-GB" sz="1100" dirty="0">
                <a:solidFill>
                  <a:srgbClr val="624900"/>
                </a:solidFill>
              </a:rPr>
              <a:t>Lorem ipsum </a:t>
            </a:r>
            <a:r>
              <a:rPr lang="en-GB" sz="1100" dirty="0" err="1">
                <a:solidFill>
                  <a:srgbClr val="624900"/>
                </a:solidFill>
              </a:rPr>
              <a:t>dolor</a:t>
            </a:r>
            <a:r>
              <a:rPr lang="en-GB" sz="1100" dirty="0">
                <a:solidFill>
                  <a:srgbClr val="624900"/>
                </a:solidFill>
              </a:rPr>
              <a:t> sit </a:t>
            </a:r>
            <a:r>
              <a:rPr lang="en-GB" sz="1100" dirty="0" err="1">
                <a:solidFill>
                  <a:srgbClr val="624900"/>
                </a:solidFill>
              </a:rPr>
              <a:t>amet</a:t>
            </a:r>
            <a:r>
              <a:rPr lang="en-GB" sz="1100" dirty="0">
                <a:solidFill>
                  <a:srgbClr val="624900"/>
                </a:solidFill>
              </a:rPr>
              <a:t>, </a:t>
            </a:r>
            <a:r>
              <a:rPr lang="en-GB" sz="1100" dirty="0" err="1">
                <a:solidFill>
                  <a:srgbClr val="624900"/>
                </a:solidFill>
              </a:rPr>
              <a:t>consectetur</a:t>
            </a:r>
            <a:r>
              <a:rPr lang="en-GB" sz="1100" dirty="0">
                <a:solidFill>
                  <a:srgbClr val="624900"/>
                </a:solidFill>
              </a:rPr>
              <a:t> </a:t>
            </a:r>
            <a:r>
              <a:rPr lang="en-GB" sz="1100" dirty="0" err="1">
                <a:solidFill>
                  <a:srgbClr val="624900"/>
                </a:solidFill>
              </a:rPr>
              <a:t>adipiscing</a:t>
            </a:r>
            <a:r>
              <a:rPr lang="en-GB" sz="1100" dirty="0">
                <a:solidFill>
                  <a:srgbClr val="624900"/>
                </a:solidFill>
              </a:rPr>
              <a:t> </a:t>
            </a:r>
            <a:r>
              <a:rPr lang="en-GB" sz="1100" dirty="0" err="1">
                <a:solidFill>
                  <a:srgbClr val="624900"/>
                </a:solidFill>
              </a:rPr>
              <a:t>elit</a:t>
            </a:r>
            <a:r>
              <a:rPr lang="en-GB" sz="1100" dirty="0">
                <a:solidFill>
                  <a:srgbClr val="624900"/>
                </a:solidFill>
              </a:rPr>
              <a:t>. </a:t>
            </a:r>
            <a:endParaRPr lang="en-GB" dirty="0">
              <a:solidFill>
                <a:srgbClr val="624900"/>
              </a:solidFill>
            </a:endParaRPr>
          </a:p>
        </p:txBody>
      </p:sp>
      <p:sp>
        <p:nvSpPr>
          <p:cNvPr id="11" name="Rounded Rectangle 10">
            <a:extLst>
              <a:ext uri="{FF2B5EF4-FFF2-40B4-BE49-F238E27FC236}">
                <a16:creationId xmlns:a16="http://schemas.microsoft.com/office/drawing/2014/main" id="{C5BCF0F5-E5BD-7A07-48DC-0D14B6FE52FF}"/>
              </a:ext>
            </a:extLst>
          </p:cNvPr>
          <p:cNvSpPr/>
          <p:nvPr/>
        </p:nvSpPr>
        <p:spPr>
          <a:xfrm>
            <a:off x="4301974" y="4067492"/>
            <a:ext cx="2363249" cy="2032861"/>
          </a:xfrm>
          <a:prstGeom prst="roundRect">
            <a:avLst>
              <a:gd name="adj" fmla="val 303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E4216BE9-09AB-73E0-B4E9-E1A5FF222BF7}"/>
              </a:ext>
            </a:extLst>
          </p:cNvPr>
          <p:cNvSpPr/>
          <p:nvPr/>
        </p:nvSpPr>
        <p:spPr>
          <a:xfrm>
            <a:off x="6845448" y="4067492"/>
            <a:ext cx="2363249" cy="2032861"/>
          </a:xfrm>
          <a:prstGeom prst="roundRect">
            <a:avLst>
              <a:gd name="adj" fmla="val 303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43F1E536-A9C7-7771-A581-BA959AD22AE7}"/>
              </a:ext>
            </a:extLst>
          </p:cNvPr>
          <p:cNvSpPr/>
          <p:nvPr/>
        </p:nvSpPr>
        <p:spPr>
          <a:xfrm>
            <a:off x="9388922" y="4067492"/>
            <a:ext cx="2363249" cy="2032861"/>
          </a:xfrm>
          <a:prstGeom prst="roundRect">
            <a:avLst>
              <a:gd name="adj" fmla="val 3035"/>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cuerpo_2">
            <a:extLst>
              <a:ext uri="{FF2B5EF4-FFF2-40B4-BE49-F238E27FC236}">
                <a16:creationId xmlns:a16="http://schemas.microsoft.com/office/drawing/2014/main" id="{10C22AFC-61D6-7150-1E1F-ADE1319EF054}"/>
              </a:ext>
            </a:extLst>
          </p:cNvPr>
          <p:cNvSpPr txBox="1">
            <a:spLocks/>
          </p:cNvSpPr>
          <p:nvPr/>
        </p:nvSpPr>
        <p:spPr>
          <a:xfrm>
            <a:off x="4447727" y="4193246"/>
            <a:ext cx="1977971" cy="1907107"/>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rgbClr val="624900"/>
                </a:solidFill>
              </a:rPr>
              <a:t>Titular</a:t>
            </a:r>
          </a:p>
          <a:p>
            <a:pPr/>
            <a:r>
              <a:rPr lang="en-GB" sz="1100" dirty="0" err="1">
                <a:solidFill>
                  <a:srgbClr val="624900"/>
                </a:solidFill>
              </a:rPr>
              <a:t>Texto</a:t>
            </a:r>
            <a:r>
              <a:rPr lang="en-GB" sz="1100" dirty="0">
                <a:solidFill>
                  <a:srgbClr val="624900"/>
                </a:solidFill>
              </a:rPr>
              <a:t> del </a:t>
            </a:r>
            <a:r>
              <a:rPr lang="en-GB" sz="1100" dirty="0" err="1">
                <a:solidFill>
                  <a:srgbClr val="624900"/>
                </a:solidFill>
              </a:rPr>
              <a:t>cuerpo</a:t>
            </a:r>
            <a:r>
              <a:rPr lang="en-GB" sz="1100" dirty="0">
                <a:solidFill>
                  <a:srgbClr val="624900"/>
                </a:solidFill>
              </a:rPr>
              <a:t> (</a:t>
            </a:r>
            <a:r>
              <a:rPr lang="en-GB" sz="1100" dirty="0" err="1">
                <a:solidFill>
                  <a:srgbClr val="624900"/>
                </a:solidFill>
              </a:rPr>
              <a:t>texto</a:t>
            </a:r>
            <a:r>
              <a:rPr lang="en-GB" sz="1100" dirty="0">
                <a:solidFill>
                  <a:srgbClr val="624900"/>
                </a:solidFill>
              </a:rPr>
              <a:t> de primer </a:t>
            </a:r>
            <a:r>
              <a:rPr lang="en-GB" sz="1100" dirty="0" err="1">
                <a:solidFill>
                  <a:srgbClr val="624900"/>
                </a:solidFill>
              </a:rPr>
              <a:t>nivel</a:t>
            </a:r>
            <a:r>
              <a:rPr lang="en-GB" sz="1100" dirty="0">
                <a:solidFill>
                  <a:srgbClr val="624900"/>
                </a:solidFill>
              </a:rPr>
              <a:t>).</a:t>
            </a:r>
          </a:p>
          <a:p>
            <a:pPr/>
            <a:r>
              <a:rPr lang="en-GB" sz="1100" dirty="0">
                <a:solidFill>
                  <a:srgbClr val="624900"/>
                </a:solidFill>
              </a:rPr>
              <a:t>Lorem ipsum </a:t>
            </a:r>
            <a:r>
              <a:rPr lang="en-GB" sz="1100" dirty="0" err="1">
                <a:solidFill>
                  <a:srgbClr val="624900"/>
                </a:solidFill>
              </a:rPr>
              <a:t>dolor</a:t>
            </a:r>
            <a:r>
              <a:rPr lang="en-GB" sz="1100" dirty="0">
                <a:solidFill>
                  <a:srgbClr val="624900"/>
                </a:solidFill>
              </a:rPr>
              <a:t> sit </a:t>
            </a:r>
            <a:r>
              <a:rPr lang="en-GB" sz="1100" dirty="0" err="1">
                <a:solidFill>
                  <a:srgbClr val="624900"/>
                </a:solidFill>
              </a:rPr>
              <a:t>amet</a:t>
            </a:r>
            <a:r>
              <a:rPr lang="en-GB" sz="1100" dirty="0">
                <a:solidFill>
                  <a:srgbClr val="624900"/>
                </a:solidFill>
              </a:rPr>
              <a:t>, </a:t>
            </a:r>
            <a:r>
              <a:rPr lang="en-GB" sz="1100" dirty="0" err="1">
                <a:solidFill>
                  <a:srgbClr val="624900"/>
                </a:solidFill>
              </a:rPr>
              <a:t>consectetur</a:t>
            </a:r>
            <a:r>
              <a:rPr lang="en-GB" sz="1100" dirty="0">
                <a:solidFill>
                  <a:srgbClr val="624900"/>
                </a:solidFill>
              </a:rPr>
              <a:t> </a:t>
            </a:r>
            <a:r>
              <a:rPr lang="en-GB" sz="1100" dirty="0" err="1">
                <a:solidFill>
                  <a:srgbClr val="624900"/>
                </a:solidFill>
              </a:rPr>
              <a:t>adipiscing</a:t>
            </a:r>
            <a:r>
              <a:rPr lang="en-GB" sz="1100" dirty="0">
                <a:solidFill>
                  <a:srgbClr val="624900"/>
                </a:solidFill>
              </a:rPr>
              <a:t> </a:t>
            </a:r>
            <a:r>
              <a:rPr lang="en-GB" sz="1100" dirty="0" err="1">
                <a:solidFill>
                  <a:srgbClr val="624900"/>
                </a:solidFill>
              </a:rPr>
              <a:t>elit</a:t>
            </a:r>
            <a:r>
              <a:rPr lang="en-GB" sz="1100" dirty="0">
                <a:solidFill>
                  <a:srgbClr val="624900"/>
                </a:solidFill>
              </a:rPr>
              <a:t>. </a:t>
            </a:r>
          </a:p>
        </p:txBody>
      </p:sp>
      <p:sp>
        <p:nvSpPr>
          <p:cNvPr id="20" name="cuerpo_3">
            <a:extLst>
              <a:ext uri="{FF2B5EF4-FFF2-40B4-BE49-F238E27FC236}">
                <a16:creationId xmlns:a16="http://schemas.microsoft.com/office/drawing/2014/main" id="{99ABBCBE-4132-A727-9D60-07C6F3A771CA}"/>
              </a:ext>
            </a:extLst>
          </p:cNvPr>
          <p:cNvSpPr txBox="1">
            <a:spLocks/>
          </p:cNvSpPr>
          <p:nvPr/>
        </p:nvSpPr>
        <p:spPr>
          <a:xfrm>
            <a:off x="6953240" y="4193246"/>
            <a:ext cx="2015932" cy="190710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rgbClr val="624900"/>
                </a:solidFill>
              </a:rPr>
              <a:t>Titular</a:t>
            </a:r>
          </a:p>
          <a:p>
            <a:pPr/>
            <a:r>
              <a:rPr lang="en-GB" sz="1100" dirty="0" err="1">
                <a:solidFill>
                  <a:srgbClr val="624900"/>
                </a:solidFill>
              </a:rPr>
              <a:t>Texto</a:t>
            </a:r>
            <a:r>
              <a:rPr lang="en-GB" sz="1100" dirty="0">
                <a:solidFill>
                  <a:srgbClr val="624900"/>
                </a:solidFill>
              </a:rPr>
              <a:t> del </a:t>
            </a:r>
            <a:r>
              <a:rPr lang="en-GB" sz="1100" dirty="0" err="1">
                <a:solidFill>
                  <a:srgbClr val="624900"/>
                </a:solidFill>
              </a:rPr>
              <a:t>cuerpo</a:t>
            </a:r>
            <a:r>
              <a:rPr lang="en-GB" sz="1100" dirty="0">
                <a:solidFill>
                  <a:srgbClr val="624900"/>
                </a:solidFill>
              </a:rPr>
              <a:t> (</a:t>
            </a:r>
            <a:r>
              <a:rPr lang="en-GB" sz="1100" dirty="0" err="1">
                <a:solidFill>
                  <a:srgbClr val="624900"/>
                </a:solidFill>
              </a:rPr>
              <a:t>texto</a:t>
            </a:r>
            <a:r>
              <a:rPr lang="en-GB" sz="1100" dirty="0">
                <a:solidFill>
                  <a:srgbClr val="624900"/>
                </a:solidFill>
              </a:rPr>
              <a:t> de primer </a:t>
            </a:r>
            <a:r>
              <a:rPr lang="en-GB" sz="1100" dirty="0" err="1">
                <a:solidFill>
                  <a:srgbClr val="624900"/>
                </a:solidFill>
              </a:rPr>
              <a:t>nivel</a:t>
            </a:r>
            <a:r>
              <a:rPr lang="en-GB" sz="1100" dirty="0">
                <a:solidFill>
                  <a:srgbClr val="624900"/>
                </a:solidFill>
              </a:rPr>
              <a:t>).</a:t>
            </a:r>
          </a:p>
          <a:p>
            <a:pPr/>
            <a:r>
              <a:rPr lang="en-GB" sz="1100" dirty="0">
                <a:solidFill>
                  <a:srgbClr val="624900"/>
                </a:solidFill>
              </a:rPr>
              <a:t>Lorem ipsum </a:t>
            </a:r>
            <a:r>
              <a:rPr lang="en-GB" sz="1100" dirty="0" err="1">
                <a:solidFill>
                  <a:srgbClr val="624900"/>
                </a:solidFill>
              </a:rPr>
              <a:t>dolor</a:t>
            </a:r>
            <a:r>
              <a:rPr lang="en-GB" sz="1100" dirty="0">
                <a:solidFill>
                  <a:srgbClr val="624900"/>
                </a:solidFill>
              </a:rPr>
              <a:t> sit </a:t>
            </a:r>
            <a:r>
              <a:rPr lang="en-GB" sz="1100" dirty="0" err="1">
                <a:solidFill>
                  <a:srgbClr val="624900"/>
                </a:solidFill>
              </a:rPr>
              <a:t>amet</a:t>
            </a:r>
            <a:r>
              <a:rPr lang="en-GB" sz="1100" dirty="0">
                <a:solidFill>
                  <a:srgbClr val="624900"/>
                </a:solidFill>
              </a:rPr>
              <a:t>, </a:t>
            </a:r>
            <a:r>
              <a:rPr lang="en-GB" sz="1100" dirty="0" err="1">
                <a:solidFill>
                  <a:srgbClr val="624900"/>
                </a:solidFill>
              </a:rPr>
              <a:t>consectetur</a:t>
            </a:r>
            <a:r>
              <a:rPr lang="en-GB" sz="1100" dirty="0">
                <a:solidFill>
                  <a:srgbClr val="624900"/>
                </a:solidFill>
              </a:rPr>
              <a:t> </a:t>
            </a:r>
            <a:r>
              <a:rPr lang="en-GB" sz="1100" dirty="0" err="1">
                <a:solidFill>
                  <a:srgbClr val="624900"/>
                </a:solidFill>
              </a:rPr>
              <a:t>adipiscing</a:t>
            </a:r>
            <a:r>
              <a:rPr lang="en-GB" sz="1100" dirty="0">
                <a:solidFill>
                  <a:srgbClr val="624900"/>
                </a:solidFill>
              </a:rPr>
              <a:t> </a:t>
            </a:r>
            <a:r>
              <a:rPr lang="en-GB" sz="1100" dirty="0" err="1">
                <a:solidFill>
                  <a:srgbClr val="624900"/>
                </a:solidFill>
              </a:rPr>
              <a:t>elit</a:t>
            </a:r>
            <a:r>
              <a:rPr lang="en-GB" sz="1100" dirty="0">
                <a:solidFill>
                  <a:srgbClr val="624900"/>
                </a:solidFill>
              </a:rPr>
              <a:t>. </a:t>
            </a:r>
          </a:p>
          <a:p>
            <a:pPr/>
            <a:endParaRPr lang="en-GB" sz="1100" dirty="0">
              <a:solidFill>
                <a:srgbClr val="624900"/>
              </a:solidFill>
            </a:endParaRPr>
          </a:p>
          <a:p>
            <a:pPr/>
            <a:endParaRPr lang="en-GB" dirty="0" err="1">
              <a:solidFill>
                <a:srgbClr val="624900"/>
              </a:solidFill>
            </a:endParaRPr>
          </a:p>
        </p:txBody>
      </p:sp>
      <p:sp>
        <p:nvSpPr>
          <p:cNvPr id="21" name="cuerpo_4">
            <a:extLst>
              <a:ext uri="{FF2B5EF4-FFF2-40B4-BE49-F238E27FC236}">
                <a16:creationId xmlns:a16="http://schemas.microsoft.com/office/drawing/2014/main" id="{ED209F17-D751-B3BD-7B94-C4716BAC2E63}"/>
              </a:ext>
            </a:extLst>
          </p:cNvPr>
          <p:cNvSpPr txBox="1">
            <a:spLocks/>
          </p:cNvSpPr>
          <p:nvPr/>
        </p:nvSpPr>
        <p:spPr>
          <a:xfrm>
            <a:off x="9458752" y="4193246"/>
            <a:ext cx="2114939" cy="190710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rgbClr val="624900"/>
                </a:solidFill>
              </a:rPr>
              <a:t>Titular</a:t>
            </a:r>
          </a:p>
          <a:p>
            <a:pPr/>
            <a:r>
              <a:rPr lang="en-GB" sz="1100" dirty="0" err="1">
                <a:solidFill>
                  <a:srgbClr val="624900"/>
                </a:solidFill>
              </a:rPr>
              <a:t>Texto</a:t>
            </a:r>
            <a:r>
              <a:rPr lang="en-GB" sz="1100" dirty="0">
                <a:solidFill>
                  <a:srgbClr val="624900"/>
                </a:solidFill>
              </a:rPr>
              <a:t> del </a:t>
            </a:r>
            <a:r>
              <a:rPr lang="en-GB" sz="1100" dirty="0" err="1">
                <a:solidFill>
                  <a:srgbClr val="624900"/>
                </a:solidFill>
              </a:rPr>
              <a:t>cuerpo</a:t>
            </a:r>
            <a:r>
              <a:rPr lang="en-GB" sz="1100" dirty="0">
                <a:solidFill>
                  <a:srgbClr val="624900"/>
                </a:solidFill>
              </a:rPr>
              <a:t> (</a:t>
            </a:r>
            <a:r>
              <a:rPr lang="en-GB" sz="1100" dirty="0" err="1">
                <a:solidFill>
                  <a:srgbClr val="624900"/>
                </a:solidFill>
              </a:rPr>
              <a:t>texto</a:t>
            </a:r>
            <a:r>
              <a:rPr lang="en-GB" sz="1100" dirty="0">
                <a:solidFill>
                  <a:srgbClr val="624900"/>
                </a:solidFill>
              </a:rPr>
              <a:t> de primer </a:t>
            </a:r>
            <a:r>
              <a:rPr lang="en-GB" sz="1100" dirty="0" err="1">
                <a:solidFill>
                  <a:srgbClr val="624900"/>
                </a:solidFill>
              </a:rPr>
              <a:t>nivel</a:t>
            </a:r>
            <a:r>
              <a:rPr lang="en-GB" sz="1100" dirty="0">
                <a:solidFill>
                  <a:srgbClr val="624900"/>
                </a:solidFill>
              </a:rPr>
              <a:t>). </a:t>
            </a:r>
          </a:p>
          <a:p>
            <a:pPr/>
            <a:r>
              <a:rPr lang="en-GB" sz="1100" dirty="0">
                <a:solidFill>
                  <a:srgbClr val="624900"/>
                </a:solidFill>
              </a:rPr>
              <a:t>Lorem ipsum </a:t>
            </a:r>
            <a:r>
              <a:rPr lang="en-GB" sz="1100" dirty="0" err="1">
                <a:solidFill>
                  <a:srgbClr val="624900"/>
                </a:solidFill>
              </a:rPr>
              <a:t>dolor</a:t>
            </a:r>
            <a:r>
              <a:rPr lang="en-GB" sz="1100" dirty="0">
                <a:solidFill>
                  <a:srgbClr val="624900"/>
                </a:solidFill>
              </a:rPr>
              <a:t> sit </a:t>
            </a:r>
            <a:r>
              <a:rPr lang="en-GB" sz="1100" dirty="0" err="1">
                <a:solidFill>
                  <a:srgbClr val="624900"/>
                </a:solidFill>
              </a:rPr>
              <a:t>amet</a:t>
            </a:r>
            <a:r>
              <a:rPr lang="en-GB" sz="1100" dirty="0">
                <a:solidFill>
                  <a:srgbClr val="624900"/>
                </a:solidFill>
              </a:rPr>
              <a:t>, </a:t>
            </a:r>
            <a:r>
              <a:rPr lang="en-GB" sz="1100" dirty="0" err="1">
                <a:solidFill>
                  <a:srgbClr val="624900"/>
                </a:solidFill>
              </a:rPr>
              <a:t>consectetur</a:t>
            </a:r>
            <a:r>
              <a:rPr lang="en-GB" sz="1100" dirty="0">
                <a:solidFill>
                  <a:srgbClr val="624900"/>
                </a:solidFill>
              </a:rPr>
              <a:t> </a:t>
            </a:r>
            <a:r>
              <a:rPr lang="en-GB" sz="1100" dirty="0" err="1">
                <a:solidFill>
                  <a:srgbClr val="624900"/>
                </a:solidFill>
              </a:rPr>
              <a:t>adipiscing</a:t>
            </a:r>
            <a:r>
              <a:rPr lang="en-GB" sz="1100" dirty="0">
                <a:solidFill>
                  <a:srgbClr val="624900"/>
                </a:solidFill>
              </a:rPr>
              <a:t> </a:t>
            </a:r>
            <a:r>
              <a:rPr lang="en-GB" sz="1100" dirty="0" err="1">
                <a:solidFill>
                  <a:srgbClr val="624900"/>
                </a:solidFill>
              </a:rPr>
              <a:t>elit</a:t>
            </a:r>
            <a:r>
              <a:rPr lang="en-GB" sz="1100" dirty="0">
                <a:solidFill>
                  <a:srgbClr val="624900"/>
                </a:solidFill>
              </a:rPr>
              <a:t>. </a:t>
            </a:r>
            <a:endParaRPr lang="en-GB" dirty="0">
              <a:solidFill>
                <a:srgbClr val="624900"/>
              </a:solidFill>
            </a:endParaRPr>
          </a:p>
        </p:txBody>
      </p:sp>
      <p:pic>
        <p:nvPicPr>
          <p:cNvPr id="22" name="Graphic 7">
            <a:extLst>
              <a:ext uri="{FF2B5EF4-FFF2-40B4-BE49-F238E27FC236}">
                <a16:creationId xmlns:a16="http://schemas.microsoft.com/office/drawing/2014/main" id="{815CD7DE-C4A0-C0E6-F50B-6BE6D4D1BF53}"/>
              </a:ext>
            </a:extLst>
          </p:cNvPr>
          <p:cNvPicPr/>
          <p:nvPr/>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
        <p:nvSpPr>
          <p:cNvPr id="5" name="etiqueta_1">
            <a:extLst>
              <a:ext uri="{FF2B5EF4-FFF2-40B4-BE49-F238E27FC236}">
                <a16:creationId xmlns:a16="http://schemas.microsoft.com/office/drawing/2014/main" id="{4E3C0F88-2013-745F-8F51-59C88885E5D6}"/>
              </a:ext>
            </a:extLst>
          </p:cNvPr>
          <p:cNvSpPr txBox="1">
            <a:spLocks/>
          </p:cNvSpPr>
          <p:nvPr/>
        </p:nvSpPr>
        <p:spPr>
          <a:xfrm>
            <a:off x="4392920" y="2037876"/>
            <a:ext cx="2015932" cy="190710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rgbClr val="624900"/>
                </a:solidFill>
              </a:rPr>
              <a:t>Titular</a:t>
            </a:r>
          </a:p>
          <a:p>
            <a:pPr/>
            <a:r>
              <a:rPr lang="en-GB" sz="1100" dirty="0" err="1">
                <a:solidFill>
                  <a:srgbClr val="624900"/>
                </a:solidFill>
              </a:rPr>
              <a:t>Texto</a:t>
            </a:r>
            <a:r>
              <a:rPr lang="en-GB" sz="1100" dirty="0">
                <a:solidFill>
                  <a:srgbClr val="624900"/>
                </a:solidFill>
              </a:rPr>
              <a:t> del </a:t>
            </a:r>
            <a:r>
              <a:rPr lang="en-GB" sz="1100" dirty="0" err="1">
                <a:solidFill>
                  <a:srgbClr val="624900"/>
                </a:solidFill>
              </a:rPr>
              <a:t>cuerpo</a:t>
            </a:r>
            <a:r>
              <a:rPr lang="en-GB" sz="1100" dirty="0">
                <a:solidFill>
                  <a:srgbClr val="624900"/>
                </a:solidFill>
              </a:rPr>
              <a:t> (</a:t>
            </a:r>
            <a:r>
              <a:rPr lang="en-GB" sz="1100" dirty="0" err="1">
                <a:solidFill>
                  <a:srgbClr val="624900"/>
                </a:solidFill>
              </a:rPr>
              <a:t>texto</a:t>
            </a:r>
            <a:r>
              <a:rPr lang="en-GB" sz="1100" dirty="0">
                <a:solidFill>
                  <a:srgbClr val="624900"/>
                </a:solidFill>
              </a:rPr>
              <a:t> de primer </a:t>
            </a:r>
            <a:r>
              <a:rPr lang="en-GB" sz="1100" dirty="0" err="1">
                <a:solidFill>
                  <a:srgbClr val="624900"/>
                </a:solidFill>
              </a:rPr>
              <a:t>nivel</a:t>
            </a:r>
            <a:r>
              <a:rPr lang="en-GB" sz="1100" dirty="0">
                <a:solidFill>
                  <a:srgbClr val="624900"/>
                </a:solidFill>
              </a:rPr>
              <a:t>).</a:t>
            </a:r>
          </a:p>
          <a:p>
            <a:pPr/>
            <a:r>
              <a:rPr lang="en-GB" sz="1100" dirty="0">
                <a:solidFill>
                  <a:srgbClr val="624900"/>
                </a:solidFill>
              </a:rPr>
              <a:t>Lorem ipsum </a:t>
            </a:r>
            <a:r>
              <a:rPr lang="en-GB" sz="1100" dirty="0" err="1">
                <a:solidFill>
                  <a:srgbClr val="624900"/>
                </a:solidFill>
              </a:rPr>
              <a:t>dolor</a:t>
            </a:r>
            <a:r>
              <a:rPr lang="en-GB" sz="1100" dirty="0">
                <a:solidFill>
                  <a:srgbClr val="624900"/>
                </a:solidFill>
              </a:rPr>
              <a:t> sit </a:t>
            </a:r>
            <a:r>
              <a:rPr lang="en-GB" sz="1100" dirty="0" err="1">
                <a:solidFill>
                  <a:srgbClr val="624900"/>
                </a:solidFill>
              </a:rPr>
              <a:t>amet</a:t>
            </a:r>
            <a:r>
              <a:rPr lang="en-GB" sz="1100" dirty="0">
                <a:solidFill>
                  <a:srgbClr val="624900"/>
                </a:solidFill>
              </a:rPr>
              <a:t>, </a:t>
            </a:r>
            <a:r>
              <a:rPr lang="en-GB" sz="1100" dirty="0" err="1">
                <a:solidFill>
                  <a:srgbClr val="624900"/>
                </a:solidFill>
              </a:rPr>
              <a:t>consectetur</a:t>
            </a:r>
            <a:r>
              <a:rPr lang="en-GB" sz="1100" dirty="0">
                <a:solidFill>
                  <a:srgbClr val="624900"/>
                </a:solidFill>
              </a:rPr>
              <a:t> </a:t>
            </a:r>
            <a:r>
              <a:rPr lang="en-GB" sz="1100" dirty="0" err="1">
                <a:solidFill>
                  <a:srgbClr val="624900"/>
                </a:solidFill>
              </a:rPr>
              <a:t>adipiscing</a:t>
            </a:r>
            <a:r>
              <a:rPr lang="en-GB" sz="1100" dirty="0">
                <a:solidFill>
                  <a:srgbClr val="624900"/>
                </a:solidFill>
              </a:rPr>
              <a:t> </a:t>
            </a:r>
            <a:r>
              <a:rPr lang="en-GB" sz="1100" dirty="0" err="1">
                <a:solidFill>
                  <a:srgbClr val="624900"/>
                </a:solidFill>
              </a:rPr>
              <a:t>elit</a:t>
            </a:r>
            <a:r>
              <a:rPr lang="en-GB" sz="1100" dirty="0">
                <a:solidFill>
                  <a:srgbClr val="624900"/>
                </a:solidFill>
              </a:rPr>
              <a:t>. </a:t>
            </a:r>
          </a:p>
          <a:p>
            <a:pPr/>
            <a:endParaRPr lang="en-GB" sz="1100" dirty="0">
              <a:solidFill>
                <a:srgbClr val="624900"/>
              </a:solidFill>
            </a:endParaRPr>
          </a:p>
          <a:p>
            <a:pPr/>
            <a:endParaRPr lang="en-GB" dirty="0" err="1">
              <a:solidFill>
                <a:srgbClr val="624900"/>
              </a:solidFill>
            </a:endParaRPr>
          </a:p>
        </p:txBody>
      </p:sp>
    </p:spTree>
    <p:extLst>
      <p:ext uri="{BB962C8B-B14F-4D97-AF65-F5344CB8AC3E}">
        <p14:creationId xmlns:p14="http://schemas.microsoft.com/office/powerpoint/2010/main" val="140922594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78BF7-1D91-D46A-D96F-3151EFE502E6}"/>
            </a:ext>
          </a:extLst>
        </p:cNvPr>
        <p:cNvGrpSpPr/>
        <p:nvPr/>
      </p:nvGrpSpPr>
      <p:grpSpPr>
        <a:xfrm>
          <a:off x="0" y="0"/>
          <a:ext cx="0" cy="0"/>
          <a:chOff x="0" y="0"/>
          <a:chExt cx="0" cy="0"/>
        </a:xfrm>
      </p:grpSpPr>
      <p:sp>
        <p:nvSpPr>
          <p:cNvPr id="16" name="imagen_1">
            <a:extLst>
              <a:ext uri="{FF2B5EF4-FFF2-40B4-BE49-F238E27FC236}">
                <a16:creationId xmlns:a16="http://schemas.microsoft.com/office/drawing/2014/main" id="{22654AB7-3D76-A246-4DF8-2D05B22D2D11}"/>
              </a:ext>
            </a:extLst>
          </p:cNvPr>
          <p:cNvSpPr/>
          <p:nvPr/>
        </p:nvSpPr>
        <p:spPr>
          <a:xfrm>
            <a:off x="4301974" y="1912122"/>
            <a:ext cx="2363249" cy="4192079"/>
          </a:xfrm>
          <a:prstGeom prst="roundRect">
            <a:avLst>
              <a:gd name="adj" fmla="val 303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magen_2">
            <a:extLst>
              <a:ext uri="{FF2B5EF4-FFF2-40B4-BE49-F238E27FC236}">
                <a16:creationId xmlns:a16="http://schemas.microsoft.com/office/drawing/2014/main" id="{8D0EADDA-F8D9-0345-5C5F-930967860C5C}"/>
              </a:ext>
            </a:extLst>
          </p:cNvPr>
          <p:cNvSpPr/>
          <p:nvPr/>
        </p:nvSpPr>
        <p:spPr>
          <a:xfrm>
            <a:off x="6845448" y="1912122"/>
            <a:ext cx="2363249" cy="4192079"/>
          </a:xfrm>
          <a:prstGeom prst="roundRect">
            <a:avLst>
              <a:gd name="adj" fmla="val 303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imagen_3">
            <a:extLst>
              <a:ext uri="{FF2B5EF4-FFF2-40B4-BE49-F238E27FC236}">
                <a16:creationId xmlns:a16="http://schemas.microsoft.com/office/drawing/2014/main" id="{6C2D5C2D-F734-FB3A-139A-16634AACA1F8}"/>
              </a:ext>
            </a:extLst>
          </p:cNvPr>
          <p:cNvSpPr/>
          <p:nvPr/>
        </p:nvSpPr>
        <p:spPr>
          <a:xfrm>
            <a:off x="9388922" y="1912122"/>
            <a:ext cx="2363249" cy="4192079"/>
          </a:xfrm>
          <a:prstGeom prst="roundRect">
            <a:avLst>
              <a:gd name="adj" fmla="val 3035"/>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ángulo 6">
            <a:extLst>
              <a:ext uri="{FF2B5EF4-FFF2-40B4-BE49-F238E27FC236}">
                <a16:creationId xmlns:a16="http://schemas.microsoft.com/office/drawing/2014/main" id="{88AC42E7-81F1-0C25-66C8-6C7A87C6272B}"/>
              </a:ext>
            </a:extLst>
          </p:cNvPr>
          <p:cNvSpPr/>
          <p:nvPr/>
        </p:nvSpPr>
        <p:spPr>
          <a:xfrm>
            <a:off x="0" y="6437376"/>
            <a:ext cx="12192000" cy="420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sp>
        <p:nvSpPr>
          <p:cNvPr id="4" name="titulo">
            <a:extLst>
              <a:ext uri="{FF2B5EF4-FFF2-40B4-BE49-F238E27FC236}">
                <a16:creationId xmlns:a16="http://schemas.microsoft.com/office/drawing/2014/main" id="{77CA2B23-83DC-FE2F-3899-9234DCC1BAF0}"/>
              </a:ext>
            </a:extLst>
          </p:cNvPr>
          <p:cNvSpPr>
            <a:spLocks noGrp="1"/>
          </p:cNvSpPr>
          <p:nvPr>
            <p:ph type="title"/>
          </p:nvPr>
        </p:nvSpPr>
        <p:spPr/>
        <p:txBody>
          <a:bodyPr/>
          <a:lstStyle/>
          <a:p>
            <a:pPr/>
            <a:r>
              <a:rPr lang="en-GB" dirty="0" err="1"/>
              <a:t>Título</a:t>
            </a:r>
            <a:r>
              <a:rPr lang="en-GB" dirty="0"/>
              <a:t> de </a:t>
            </a:r>
            <a:r>
              <a:rPr lang="en-GB" dirty="0" err="1"/>
              <a:t>sección</a:t>
            </a:r>
            <a:r>
              <a:rPr lang="en-GB" dirty="0"/>
              <a:t> </a:t>
            </a:r>
            <a:r>
              <a:rPr lang="en-GB" dirty="0" err="1"/>
              <a:t>compuesto</a:t>
            </a:r>
            <a:r>
              <a:rPr lang="en-GB" dirty="0"/>
              <a:t> </a:t>
            </a:r>
            <a:r>
              <a:rPr lang="en-GB" dirty="0" err="1"/>
              <a:t>en</a:t>
            </a:r>
            <a:r>
              <a:rPr lang="en-GB" dirty="0"/>
              <a:t> 2 </a:t>
            </a:r>
            <a:r>
              <a:rPr lang="en-GB" dirty="0" err="1"/>
              <a:t>líneas</a:t>
            </a:r>
            <a:endParaRPr lang="en-GB" dirty="0"/>
          </a:p>
        </p:txBody>
      </p:sp>
      <p:sp>
        <p:nvSpPr>
          <p:cNvPr id="9" name="cuerpo_1">
            <a:extLst>
              <a:ext uri="{FF2B5EF4-FFF2-40B4-BE49-F238E27FC236}">
                <a16:creationId xmlns:a16="http://schemas.microsoft.com/office/drawing/2014/main" id="{7BE3EA18-A3A2-6552-05D7-04884C8DC77B}"/>
              </a:ext>
            </a:extLst>
          </p:cNvPr>
          <p:cNvSpPr>
            <a:spLocks noGrp="1"/>
          </p:cNvSpPr>
          <p:nvPr>
            <p:ph idx="1"/>
          </p:nvPr>
        </p:nvSpPr>
        <p:spPr>
          <a:xfrm>
            <a:off x="425449" y="1912122"/>
            <a:ext cx="3310527" cy="4520428"/>
          </a:xfrm>
        </p:spPr>
        <p:txBody>
          <a:bodyPr/>
          <a:lstStyle/>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Ut </a:t>
            </a:r>
            <a:r>
              <a:rPr lang="en-GB" dirty="0" err="1"/>
              <a:t>efficitur</a:t>
            </a:r>
            <a:r>
              <a:rPr lang="en-GB" dirty="0"/>
              <a:t> </a:t>
            </a:r>
            <a:r>
              <a:rPr lang="en-GB" dirty="0" err="1"/>
              <a:t>ullamcorper</a:t>
            </a:r>
            <a:r>
              <a:rPr lang="en-GB" dirty="0"/>
              <a:t> </a:t>
            </a:r>
            <a:r>
              <a:rPr lang="en-GB" dirty="0" err="1"/>
              <a:t>felis</a:t>
            </a:r>
            <a:r>
              <a:rPr lang="en-GB" dirty="0"/>
              <a:t>.</a:t>
            </a:r>
          </a:p>
          <a:p>
            <a:pPr/>
            <a:r>
              <a:rPr lang="en-GB" dirty="0"/>
              <a:t>Bibendum </a:t>
            </a:r>
            <a:r>
              <a:rPr lang="en-GB" dirty="0" err="1"/>
              <a:t>lacus</a:t>
            </a:r>
            <a:r>
              <a:rPr lang="en-GB" dirty="0"/>
              <a:t> </a:t>
            </a:r>
            <a:r>
              <a:rPr lang="en-GB" dirty="0" err="1"/>
              <a:t>ornare</a:t>
            </a:r>
            <a:r>
              <a:rPr lang="en-GB" dirty="0"/>
              <a:t> et:</a:t>
            </a:r>
          </a:p>
          <a:p>
            <a:pPr marL="285750" indent="-285750">
              <a:buFont typeface="Arial" panose="020B0604020202020204" pitchFamily="34" charset="0"/>
              <a:buChar char="•"/>
            </a:pPr>
            <a:r>
              <a:rPr lang="en-GB" dirty="0"/>
              <a:t>Nunc ex libero </a:t>
            </a:r>
            <a:r>
              <a:rPr lang="en-GB" dirty="0" err="1"/>
              <a:t>finibus</a:t>
            </a:r>
            <a:r>
              <a:rPr lang="en-GB" dirty="0"/>
              <a:t> </a:t>
            </a:r>
            <a:r>
              <a:rPr lang="en-GB" dirty="0" err="1"/>
              <a:t>vel</a:t>
            </a:r>
            <a:r>
              <a:rPr lang="en-GB" dirty="0"/>
              <a:t> </a:t>
            </a:r>
          </a:p>
          <a:p>
            <a:pPr marL="463550" lvl="1" indent="-285750"/>
            <a:r>
              <a:rPr lang="en-GB" dirty="0" err="1"/>
              <a:t>Tristique</a:t>
            </a:r>
            <a:r>
              <a:rPr lang="en-GB" dirty="0"/>
              <a:t> </a:t>
            </a:r>
            <a:r>
              <a:rPr lang="en-GB" dirty="0" err="1"/>
              <a:t>eget</a:t>
            </a:r>
            <a:r>
              <a:rPr lang="en-GB" dirty="0"/>
              <a:t> ipsum dui</a:t>
            </a:r>
          </a:p>
          <a:p>
            <a:pPr marL="641350" lvl="2" indent="-285750"/>
            <a:r>
              <a:rPr lang="en-GB" sz="1500" dirty="0" err="1"/>
              <a:t>Phasellus</a:t>
            </a:r>
            <a:r>
              <a:rPr lang="en-GB" sz="1500" dirty="0"/>
              <a:t> vitae </a:t>
            </a:r>
            <a:r>
              <a:rPr lang="en-GB" sz="1500" dirty="0" err="1"/>
              <a:t>tincidun</a:t>
            </a:r>
            <a:endParaRPr lang="en-GB" sz="1500" dirty="0"/>
          </a:p>
        </p:txBody>
      </p:sp>
      <p:sp>
        <p:nvSpPr>
          <p:cNvPr id="13" name="Footer Placeholder 12">
            <a:extLst>
              <a:ext uri="{FF2B5EF4-FFF2-40B4-BE49-F238E27FC236}">
                <a16:creationId xmlns:a16="http://schemas.microsoft.com/office/drawing/2014/main" id="{AB658B5B-CC03-77DC-4311-8F57F154DE54}"/>
              </a:ext>
            </a:extLst>
          </p:cNvPr>
          <p:cNvSpPr>
            <a:spLocks noGrp="1"/>
          </p:cNvSpPr>
          <p:nvPr>
            <p:ph type="ftr" sz="quarter" idx="11"/>
          </p:nvPr>
        </p:nvSpPr>
        <p:spPr/>
        <p:txBody>
          <a:bodyPr/>
          <a:lstStyle/>
          <a:p>
            <a:pPr/>
          </a:p>
        </p:txBody>
      </p:sp>
      <p:sp>
        <p:nvSpPr>
          <p:cNvPr id="14" name="Slide Number Placeholder 13">
            <a:extLst>
              <a:ext uri="{FF2B5EF4-FFF2-40B4-BE49-F238E27FC236}">
                <a16:creationId xmlns:a16="http://schemas.microsoft.com/office/drawing/2014/main" id="{73223EA1-DF90-581C-2C3B-D592530DD6BF}"/>
              </a:ext>
            </a:extLst>
          </p:cNvPr>
          <p:cNvSpPr>
            <a:spLocks noGrp="1"/>
          </p:cNvSpPr>
          <p:nvPr>
            <p:ph type="sldNum" sz="quarter" idx="12"/>
          </p:nvPr>
        </p:nvSpPr>
        <p:spPr/>
        <p:txBody>
          <a:bodyPr/>
          <a:lstStyle/>
          <a:p>
            <a:pPr/>
            <a:fld id="{5F7B1633-95EA-F847-945E-534A0819728C}" type="slidenum">
              <a:rPr lang="en-GB" smtClean="0"/>
              <a:pPr/>
              <a:t>10</a:t>
            </a:fld>
            <a:endParaRPr lang="en-GB"/>
          </a:p>
        </p:txBody>
      </p:sp>
      <p:sp>
        <p:nvSpPr>
          <p:cNvPr id="10" name="antetitulo">
            <a:extLst>
              <a:ext uri="{FF2B5EF4-FFF2-40B4-BE49-F238E27FC236}">
                <a16:creationId xmlns:a16="http://schemas.microsoft.com/office/drawing/2014/main" id="{E35AA306-18FA-A0D5-74D3-350BFF599EB4}"/>
              </a:ext>
            </a:extLst>
          </p:cNvPr>
          <p:cNvSpPr>
            <a:spLocks noGrp="1"/>
          </p:cNvSpPr>
          <p:nvPr>
            <p:ph type="body" sz="quarter" idx="1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
        <p:nvSpPr>
          <p:cNvPr id="6" name="cuerpo_3">
            <a:extLst>
              <a:ext uri="{FF2B5EF4-FFF2-40B4-BE49-F238E27FC236}">
                <a16:creationId xmlns:a16="http://schemas.microsoft.com/office/drawing/2014/main" id="{67104736-9D1F-A0FE-3A22-F0371E8BEA2E}"/>
              </a:ext>
            </a:extLst>
          </p:cNvPr>
          <p:cNvSpPr txBox="1">
            <a:spLocks/>
          </p:cNvSpPr>
          <p:nvPr/>
        </p:nvSpPr>
        <p:spPr>
          <a:xfrm>
            <a:off x="6953240" y="2037876"/>
            <a:ext cx="1873669" cy="3978312"/>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chemeClr val="accent6"/>
                </a:solidFill>
              </a:rPr>
              <a:t>Titular</a:t>
            </a:r>
          </a:p>
          <a:p>
            <a:pPr/>
            <a:r>
              <a:rPr lang="en-GB" sz="1100" dirty="0" err="1">
                <a:solidFill>
                  <a:schemeClr val="accent6"/>
                </a:solidFill>
              </a:rPr>
              <a:t>Texto</a:t>
            </a:r>
            <a:r>
              <a:rPr lang="en-GB" sz="1100" dirty="0">
                <a:solidFill>
                  <a:schemeClr val="accent6"/>
                </a:solidFill>
              </a:rPr>
              <a:t> del </a:t>
            </a:r>
            <a:r>
              <a:rPr lang="en-GB" sz="1100" dirty="0" err="1">
                <a:solidFill>
                  <a:schemeClr val="accent6"/>
                </a:solidFill>
              </a:rPr>
              <a:t>cuerpo</a:t>
            </a:r>
            <a:r>
              <a:rPr lang="en-GB" sz="1100" dirty="0">
                <a:solidFill>
                  <a:schemeClr val="accent6"/>
                </a:solidFill>
              </a:rPr>
              <a:t> (</a:t>
            </a:r>
            <a:r>
              <a:rPr lang="en-GB" sz="1100" dirty="0" err="1">
                <a:solidFill>
                  <a:schemeClr val="accent6"/>
                </a:solidFill>
              </a:rPr>
              <a:t>texto</a:t>
            </a:r>
            <a:r>
              <a:rPr lang="en-GB" sz="1100" dirty="0">
                <a:solidFill>
                  <a:schemeClr val="accent6"/>
                </a:solidFill>
              </a:rPr>
              <a:t> de primer </a:t>
            </a:r>
            <a:r>
              <a:rPr lang="en-GB" sz="1100" dirty="0" err="1">
                <a:solidFill>
                  <a:schemeClr val="accent6"/>
                </a:solidFill>
              </a:rPr>
              <a:t>nivel</a:t>
            </a:r>
            <a:r>
              <a:rPr lang="en-GB" sz="1100" dirty="0">
                <a:solidFill>
                  <a:schemeClr val="accent6"/>
                </a:solidFill>
              </a:rPr>
              <a:t>). Lorem ipsum </a:t>
            </a:r>
            <a:r>
              <a:rPr lang="en-GB" sz="1100" dirty="0" err="1">
                <a:solidFill>
                  <a:schemeClr val="accent6"/>
                </a:solidFill>
              </a:rPr>
              <a:t>dolor</a:t>
            </a:r>
            <a:r>
              <a:rPr lang="en-GB" sz="1100" dirty="0">
                <a:solidFill>
                  <a:schemeClr val="accent6"/>
                </a:solidFill>
              </a:rPr>
              <a:t> sit </a:t>
            </a:r>
            <a:r>
              <a:rPr lang="en-GB" sz="1100" dirty="0" err="1">
                <a:solidFill>
                  <a:schemeClr val="accent6"/>
                </a:solidFill>
              </a:rPr>
              <a:t>amet</a:t>
            </a:r>
            <a:r>
              <a:rPr lang="en-GB" sz="1100" dirty="0">
                <a:solidFill>
                  <a:schemeClr val="accent6"/>
                </a:solidFill>
              </a:rPr>
              <a:t>, </a:t>
            </a:r>
            <a:r>
              <a:rPr lang="en-GB" sz="1100" dirty="0" err="1">
                <a:solidFill>
                  <a:schemeClr val="accent6"/>
                </a:solidFill>
              </a:rPr>
              <a:t>consectetur</a:t>
            </a:r>
            <a:r>
              <a:rPr lang="en-GB" sz="1100" dirty="0">
                <a:solidFill>
                  <a:schemeClr val="accent6"/>
                </a:solidFill>
              </a:rPr>
              <a:t> </a:t>
            </a:r>
            <a:r>
              <a:rPr lang="en-GB" sz="1100" dirty="0" err="1">
                <a:solidFill>
                  <a:schemeClr val="accent6"/>
                </a:solidFill>
              </a:rPr>
              <a:t>adipiscing</a:t>
            </a:r>
            <a:r>
              <a:rPr lang="en-GB" sz="1100" dirty="0">
                <a:solidFill>
                  <a:schemeClr val="accent6"/>
                </a:solidFill>
              </a:rPr>
              <a:t> </a:t>
            </a:r>
            <a:r>
              <a:rPr lang="en-GB" sz="1100" dirty="0" err="1">
                <a:solidFill>
                  <a:schemeClr val="accent6"/>
                </a:solidFill>
              </a:rPr>
              <a:t>elit</a:t>
            </a:r>
            <a:r>
              <a:rPr lang="en-GB" sz="1100" dirty="0">
                <a:solidFill>
                  <a:schemeClr val="accent6"/>
                </a:solidFill>
              </a:rPr>
              <a:t>. </a:t>
            </a:r>
          </a:p>
          <a:p>
            <a:pPr/>
            <a:r>
              <a:rPr lang="en-GB" sz="1100" dirty="0">
                <a:solidFill>
                  <a:schemeClr val="accent6"/>
                </a:solidFill>
              </a:rPr>
              <a:t>Ut </a:t>
            </a:r>
            <a:r>
              <a:rPr lang="en-GB" sz="1100" dirty="0" err="1">
                <a:solidFill>
                  <a:schemeClr val="accent6"/>
                </a:solidFill>
              </a:rPr>
              <a:t>efficitur</a:t>
            </a:r>
            <a:r>
              <a:rPr lang="en-GB" sz="1100" dirty="0">
                <a:solidFill>
                  <a:schemeClr val="accent6"/>
                </a:solidFill>
              </a:rPr>
              <a:t> </a:t>
            </a:r>
            <a:r>
              <a:rPr lang="en-GB" sz="1100" dirty="0" err="1">
                <a:solidFill>
                  <a:schemeClr val="accent6"/>
                </a:solidFill>
              </a:rPr>
              <a:t>ullamcorper</a:t>
            </a:r>
            <a:r>
              <a:rPr lang="en-GB" sz="1100" dirty="0">
                <a:solidFill>
                  <a:schemeClr val="accent6"/>
                </a:solidFill>
              </a:rPr>
              <a:t> </a:t>
            </a:r>
            <a:r>
              <a:rPr lang="en-GB" sz="1100" dirty="0" err="1">
                <a:solidFill>
                  <a:schemeClr val="accent6"/>
                </a:solidFill>
              </a:rPr>
              <a:t>felis</a:t>
            </a:r>
            <a:r>
              <a:rPr lang="en-GB" sz="1100" dirty="0">
                <a:solidFill>
                  <a:schemeClr val="accent6"/>
                </a:solidFill>
              </a:rPr>
              <a:t>, Bibendum </a:t>
            </a:r>
            <a:r>
              <a:rPr lang="en-GB" sz="1100" dirty="0" err="1">
                <a:solidFill>
                  <a:schemeClr val="accent6"/>
                </a:solidFill>
              </a:rPr>
              <a:t>lacus</a:t>
            </a:r>
            <a:r>
              <a:rPr lang="en-GB" sz="1100" dirty="0">
                <a:solidFill>
                  <a:schemeClr val="accent6"/>
                </a:solidFill>
              </a:rPr>
              <a:t> </a:t>
            </a:r>
            <a:r>
              <a:rPr lang="en-GB" sz="1100" dirty="0" err="1">
                <a:solidFill>
                  <a:schemeClr val="accent6"/>
                </a:solidFill>
              </a:rPr>
              <a:t>ornare</a:t>
            </a:r>
            <a:r>
              <a:rPr lang="en-GB" sz="1100" dirty="0">
                <a:solidFill>
                  <a:schemeClr val="accent6"/>
                </a:solidFill>
              </a:rPr>
              <a:t> et. </a:t>
            </a:r>
          </a:p>
          <a:p>
            <a:pPr marL="171450" indent="-171450">
              <a:buFont typeface="Arial" panose="020B0604020202020204" pitchFamily="34" charset="0"/>
              <a:buChar char="•"/>
            </a:pPr>
            <a:r>
              <a:rPr lang="en-GB" sz="1100" dirty="0">
                <a:solidFill>
                  <a:schemeClr val="accent6"/>
                </a:solidFill>
              </a:rPr>
              <a:t>Ut </a:t>
            </a:r>
            <a:r>
              <a:rPr lang="en-GB" sz="1100" dirty="0" err="1">
                <a:solidFill>
                  <a:schemeClr val="accent6"/>
                </a:solidFill>
              </a:rPr>
              <a:t>efficitur</a:t>
            </a:r>
            <a:r>
              <a:rPr lang="en-GB" sz="1100" dirty="0">
                <a:solidFill>
                  <a:schemeClr val="accent6"/>
                </a:solidFill>
              </a:rPr>
              <a:t> </a:t>
            </a:r>
            <a:r>
              <a:rPr lang="en-GB" sz="1100" dirty="0" err="1">
                <a:solidFill>
                  <a:schemeClr val="accent6"/>
                </a:solidFill>
              </a:rPr>
              <a:t>ullamcorper</a:t>
            </a:r>
            <a:r>
              <a:rPr lang="en-GB" sz="1100" dirty="0">
                <a:solidFill>
                  <a:schemeClr val="accent6"/>
                </a:solidFill>
              </a:rPr>
              <a:t> </a:t>
            </a:r>
            <a:r>
              <a:rPr lang="en-GB" sz="1100" dirty="0" err="1">
                <a:solidFill>
                  <a:schemeClr val="accent6"/>
                </a:solidFill>
              </a:rPr>
              <a:t>felis</a:t>
            </a:r>
            <a:r>
              <a:rPr lang="en-GB" sz="1100" dirty="0">
                <a:solidFill>
                  <a:schemeClr val="accent6"/>
                </a:solidFill>
              </a:rPr>
              <a:t>.</a:t>
            </a:r>
          </a:p>
          <a:p>
            <a:pPr marL="171450" indent="-171450">
              <a:buFont typeface="Arial" panose="020B0604020202020204" pitchFamily="34" charset="0"/>
              <a:buChar char="•"/>
            </a:pPr>
            <a:r>
              <a:rPr lang="en-GB" sz="1100" dirty="0" err="1">
                <a:solidFill>
                  <a:schemeClr val="accent6"/>
                </a:solidFill>
              </a:rPr>
              <a:t>Phasellus</a:t>
            </a:r>
            <a:r>
              <a:rPr lang="en-GB" sz="1100" dirty="0">
                <a:solidFill>
                  <a:schemeClr val="accent6"/>
                </a:solidFill>
              </a:rPr>
              <a:t> vitae </a:t>
            </a:r>
            <a:r>
              <a:rPr lang="en-GB" sz="1100" dirty="0" err="1">
                <a:solidFill>
                  <a:schemeClr val="accent6"/>
                </a:solidFill>
              </a:rPr>
              <a:t>tincidun</a:t>
            </a:r>
            <a:endParaRPr lang="en-GB" sz="1100" dirty="0">
              <a:solidFill>
                <a:schemeClr val="accent6"/>
              </a:solidFill>
            </a:endParaRPr>
          </a:p>
          <a:p>
            <a:pPr/>
            <a:endParaRPr lang="en-GB" dirty="0" err="1">
              <a:solidFill>
                <a:schemeClr val="accent6"/>
              </a:solidFill>
            </a:endParaRPr>
          </a:p>
        </p:txBody>
      </p:sp>
      <p:sp>
        <p:nvSpPr>
          <p:cNvPr id="7" name="cuerpo_4">
            <a:extLst>
              <a:ext uri="{FF2B5EF4-FFF2-40B4-BE49-F238E27FC236}">
                <a16:creationId xmlns:a16="http://schemas.microsoft.com/office/drawing/2014/main" id="{24186E61-6849-C03B-5904-A0BBC6D73A0C}"/>
              </a:ext>
            </a:extLst>
          </p:cNvPr>
          <p:cNvSpPr txBox="1">
            <a:spLocks/>
          </p:cNvSpPr>
          <p:nvPr/>
        </p:nvSpPr>
        <p:spPr>
          <a:xfrm>
            <a:off x="9458752" y="2037876"/>
            <a:ext cx="1873669" cy="3978312"/>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chemeClr val="accent6"/>
                </a:solidFill>
              </a:rPr>
              <a:t>Titular</a:t>
            </a:r>
          </a:p>
          <a:p>
            <a:pPr/>
            <a:r>
              <a:rPr lang="en-GB" sz="1100" dirty="0" err="1">
                <a:solidFill>
                  <a:schemeClr val="accent6"/>
                </a:solidFill>
              </a:rPr>
              <a:t>Texto</a:t>
            </a:r>
            <a:r>
              <a:rPr lang="en-GB" sz="1100" dirty="0">
                <a:solidFill>
                  <a:schemeClr val="accent6"/>
                </a:solidFill>
              </a:rPr>
              <a:t> del </a:t>
            </a:r>
            <a:r>
              <a:rPr lang="en-GB" sz="1100" dirty="0" err="1">
                <a:solidFill>
                  <a:schemeClr val="accent6"/>
                </a:solidFill>
              </a:rPr>
              <a:t>cuerpo</a:t>
            </a:r>
            <a:r>
              <a:rPr lang="en-GB" sz="1100" dirty="0">
                <a:solidFill>
                  <a:schemeClr val="accent6"/>
                </a:solidFill>
              </a:rPr>
              <a:t> (</a:t>
            </a:r>
            <a:r>
              <a:rPr lang="en-GB" sz="1100" dirty="0" err="1">
                <a:solidFill>
                  <a:schemeClr val="accent6"/>
                </a:solidFill>
              </a:rPr>
              <a:t>texto</a:t>
            </a:r>
            <a:r>
              <a:rPr lang="en-GB" sz="1100" dirty="0">
                <a:solidFill>
                  <a:schemeClr val="accent6"/>
                </a:solidFill>
              </a:rPr>
              <a:t> de primer </a:t>
            </a:r>
            <a:r>
              <a:rPr lang="en-GB" sz="1100" dirty="0" err="1">
                <a:solidFill>
                  <a:schemeClr val="accent6"/>
                </a:solidFill>
              </a:rPr>
              <a:t>nivel</a:t>
            </a:r>
            <a:r>
              <a:rPr lang="en-GB" sz="1100" dirty="0">
                <a:solidFill>
                  <a:schemeClr val="accent6"/>
                </a:solidFill>
              </a:rPr>
              <a:t>). Lorem ipsum </a:t>
            </a:r>
            <a:r>
              <a:rPr lang="en-GB" sz="1100" dirty="0" err="1">
                <a:solidFill>
                  <a:schemeClr val="accent6"/>
                </a:solidFill>
              </a:rPr>
              <a:t>dolor</a:t>
            </a:r>
            <a:r>
              <a:rPr lang="en-GB" sz="1100" dirty="0">
                <a:solidFill>
                  <a:schemeClr val="accent6"/>
                </a:solidFill>
              </a:rPr>
              <a:t> sit </a:t>
            </a:r>
            <a:r>
              <a:rPr lang="en-GB" sz="1100" dirty="0" err="1">
                <a:solidFill>
                  <a:schemeClr val="accent6"/>
                </a:solidFill>
              </a:rPr>
              <a:t>amet</a:t>
            </a:r>
            <a:r>
              <a:rPr lang="en-GB" sz="1100" dirty="0">
                <a:solidFill>
                  <a:schemeClr val="accent6"/>
                </a:solidFill>
              </a:rPr>
              <a:t>, </a:t>
            </a:r>
            <a:r>
              <a:rPr lang="en-GB" sz="1100" dirty="0" err="1">
                <a:solidFill>
                  <a:schemeClr val="accent6"/>
                </a:solidFill>
              </a:rPr>
              <a:t>consectetur</a:t>
            </a:r>
            <a:r>
              <a:rPr lang="en-GB" sz="1100" dirty="0">
                <a:solidFill>
                  <a:schemeClr val="accent6"/>
                </a:solidFill>
              </a:rPr>
              <a:t> </a:t>
            </a:r>
            <a:r>
              <a:rPr lang="en-GB" sz="1100" dirty="0" err="1">
                <a:solidFill>
                  <a:schemeClr val="accent6"/>
                </a:solidFill>
              </a:rPr>
              <a:t>adipiscing</a:t>
            </a:r>
            <a:r>
              <a:rPr lang="en-GB" sz="1100" dirty="0">
                <a:solidFill>
                  <a:schemeClr val="accent6"/>
                </a:solidFill>
              </a:rPr>
              <a:t> </a:t>
            </a:r>
            <a:r>
              <a:rPr lang="en-GB" sz="1100" dirty="0" err="1">
                <a:solidFill>
                  <a:schemeClr val="accent6"/>
                </a:solidFill>
              </a:rPr>
              <a:t>elit</a:t>
            </a:r>
            <a:r>
              <a:rPr lang="en-GB" sz="1100" dirty="0">
                <a:solidFill>
                  <a:schemeClr val="accent6"/>
                </a:solidFill>
              </a:rPr>
              <a:t>. </a:t>
            </a:r>
          </a:p>
          <a:p>
            <a:pPr/>
            <a:r>
              <a:rPr lang="en-GB" sz="1100" dirty="0">
                <a:solidFill>
                  <a:schemeClr val="accent6"/>
                </a:solidFill>
              </a:rPr>
              <a:t>Ut </a:t>
            </a:r>
            <a:r>
              <a:rPr lang="en-GB" sz="1100" dirty="0" err="1">
                <a:solidFill>
                  <a:schemeClr val="accent6"/>
                </a:solidFill>
              </a:rPr>
              <a:t>efficitur</a:t>
            </a:r>
            <a:r>
              <a:rPr lang="en-GB" sz="1100" dirty="0">
                <a:solidFill>
                  <a:schemeClr val="accent6"/>
                </a:solidFill>
              </a:rPr>
              <a:t> </a:t>
            </a:r>
            <a:r>
              <a:rPr lang="en-GB" sz="1100" dirty="0" err="1">
                <a:solidFill>
                  <a:schemeClr val="accent6"/>
                </a:solidFill>
              </a:rPr>
              <a:t>ullamcorper</a:t>
            </a:r>
            <a:r>
              <a:rPr lang="en-GB" sz="1100" dirty="0">
                <a:solidFill>
                  <a:schemeClr val="accent6"/>
                </a:solidFill>
              </a:rPr>
              <a:t> </a:t>
            </a:r>
            <a:r>
              <a:rPr lang="en-GB" sz="1100" dirty="0" err="1">
                <a:solidFill>
                  <a:schemeClr val="accent6"/>
                </a:solidFill>
              </a:rPr>
              <a:t>felis</a:t>
            </a:r>
            <a:r>
              <a:rPr lang="en-GB" sz="1100" dirty="0">
                <a:solidFill>
                  <a:schemeClr val="accent6"/>
                </a:solidFill>
              </a:rPr>
              <a:t>, Bibendum </a:t>
            </a:r>
            <a:r>
              <a:rPr lang="en-GB" sz="1100" dirty="0" err="1">
                <a:solidFill>
                  <a:schemeClr val="accent6"/>
                </a:solidFill>
              </a:rPr>
              <a:t>lacus</a:t>
            </a:r>
            <a:r>
              <a:rPr lang="en-GB" sz="1100" dirty="0">
                <a:solidFill>
                  <a:schemeClr val="accent6"/>
                </a:solidFill>
              </a:rPr>
              <a:t> </a:t>
            </a:r>
            <a:r>
              <a:rPr lang="en-GB" sz="1100" dirty="0" err="1">
                <a:solidFill>
                  <a:schemeClr val="accent6"/>
                </a:solidFill>
              </a:rPr>
              <a:t>ornare</a:t>
            </a:r>
            <a:r>
              <a:rPr lang="en-GB" sz="1100" dirty="0">
                <a:solidFill>
                  <a:schemeClr val="accent6"/>
                </a:solidFill>
              </a:rPr>
              <a:t> et. </a:t>
            </a:r>
          </a:p>
          <a:p>
            <a:pPr marL="171450" indent="-171450">
              <a:buFont typeface="Arial" panose="020B0604020202020204" pitchFamily="34" charset="0"/>
              <a:buChar char="•"/>
            </a:pPr>
            <a:r>
              <a:rPr lang="en-GB" sz="1100" dirty="0">
                <a:solidFill>
                  <a:schemeClr val="accent6"/>
                </a:solidFill>
              </a:rPr>
              <a:t>Ut </a:t>
            </a:r>
            <a:r>
              <a:rPr lang="en-GB" sz="1100" dirty="0" err="1">
                <a:solidFill>
                  <a:schemeClr val="accent6"/>
                </a:solidFill>
              </a:rPr>
              <a:t>efficitur</a:t>
            </a:r>
            <a:r>
              <a:rPr lang="en-GB" sz="1100" dirty="0">
                <a:solidFill>
                  <a:schemeClr val="accent6"/>
                </a:solidFill>
              </a:rPr>
              <a:t> </a:t>
            </a:r>
            <a:r>
              <a:rPr lang="en-GB" sz="1100" dirty="0" err="1">
                <a:solidFill>
                  <a:schemeClr val="accent6"/>
                </a:solidFill>
              </a:rPr>
              <a:t>ullamcorper</a:t>
            </a:r>
            <a:r>
              <a:rPr lang="en-GB" sz="1100" dirty="0">
                <a:solidFill>
                  <a:schemeClr val="accent6"/>
                </a:solidFill>
              </a:rPr>
              <a:t> </a:t>
            </a:r>
            <a:r>
              <a:rPr lang="en-GB" sz="1100" dirty="0" err="1">
                <a:solidFill>
                  <a:schemeClr val="accent6"/>
                </a:solidFill>
              </a:rPr>
              <a:t>felis</a:t>
            </a:r>
            <a:r>
              <a:rPr lang="en-GB" sz="1100" dirty="0">
                <a:solidFill>
                  <a:schemeClr val="accent6"/>
                </a:solidFill>
              </a:rPr>
              <a:t>.</a:t>
            </a:r>
          </a:p>
          <a:p>
            <a:pPr marL="171450" indent="-171450">
              <a:buFont typeface="Arial" panose="020B0604020202020204" pitchFamily="34" charset="0"/>
              <a:buChar char="•"/>
            </a:pPr>
            <a:r>
              <a:rPr lang="en-GB" sz="1100" dirty="0" err="1">
                <a:solidFill>
                  <a:schemeClr val="accent6"/>
                </a:solidFill>
              </a:rPr>
              <a:t>Phasellus</a:t>
            </a:r>
            <a:r>
              <a:rPr lang="en-GB" sz="1100" dirty="0">
                <a:solidFill>
                  <a:schemeClr val="accent6"/>
                </a:solidFill>
              </a:rPr>
              <a:t> vitae </a:t>
            </a:r>
            <a:r>
              <a:rPr lang="en-GB" sz="1100" dirty="0" err="1">
                <a:solidFill>
                  <a:schemeClr val="accent6"/>
                </a:solidFill>
              </a:rPr>
              <a:t>tincidun</a:t>
            </a:r>
            <a:endParaRPr lang="en-GB" sz="1100" dirty="0">
              <a:solidFill>
                <a:schemeClr val="accent6"/>
              </a:solidFill>
            </a:endParaRPr>
          </a:p>
          <a:p>
            <a:pPr/>
            <a:endParaRPr lang="en-GB" dirty="0" err="1">
              <a:solidFill>
                <a:schemeClr val="accent6"/>
              </a:solidFill>
            </a:endParaRPr>
          </a:p>
        </p:txBody>
      </p:sp>
      <p:pic>
        <p:nvPicPr>
          <p:cNvPr id="11" name="Graphic 7">
            <a:extLst>
              <a:ext uri="{FF2B5EF4-FFF2-40B4-BE49-F238E27FC236}">
                <a16:creationId xmlns:a16="http://schemas.microsoft.com/office/drawing/2014/main" id="{2395B79F-E49C-257F-1B3F-A7ACD07DD199}"/>
              </a:ext>
            </a:extLst>
          </p:cNvPr>
          <p:cNvPicPr/>
          <p:nvPr/>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
        <p:nvSpPr>
          <p:cNvPr id="5" name="cuerpo_2">
            <a:extLst>
              <a:ext uri="{FF2B5EF4-FFF2-40B4-BE49-F238E27FC236}">
                <a16:creationId xmlns:a16="http://schemas.microsoft.com/office/drawing/2014/main" id="{7A7EB03B-F291-3E60-CC31-65C216CAD186}"/>
              </a:ext>
            </a:extLst>
          </p:cNvPr>
          <p:cNvSpPr txBox="1">
            <a:spLocks/>
          </p:cNvSpPr>
          <p:nvPr/>
        </p:nvSpPr>
        <p:spPr>
          <a:xfrm>
            <a:off x="4446708" y="2037876"/>
            <a:ext cx="1873669" cy="3978312"/>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chemeClr val="accent6"/>
                </a:solidFill>
              </a:rPr>
              <a:t>Titular</a:t>
            </a:r>
          </a:p>
          <a:p>
            <a:pPr/>
            <a:r>
              <a:rPr lang="en-GB" sz="1100" dirty="0" err="1">
                <a:solidFill>
                  <a:schemeClr val="accent6"/>
                </a:solidFill>
              </a:rPr>
              <a:t>Texto</a:t>
            </a:r>
            <a:r>
              <a:rPr lang="en-GB" sz="1100" dirty="0">
                <a:solidFill>
                  <a:schemeClr val="accent6"/>
                </a:solidFill>
              </a:rPr>
              <a:t> del </a:t>
            </a:r>
            <a:r>
              <a:rPr lang="en-GB" sz="1100" dirty="0" err="1">
                <a:solidFill>
                  <a:schemeClr val="accent6"/>
                </a:solidFill>
              </a:rPr>
              <a:t>cuerpo</a:t>
            </a:r>
            <a:r>
              <a:rPr lang="en-GB" sz="1100" dirty="0">
                <a:solidFill>
                  <a:schemeClr val="accent6"/>
                </a:solidFill>
              </a:rPr>
              <a:t> (</a:t>
            </a:r>
            <a:r>
              <a:rPr lang="en-GB" sz="1100" dirty="0" err="1">
                <a:solidFill>
                  <a:schemeClr val="accent6"/>
                </a:solidFill>
              </a:rPr>
              <a:t>texto</a:t>
            </a:r>
            <a:r>
              <a:rPr lang="en-GB" sz="1100" dirty="0">
                <a:solidFill>
                  <a:schemeClr val="accent6"/>
                </a:solidFill>
              </a:rPr>
              <a:t> de primer </a:t>
            </a:r>
            <a:r>
              <a:rPr lang="en-GB" sz="1100" dirty="0" err="1">
                <a:solidFill>
                  <a:schemeClr val="accent6"/>
                </a:solidFill>
              </a:rPr>
              <a:t>nivel</a:t>
            </a:r>
            <a:r>
              <a:rPr lang="en-GB" sz="1100" dirty="0">
                <a:solidFill>
                  <a:schemeClr val="accent6"/>
                </a:solidFill>
              </a:rPr>
              <a:t>). Lorem ipsum </a:t>
            </a:r>
            <a:r>
              <a:rPr lang="en-GB" sz="1100" dirty="0" err="1">
                <a:solidFill>
                  <a:schemeClr val="accent6"/>
                </a:solidFill>
              </a:rPr>
              <a:t>dolor</a:t>
            </a:r>
            <a:r>
              <a:rPr lang="en-GB" sz="1100" dirty="0">
                <a:solidFill>
                  <a:schemeClr val="accent6"/>
                </a:solidFill>
              </a:rPr>
              <a:t> sit </a:t>
            </a:r>
            <a:r>
              <a:rPr lang="en-GB" sz="1100" dirty="0" err="1">
                <a:solidFill>
                  <a:schemeClr val="accent6"/>
                </a:solidFill>
              </a:rPr>
              <a:t>amet</a:t>
            </a:r>
            <a:r>
              <a:rPr lang="en-GB" sz="1100" dirty="0">
                <a:solidFill>
                  <a:schemeClr val="accent6"/>
                </a:solidFill>
              </a:rPr>
              <a:t>, </a:t>
            </a:r>
            <a:r>
              <a:rPr lang="en-GB" sz="1100" dirty="0" err="1">
                <a:solidFill>
                  <a:schemeClr val="accent6"/>
                </a:solidFill>
              </a:rPr>
              <a:t>consectetur</a:t>
            </a:r>
            <a:r>
              <a:rPr lang="en-GB" sz="1100" dirty="0">
                <a:solidFill>
                  <a:schemeClr val="accent6"/>
                </a:solidFill>
              </a:rPr>
              <a:t> </a:t>
            </a:r>
            <a:r>
              <a:rPr lang="en-GB" sz="1100" dirty="0" err="1">
                <a:solidFill>
                  <a:schemeClr val="accent6"/>
                </a:solidFill>
              </a:rPr>
              <a:t>adipiscing</a:t>
            </a:r>
            <a:r>
              <a:rPr lang="en-GB" sz="1100" dirty="0">
                <a:solidFill>
                  <a:schemeClr val="accent6"/>
                </a:solidFill>
              </a:rPr>
              <a:t> </a:t>
            </a:r>
            <a:r>
              <a:rPr lang="en-GB" sz="1100" dirty="0" err="1">
                <a:solidFill>
                  <a:schemeClr val="accent6"/>
                </a:solidFill>
              </a:rPr>
              <a:t>elit</a:t>
            </a:r>
            <a:r>
              <a:rPr lang="en-GB" sz="1100" dirty="0">
                <a:solidFill>
                  <a:schemeClr val="accent6"/>
                </a:solidFill>
              </a:rPr>
              <a:t>. </a:t>
            </a:r>
          </a:p>
          <a:p>
            <a:pPr/>
            <a:r>
              <a:rPr lang="en-GB" sz="1100" dirty="0">
                <a:solidFill>
                  <a:schemeClr val="accent6"/>
                </a:solidFill>
              </a:rPr>
              <a:t>Ut </a:t>
            </a:r>
            <a:r>
              <a:rPr lang="en-GB" sz="1100" dirty="0" err="1">
                <a:solidFill>
                  <a:schemeClr val="accent6"/>
                </a:solidFill>
              </a:rPr>
              <a:t>efficitur</a:t>
            </a:r>
            <a:r>
              <a:rPr lang="en-GB" sz="1100" dirty="0">
                <a:solidFill>
                  <a:schemeClr val="accent6"/>
                </a:solidFill>
              </a:rPr>
              <a:t> </a:t>
            </a:r>
            <a:r>
              <a:rPr lang="en-GB" sz="1100" dirty="0" err="1">
                <a:solidFill>
                  <a:schemeClr val="accent6"/>
                </a:solidFill>
              </a:rPr>
              <a:t>ullamcorper</a:t>
            </a:r>
            <a:r>
              <a:rPr lang="en-GB" sz="1100" dirty="0">
                <a:solidFill>
                  <a:schemeClr val="accent6"/>
                </a:solidFill>
              </a:rPr>
              <a:t> </a:t>
            </a:r>
            <a:r>
              <a:rPr lang="en-GB" sz="1100" dirty="0" err="1">
                <a:solidFill>
                  <a:schemeClr val="accent6"/>
                </a:solidFill>
              </a:rPr>
              <a:t>felis</a:t>
            </a:r>
            <a:r>
              <a:rPr lang="en-GB" sz="1100" dirty="0">
                <a:solidFill>
                  <a:schemeClr val="accent6"/>
                </a:solidFill>
              </a:rPr>
              <a:t>, Bibendum </a:t>
            </a:r>
            <a:r>
              <a:rPr lang="en-GB" sz="1100" dirty="0" err="1">
                <a:solidFill>
                  <a:schemeClr val="accent6"/>
                </a:solidFill>
              </a:rPr>
              <a:t>lacus</a:t>
            </a:r>
            <a:r>
              <a:rPr lang="en-GB" sz="1100" dirty="0">
                <a:solidFill>
                  <a:schemeClr val="accent6"/>
                </a:solidFill>
              </a:rPr>
              <a:t> </a:t>
            </a:r>
            <a:r>
              <a:rPr lang="en-GB" sz="1100" dirty="0" err="1">
                <a:solidFill>
                  <a:schemeClr val="accent6"/>
                </a:solidFill>
              </a:rPr>
              <a:t>ornare</a:t>
            </a:r>
            <a:r>
              <a:rPr lang="en-GB" sz="1100" dirty="0">
                <a:solidFill>
                  <a:schemeClr val="accent6"/>
                </a:solidFill>
              </a:rPr>
              <a:t> et. </a:t>
            </a:r>
          </a:p>
          <a:p>
            <a:pPr marL="171450" indent="-171450">
              <a:buFont typeface="Arial" panose="020B0604020202020204" pitchFamily="34" charset="0"/>
              <a:buChar char="•"/>
            </a:pPr>
            <a:r>
              <a:rPr lang="en-GB" sz="1100" dirty="0">
                <a:solidFill>
                  <a:schemeClr val="accent6"/>
                </a:solidFill>
              </a:rPr>
              <a:t>Ut </a:t>
            </a:r>
            <a:r>
              <a:rPr lang="en-GB" sz="1100" dirty="0" err="1">
                <a:solidFill>
                  <a:schemeClr val="accent6"/>
                </a:solidFill>
              </a:rPr>
              <a:t>efficitur</a:t>
            </a:r>
            <a:r>
              <a:rPr lang="en-GB" sz="1100" dirty="0">
                <a:solidFill>
                  <a:schemeClr val="accent6"/>
                </a:solidFill>
              </a:rPr>
              <a:t> </a:t>
            </a:r>
            <a:r>
              <a:rPr lang="en-GB" sz="1100" dirty="0" err="1">
                <a:solidFill>
                  <a:schemeClr val="accent6"/>
                </a:solidFill>
              </a:rPr>
              <a:t>ullamcorper</a:t>
            </a:r>
            <a:r>
              <a:rPr lang="en-GB" sz="1100" dirty="0">
                <a:solidFill>
                  <a:schemeClr val="accent6"/>
                </a:solidFill>
              </a:rPr>
              <a:t> </a:t>
            </a:r>
            <a:r>
              <a:rPr lang="en-GB" sz="1100" dirty="0" err="1">
                <a:solidFill>
                  <a:schemeClr val="accent6"/>
                </a:solidFill>
              </a:rPr>
              <a:t>felis</a:t>
            </a:r>
            <a:r>
              <a:rPr lang="en-GB" sz="1100" dirty="0">
                <a:solidFill>
                  <a:schemeClr val="accent6"/>
                </a:solidFill>
              </a:rPr>
              <a:t>.</a:t>
            </a:r>
          </a:p>
          <a:p>
            <a:pPr marL="171450" indent="-171450">
              <a:buFont typeface="Arial" panose="020B0604020202020204" pitchFamily="34" charset="0"/>
              <a:buChar char="•"/>
            </a:pPr>
            <a:r>
              <a:rPr lang="en-GB" sz="1100" dirty="0" err="1">
                <a:solidFill>
                  <a:schemeClr val="accent6"/>
                </a:solidFill>
              </a:rPr>
              <a:t>Phasellus</a:t>
            </a:r>
            <a:r>
              <a:rPr lang="en-GB" sz="1100" dirty="0">
                <a:solidFill>
                  <a:schemeClr val="accent6"/>
                </a:solidFill>
              </a:rPr>
              <a:t> vitae </a:t>
            </a:r>
            <a:r>
              <a:rPr lang="en-GB" sz="1100" dirty="0" err="1">
                <a:solidFill>
                  <a:schemeClr val="accent6"/>
                </a:solidFill>
              </a:rPr>
              <a:t>tincidun</a:t>
            </a:r>
            <a:endParaRPr lang="en-GB" sz="1100" dirty="0">
              <a:solidFill>
                <a:schemeClr val="accent6"/>
              </a:solidFill>
            </a:endParaRPr>
          </a:p>
          <a:p>
            <a:pPr/>
            <a:endParaRPr lang="en-GB" dirty="0" err="1">
              <a:solidFill>
                <a:schemeClr val="accent6"/>
              </a:solidFill>
            </a:endParaRPr>
          </a:p>
        </p:txBody>
      </p:sp>
    </p:spTree>
    <p:extLst>
      <p:ext uri="{BB962C8B-B14F-4D97-AF65-F5344CB8AC3E}">
        <p14:creationId xmlns:p14="http://schemas.microsoft.com/office/powerpoint/2010/main" val="411278986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8934F-603A-BA45-40C3-39DDD247FAFA}"/>
            </a:ext>
          </a:extLst>
        </p:cNvPr>
        <p:cNvGrpSpPr/>
        <p:nvPr/>
      </p:nvGrpSpPr>
      <p:grpSpPr>
        <a:xfrm>
          <a:off x="0" y="0"/>
          <a:ext cx="0" cy="0"/>
          <a:chOff x="0" y="0"/>
          <a:chExt cx="0" cy="0"/>
        </a:xfrm>
      </p:grpSpPr>
      <p:sp>
        <p:nvSpPr>
          <p:cNvPr id="20" name="imagen_2">
            <a:extLst>
              <a:ext uri="{FF2B5EF4-FFF2-40B4-BE49-F238E27FC236}">
                <a16:creationId xmlns:a16="http://schemas.microsoft.com/office/drawing/2014/main" id="{26B99E84-0351-66FC-C6EE-761E20832D11}"/>
              </a:ext>
            </a:extLst>
          </p:cNvPr>
          <p:cNvSpPr/>
          <p:nvPr/>
        </p:nvSpPr>
        <p:spPr>
          <a:xfrm>
            <a:off x="8181643" y="1912122"/>
            <a:ext cx="3571793" cy="4192079"/>
          </a:xfrm>
          <a:prstGeom prst="roundRect">
            <a:avLst>
              <a:gd name="adj" fmla="val 303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imagen_1">
            <a:extLst>
              <a:ext uri="{FF2B5EF4-FFF2-40B4-BE49-F238E27FC236}">
                <a16:creationId xmlns:a16="http://schemas.microsoft.com/office/drawing/2014/main" id="{F5244672-10BD-BA50-A075-0489F7F6C1B2}"/>
              </a:ext>
            </a:extLst>
          </p:cNvPr>
          <p:cNvSpPr/>
          <p:nvPr/>
        </p:nvSpPr>
        <p:spPr>
          <a:xfrm>
            <a:off x="4301974" y="1912122"/>
            <a:ext cx="3571793" cy="4192079"/>
          </a:xfrm>
          <a:prstGeom prst="roundRect">
            <a:avLst>
              <a:gd name="adj" fmla="val 303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ángulo 6">
            <a:extLst>
              <a:ext uri="{FF2B5EF4-FFF2-40B4-BE49-F238E27FC236}">
                <a16:creationId xmlns:a16="http://schemas.microsoft.com/office/drawing/2014/main" id="{65736B46-0669-CA69-E07B-EF57625DDC70}"/>
              </a:ext>
            </a:extLst>
          </p:cNvPr>
          <p:cNvSpPr/>
          <p:nvPr/>
        </p:nvSpPr>
        <p:spPr>
          <a:xfrm>
            <a:off x="0" y="6437376"/>
            <a:ext cx="12192000" cy="42062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sp>
        <p:nvSpPr>
          <p:cNvPr id="4" name="titulo">
            <a:extLst>
              <a:ext uri="{FF2B5EF4-FFF2-40B4-BE49-F238E27FC236}">
                <a16:creationId xmlns:a16="http://schemas.microsoft.com/office/drawing/2014/main" id="{BA4E84EB-EC9F-F1D4-B100-8CDD3ADD993A}"/>
              </a:ext>
            </a:extLst>
          </p:cNvPr>
          <p:cNvSpPr>
            <a:spLocks noGrp="1"/>
          </p:cNvSpPr>
          <p:nvPr>
            <p:ph type="title"/>
          </p:nvPr>
        </p:nvSpPr>
        <p:spPr/>
        <p:txBody>
          <a:bodyPr/>
          <a:lstStyle/>
          <a:p>
            <a:pPr/>
            <a:r>
              <a:rPr lang="en-GB" dirty="0" err="1"/>
              <a:t>Título</a:t>
            </a:r>
            <a:r>
              <a:rPr lang="en-GB" dirty="0"/>
              <a:t> de </a:t>
            </a:r>
            <a:r>
              <a:rPr lang="en-GB" dirty="0" err="1"/>
              <a:t>sección</a:t>
            </a:r>
            <a:r>
              <a:rPr lang="en-GB" dirty="0"/>
              <a:t> </a:t>
            </a:r>
            <a:r>
              <a:rPr lang="en-GB" dirty="0" err="1"/>
              <a:t>compuesto</a:t>
            </a:r>
            <a:r>
              <a:rPr lang="en-GB" dirty="0"/>
              <a:t> </a:t>
            </a:r>
            <a:r>
              <a:rPr lang="en-GB" dirty="0" err="1"/>
              <a:t>en</a:t>
            </a:r>
            <a:r>
              <a:rPr lang="en-GB" dirty="0"/>
              <a:t> 2 </a:t>
            </a:r>
            <a:r>
              <a:rPr lang="en-GB" dirty="0" err="1"/>
              <a:t>líneas</a:t>
            </a:r>
            <a:endParaRPr lang="en-GB" dirty="0"/>
          </a:p>
        </p:txBody>
      </p:sp>
      <p:sp>
        <p:nvSpPr>
          <p:cNvPr id="9" name="cuerpo_1">
            <a:extLst>
              <a:ext uri="{FF2B5EF4-FFF2-40B4-BE49-F238E27FC236}">
                <a16:creationId xmlns:a16="http://schemas.microsoft.com/office/drawing/2014/main" id="{008255EB-4FEB-5AE0-F7B3-FE7BDCEEA482}"/>
              </a:ext>
            </a:extLst>
          </p:cNvPr>
          <p:cNvSpPr>
            <a:spLocks noGrp="1"/>
          </p:cNvSpPr>
          <p:nvPr>
            <p:ph idx="1"/>
          </p:nvPr>
        </p:nvSpPr>
        <p:spPr>
          <a:xfrm>
            <a:off x="425449" y="1912122"/>
            <a:ext cx="3310527" cy="4520428"/>
          </a:xfrm>
        </p:spPr>
        <p:txBody>
          <a:bodyPr/>
          <a:lstStyle/>
          <a:p>
            <a:pPr/>
            <a:r>
              <a:rPr lang="en-GB" dirty="0" err="1"/>
              <a:t>Texto</a:t>
            </a:r>
            <a:r>
              <a:rPr lang="en-GB" dirty="0"/>
              <a:t> del </a:t>
            </a:r>
            <a:r>
              <a:rPr lang="en-GB" dirty="0" err="1"/>
              <a:t>cuerpo</a:t>
            </a:r>
            <a:r>
              <a:rPr lang="en-GB" dirty="0"/>
              <a:t> (</a:t>
            </a:r>
            <a:r>
              <a:rPr lang="en-GB" dirty="0" err="1"/>
              <a:t>texto</a:t>
            </a:r>
            <a:r>
              <a:rPr lang="en-GB" dirty="0"/>
              <a:t> de primer </a:t>
            </a:r>
            <a:r>
              <a:rPr lang="en-GB" dirty="0" err="1"/>
              <a:t>nivel</a:t>
            </a:r>
            <a:r>
              <a:rPr lang="en-GB" dirty="0"/>
              <a:t>).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Ut </a:t>
            </a:r>
            <a:r>
              <a:rPr lang="en-GB" dirty="0" err="1"/>
              <a:t>efficitur</a:t>
            </a:r>
            <a:r>
              <a:rPr lang="en-GB" dirty="0"/>
              <a:t> </a:t>
            </a:r>
            <a:r>
              <a:rPr lang="en-GB" dirty="0" err="1"/>
              <a:t>ullamcorper</a:t>
            </a:r>
            <a:r>
              <a:rPr lang="en-GB" dirty="0"/>
              <a:t> </a:t>
            </a:r>
            <a:r>
              <a:rPr lang="en-GB" dirty="0" err="1"/>
              <a:t>felis</a:t>
            </a:r>
            <a:r>
              <a:rPr lang="en-GB" dirty="0"/>
              <a:t>, Bibendum </a:t>
            </a:r>
            <a:r>
              <a:rPr lang="en-GB" dirty="0" err="1"/>
              <a:t>lacus</a:t>
            </a:r>
            <a:r>
              <a:rPr lang="en-GB" dirty="0"/>
              <a:t> </a:t>
            </a:r>
            <a:r>
              <a:rPr lang="en-GB" dirty="0" err="1"/>
              <a:t>ornare</a:t>
            </a:r>
            <a:r>
              <a:rPr lang="en-GB" dirty="0"/>
              <a:t> et. Ut </a:t>
            </a:r>
            <a:r>
              <a:rPr lang="en-GB" dirty="0" err="1"/>
              <a:t>efficitur</a:t>
            </a:r>
            <a:r>
              <a:rPr lang="en-GB" dirty="0"/>
              <a:t> </a:t>
            </a:r>
            <a:r>
              <a:rPr lang="en-GB" dirty="0" err="1"/>
              <a:t>ullamcorper</a:t>
            </a:r>
            <a:r>
              <a:rPr lang="en-GB" dirty="0"/>
              <a:t> </a:t>
            </a:r>
            <a:r>
              <a:rPr lang="en-GB" dirty="0" err="1"/>
              <a:t>felis</a:t>
            </a:r>
            <a:r>
              <a:rPr lang="en-GB" dirty="0"/>
              <a:t>.</a:t>
            </a:r>
          </a:p>
          <a:p>
            <a:pPr/>
            <a:r>
              <a:rPr lang="en-GB" dirty="0"/>
              <a:t>Bibendum </a:t>
            </a:r>
            <a:r>
              <a:rPr lang="en-GB" dirty="0" err="1"/>
              <a:t>lacus</a:t>
            </a:r>
            <a:r>
              <a:rPr lang="en-GB" dirty="0"/>
              <a:t> </a:t>
            </a:r>
            <a:r>
              <a:rPr lang="en-GB" dirty="0" err="1"/>
              <a:t>ornare</a:t>
            </a:r>
            <a:r>
              <a:rPr lang="en-GB" dirty="0"/>
              <a:t> et:</a:t>
            </a:r>
          </a:p>
          <a:p>
            <a:pPr marL="285750" indent="-285750">
              <a:buFont typeface="Arial" panose="020B0604020202020204" pitchFamily="34" charset="0"/>
              <a:buChar char="•"/>
            </a:pPr>
            <a:r>
              <a:rPr lang="en-GB" dirty="0"/>
              <a:t>Nunc ex libero </a:t>
            </a:r>
            <a:r>
              <a:rPr lang="en-GB" dirty="0" err="1"/>
              <a:t>finibus</a:t>
            </a:r>
            <a:r>
              <a:rPr lang="en-GB" dirty="0"/>
              <a:t> </a:t>
            </a:r>
            <a:r>
              <a:rPr lang="en-GB" dirty="0" err="1"/>
              <a:t>vel</a:t>
            </a:r>
            <a:r>
              <a:rPr lang="en-GB" dirty="0"/>
              <a:t> </a:t>
            </a:r>
          </a:p>
          <a:p>
            <a:pPr marL="463550" lvl="1" indent="-285750"/>
            <a:r>
              <a:rPr lang="en-GB" dirty="0" err="1"/>
              <a:t>Tristique</a:t>
            </a:r>
            <a:r>
              <a:rPr lang="en-GB" dirty="0"/>
              <a:t> </a:t>
            </a:r>
            <a:r>
              <a:rPr lang="en-GB" dirty="0" err="1"/>
              <a:t>eget</a:t>
            </a:r>
            <a:r>
              <a:rPr lang="en-GB" dirty="0"/>
              <a:t> ipsum dui</a:t>
            </a:r>
          </a:p>
          <a:p>
            <a:pPr marL="641350" lvl="2" indent="-285750"/>
            <a:r>
              <a:rPr lang="en-GB" sz="1500" dirty="0" err="1"/>
              <a:t>Phasellus</a:t>
            </a:r>
            <a:r>
              <a:rPr lang="en-GB" sz="1500" dirty="0"/>
              <a:t> vitae </a:t>
            </a:r>
            <a:r>
              <a:rPr lang="en-GB" sz="1500" dirty="0" err="1"/>
              <a:t>tincidun</a:t>
            </a:r>
            <a:endParaRPr lang="en-GB" sz="1500" dirty="0"/>
          </a:p>
        </p:txBody>
      </p:sp>
      <p:sp>
        <p:nvSpPr>
          <p:cNvPr id="13" name="Footer Placeholder 12">
            <a:extLst>
              <a:ext uri="{FF2B5EF4-FFF2-40B4-BE49-F238E27FC236}">
                <a16:creationId xmlns:a16="http://schemas.microsoft.com/office/drawing/2014/main" id="{E2161C40-4DAC-0CA2-122D-0A9926AA9AD7}"/>
              </a:ext>
            </a:extLst>
          </p:cNvPr>
          <p:cNvSpPr>
            <a:spLocks noGrp="1"/>
          </p:cNvSpPr>
          <p:nvPr>
            <p:ph type="ftr" sz="quarter" idx="11"/>
          </p:nvPr>
        </p:nvSpPr>
        <p:spPr/>
        <p:txBody>
          <a:bodyPr/>
          <a:lstStyle/>
          <a:p>
            <a:pPr/>
          </a:p>
        </p:txBody>
      </p:sp>
      <p:sp>
        <p:nvSpPr>
          <p:cNvPr id="14" name="Slide Number Placeholder 13">
            <a:extLst>
              <a:ext uri="{FF2B5EF4-FFF2-40B4-BE49-F238E27FC236}">
                <a16:creationId xmlns:a16="http://schemas.microsoft.com/office/drawing/2014/main" id="{C07CD820-E2EA-BA1A-0BC6-D09C84312C44}"/>
              </a:ext>
            </a:extLst>
          </p:cNvPr>
          <p:cNvSpPr>
            <a:spLocks noGrp="1"/>
          </p:cNvSpPr>
          <p:nvPr>
            <p:ph type="sldNum" sz="quarter" idx="12"/>
          </p:nvPr>
        </p:nvSpPr>
        <p:spPr/>
        <p:txBody>
          <a:bodyPr/>
          <a:lstStyle/>
          <a:p>
            <a:pPr/>
            <a:fld id="{5F7B1633-95EA-F847-945E-534A0819728C}" type="slidenum">
              <a:rPr lang="en-GB" smtClean="0"/>
              <a:pPr/>
              <a:t>11</a:t>
            </a:fld>
            <a:endParaRPr lang="en-GB"/>
          </a:p>
        </p:txBody>
      </p:sp>
      <p:sp>
        <p:nvSpPr>
          <p:cNvPr id="10" name="antetitulo">
            <a:extLst>
              <a:ext uri="{FF2B5EF4-FFF2-40B4-BE49-F238E27FC236}">
                <a16:creationId xmlns:a16="http://schemas.microsoft.com/office/drawing/2014/main" id="{76438C45-5883-5E3E-20C4-4105FDA18D6B}"/>
              </a:ext>
            </a:extLst>
          </p:cNvPr>
          <p:cNvSpPr>
            <a:spLocks noGrp="1"/>
          </p:cNvSpPr>
          <p:nvPr>
            <p:ph type="body" sz="quarter" idx="1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
        <p:nvSpPr>
          <p:cNvPr id="7" name="cuerpo_3">
            <a:extLst>
              <a:ext uri="{FF2B5EF4-FFF2-40B4-BE49-F238E27FC236}">
                <a16:creationId xmlns:a16="http://schemas.microsoft.com/office/drawing/2014/main" id="{C9F239C8-9818-81C4-C4CF-B427305B0AA4}"/>
              </a:ext>
            </a:extLst>
          </p:cNvPr>
          <p:cNvSpPr txBox="1">
            <a:spLocks/>
          </p:cNvSpPr>
          <p:nvPr/>
        </p:nvSpPr>
        <p:spPr>
          <a:xfrm>
            <a:off x="8298150" y="2037876"/>
            <a:ext cx="3249416" cy="3978312"/>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rgbClr val="6A2C13"/>
                </a:solidFill>
              </a:rPr>
              <a:t>Titular</a:t>
            </a:r>
          </a:p>
          <a:p>
            <a:pPr/>
            <a:r>
              <a:rPr lang="en-GB" sz="1100" dirty="0" err="1">
                <a:solidFill>
                  <a:srgbClr val="6A2C13"/>
                </a:solidFill>
              </a:rPr>
              <a:t>Texto</a:t>
            </a:r>
            <a:r>
              <a:rPr lang="en-GB" sz="1100" dirty="0">
                <a:solidFill>
                  <a:srgbClr val="6A2C13"/>
                </a:solidFill>
              </a:rPr>
              <a:t> del </a:t>
            </a:r>
            <a:r>
              <a:rPr lang="en-GB" sz="1100" dirty="0" err="1">
                <a:solidFill>
                  <a:srgbClr val="6A2C13"/>
                </a:solidFill>
              </a:rPr>
              <a:t>cuerpo</a:t>
            </a:r>
            <a:r>
              <a:rPr lang="en-GB" sz="1100" dirty="0">
                <a:solidFill>
                  <a:srgbClr val="6A2C13"/>
                </a:solidFill>
              </a:rPr>
              <a:t> (</a:t>
            </a:r>
            <a:r>
              <a:rPr lang="en-GB" sz="1100" dirty="0" err="1">
                <a:solidFill>
                  <a:srgbClr val="6A2C13"/>
                </a:solidFill>
              </a:rPr>
              <a:t>texto</a:t>
            </a:r>
            <a:r>
              <a:rPr lang="en-GB" sz="1100" dirty="0">
                <a:solidFill>
                  <a:srgbClr val="6A2C13"/>
                </a:solidFill>
              </a:rPr>
              <a:t> de primer </a:t>
            </a:r>
            <a:r>
              <a:rPr lang="en-GB" sz="1100" dirty="0" err="1">
                <a:solidFill>
                  <a:srgbClr val="6A2C13"/>
                </a:solidFill>
              </a:rPr>
              <a:t>nivel</a:t>
            </a:r>
            <a:r>
              <a:rPr lang="en-GB" sz="1100" dirty="0">
                <a:solidFill>
                  <a:srgbClr val="6A2C13"/>
                </a:solidFill>
              </a:rPr>
              <a:t>). Lorem ipsum </a:t>
            </a:r>
            <a:r>
              <a:rPr lang="en-GB" sz="1100" dirty="0" err="1">
                <a:solidFill>
                  <a:srgbClr val="6A2C13"/>
                </a:solidFill>
              </a:rPr>
              <a:t>dolor</a:t>
            </a:r>
            <a:r>
              <a:rPr lang="en-GB" sz="1100" dirty="0">
                <a:solidFill>
                  <a:srgbClr val="6A2C13"/>
                </a:solidFill>
              </a:rPr>
              <a:t> sit </a:t>
            </a:r>
            <a:r>
              <a:rPr lang="en-GB" sz="1100" dirty="0" err="1">
                <a:solidFill>
                  <a:srgbClr val="6A2C13"/>
                </a:solidFill>
              </a:rPr>
              <a:t>amet</a:t>
            </a:r>
            <a:r>
              <a:rPr lang="en-GB" sz="1100" dirty="0">
                <a:solidFill>
                  <a:srgbClr val="6A2C13"/>
                </a:solidFill>
              </a:rPr>
              <a:t>, </a:t>
            </a:r>
            <a:r>
              <a:rPr lang="en-GB" sz="1100" dirty="0" err="1">
                <a:solidFill>
                  <a:srgbClr val="6A2C13"/>
                </a:solidFill>
              </a:rPr>
              <a:t>consectetur</a:t>
            </a:r>
            <a:r>
              <a:rPr lang="en-GB" sz="1100" dirty="0">
                <a:solidFill>
                  <a:srgbClr val="6A2C13"/>
                </a:solidFill>
              </a:rPr>
              <a:t> </a:t>
            </a:r>
            <a:r>
              <a:rPr lang="en-GB" sz="1100" dirty="0" err="1">
                <a:solidFill>
                  <a:srgbClr val="6A2C13"/>
                </a:solidFill>
              </a:rPr>
              <a:t>adipiscing</a:t>
            </a:r>
            <a:r>
              <a:rPr lang="en-GB" sz="1100" dirty="0">
                <a:solidFill>
                  <a:srgbClr val="6A2C13"/>
                </a:solidFill>
              </a:rPr>
              <a:t> </a:t>
            </a:r>
            <a:r>
              <a:rPr lang="en-GB" sz="1100" dirty="0" err="1">
                <a:solidFill>
                  <a:srgbClr val="6A2C13"/>
                </a:solidFill>
              </a:rPr>
              <a:t>elit</a:t>
            </a:r>
            <a:r>
              <a:rPr lang="en-GB" sz="1100" dirty="0">
                <a:solidFill>
                  <a:srgbClr val="6A2C13"/>
                </a:solidFill>
              </a:rPr>
              <a:t>. </a:t>
            </a:r>
          </a:p>
          <a:p>
            <a:pPr/>
            <a:r>
              <a:rPr lang="en-GB" sz="1100" dirty="0">
                <a:solidFill>
                  <a:srgbClr val="6A2C13"/>
                </a:solidFill>
              </a:rPr>
              <a:t>Ut </a:t>
            </a:r>
            <a:r>
              <a:rPr lang="en-GB" sz="1100" dirty="0" err="1">
                <a:solidFill>
                  <a:srgbClr val="6A2C13"/>
                </a:solidFill>
              </a:rPr>
              <a:t>efficitur</a:t>
            </a:r>
            <a:r>
              <a:rPr lang="en-GB" sz="1100" dirty="0">
                <a:solidFill>
                  <a:srgbClr val="6A2C13"/>
                </a:solidFill>
              </a:rPr>
              <a:t> </a:t>
            </a:r>
            <a:r>
              <a:rPr lang="en-GB" sz="1100" dirty="0" err="1">
                <a:solidFill>
                  <a:srgbClr val="6A2C13"/>
                </a:solidFill>
              </a:rPr>
              <a:t>ullamcorper</a:t>
            </a:r>
            <a:r>
              <a:rPr lang="en-GB" sz="1100" dirty="0">
                <a:solidFill>
                  <a:srgbClr val="6A2C13"/>
                </a:solidFill>
              </a:rPr>
              <a:t> </a:t>
            </a:r>
            <a:r>
              <a:rPr lang="en-GB" sz="1100" dirty="0" err="1">
                <a:solidFill>
                  <a:srgbClr val="6A2C13"/>
                </a:solidFill>
              </a:rPr>
              <a:t>felis</a:t>
            </a:r>
            <a:r>
              <a:rPr lang="en-GB" sz="1100" dirty="0">
                <a:solidFill>
                  <a:srgbClr val="6A2C13"/>
                </a:solidFill>
              </a:rPr>
              <a:t>, Bibendum </a:t>
            </a:r>
            <a:r>
              <a:rPr lang="en-GB" sz="1100" dirty="0" err="1">
                <a:solidFill>
                  <a:srgbClr val="6A2C13"/>
                </a:solidFill>
              </a:rPr>
              <a:t>lacus</a:t>
            </a:r>
            <a:r>
              <a:rPr lang="en-GB" sz="1100" dirty="0">
                <a:solidFill>
                  <a:srgbClr val="6A2C13"/>
                </a:solidFill>
              </a:rPr>
              <a:t> </a:t>
            </a:r>
            <a:r>
              <a:rPr lang="en-GB" sz="1100" dirty="0" err="1">
                <a:solidFill>
                  <a:srgbClr val="6A2C13"/>
                </a:solidFill>
              </a:rPr>
              <a:t>ornare</a:t>
            </a:r>
            <a:r>
              <a:rPr lang="en-GB" sz="1100" dirty="0">
                <a:solidFill>
                  <a:srgbClr val="6A2C13"/>
                </a:solidFill>
              </a:rPr>
              <a:t> et. </a:t>
            </a:r>
          </a:p>
          <a:p>
            <a:pPr marL="171450" indent="-171450">
              <a:buFont typeface="Arial" panose="020B0604020202020204" pitchFamily="34" charset="0"/>
              <a:buChar char="•"/>
            </a:pPr>
            <a:r>
              <a:rPr lang="en-GB" sz="1100" dirty="0">
                <a:solidFill>
                  <a:srgbClr val="6A2C13"/>
                </a:solidFill>
              </a:rPr>
              <a:t>Ut </a:t>
            </a:r>
            <a:r>
              <a:rPr lang="en-GB" sz="1100" dirty="0" err="1">
                <a:solidFill>
                  <a:srgbClr val="6A2C13"/>
                </a:solidFill>
              </a:rPr>
              <a:t>efficitur</a:t>
            </a:r>
            <a:r>
              <a:rPr lang="en-GB" sz="1100" dirty="0">
                <a:solidFill>
                  <a:srgbClr val="6A2C13"/>
                </a:solidFill>
              </a:rPr>
              <a:t> </a:t>
            </a:r>
            <a:r>
              <a:rPr lang="en-GB" sz="1100" dirty="0" err="1">
                <a:solidFill>
                  <a:srgbClr val="6A2C13"/>
                </a:solidFill>
              </a:rPr>
              <a:t>ullamcorper</a:t>
            </a:r>
            <a:r>
              <a:rPr lang="en-GB" sz="1100" dirty="0">
                <a:solidFill>
                  <a:srgbClr val="6A2C13"/>
                </a:solidFill>
              </a:rPr>
              <a:t> </a:t>
            </a:r>
            <a:r>
              <a:rPr lang="en-GB" sz="1100" dirty="0" err="1">
                <a:solidFill>
                  <a:srgbClr val="6A2C13"/>
                </a:solidFill>
              </a:rPr>
              <a:t>felis</a:t>
            </a:r>
            <a:r>
              <a:rPr lang="en-GB" sz="1100" dirty="0">
                <a:solidFill>
                  <a:srgbClr val="6A2C13"/>
                </a:solidFill>
              </a:rPr>
              <a:t>.</a:t>
            </a:r>
          </a:p>
          <a:p>
            <a:pPr marL="171450" indent="-171450">
              <a:buFont typeface="Arial" panose="020B0604020202020204" pitchFamily="34" charset="0"/>
              <a:buChar char="•"/>
            </a:pPr>
            <a:r>
              <a:rPr lang="en-GB" sz="1100" dirty="0" err="1">
                <a:solidFill>
                  <a:srgbClr val="6A2C13"/>
                </a:solidFill>
              </a:rPr>
              <a:t>Phasellus</a:t>
            </a:r>
            <a:r>
              <a:rPr lang="en-GB" sz="1100" dirty="0">
                <a:solidFill>
                  <a:srgbClr val="6A2C13"/>
                </a:solidFill>
              </a:rPr>
              <a:t> vitae </a:t>
            </a:r>
            <a:r>
              <a:rPr lang="en-GB" sz="1100" dirty="0" err="1">
                <a:solidFill>
                  <a:srgbClr val="6A2C13"/>
                </a:solidFill>
              </a:rPr>
              <a:t>tincidun</a:t>
            </a:r>
            <a:endParaRPr lang="en-GB" sz="1100" dirty="0">
              <a:solidFill>
                <a:srgbClr val="6A2C13"/>
              </a:solidFill>
            </a:endParaRPr>
          </a:p>
          <a:p>
            <a:pPr/>
            <a:endParaRPr lang="en-GB" dirty="0" err="1">
              <a:solidFill>
                <a:srgbClr val="6A2C13"/>
              </a:solidFill>
            </a:endParaRPr>
          </a:p>
        </p:txBody>
      </p:sp>
      <p:pic>
        <p:nvPicPr>
          <p:cNvPr id="6" name="Graphic 7">
            <a:extLst>
              <a:ext uri="{FF2B5EF4-FFF2-40B4-BE49-F238E27FC236}">
                <a16:creationId xmlns:a16="http://schemas.microsoft.com/office/drawing/2014/main" id="{6A6C920E-CAD2-6B34-3FE2-B2C3FD3F43D2}"/>
              </a:ext>
            </a:extLst>
          </p:cNvPr>
          <p:cNvPicPr/>
          <p:nvPr/>
        </p:nvPicPr>
        <p:blipFill>
          <a:blip>
            <a:extLst>
              <a:ext uri="{96DAC541-7B7A-43D3-8B79-37D633B846F1}">
                <asvg:svgBlip xmlns:asvg="http://schemas.microsoft.com/office/drawing/2016/SVG/main" r:embed="rId2"/>
              </a:ext>
            </a:extLst>
          </a:blip>
          <a:stretch>
            <a:fillRect/>
          </a:stretch>
        </p:blipFill>
        <p:spPr>
          <a:xfrm>
            <a:off x="11518597" y="6575424"/>
            <a:ext cx="269737" cy="196979"/>
          </a:xfrm>
          <a:prstGeom prst="rect">
            <a:avLst/>
          </a:prstGeom>
        </p:spPr>
      </p:pic>
      <p:sp>
        <p:nvSpPr>
          <p:cNvPr id="5" name="cuerpo_2">
            <a:extLst>
              <a:ext uri="{FF2B5EF4-FFF2-40B4-BE49-F238E27FC236}">
                <a16:creationId xmlns:a16="http://schemas.microsoft.com/office/drawing/2014/main" id="{37289149-F4A3-D625-6686-06295D741A9F}"/>
              </a:ext>
            </a:extLst>
          </p:cNvPr>
          <p:cNvSpPr txBox="1">
            <a:spLocks/>
          </p:cNvSpPr>
          <p:nvPr/>
        </p:nvSpPr>
        <p:spPr>
          <a:xfrm>
            <a:off x="4446912" y="2037876"/>
            <a:ext cx="3249416" cy="3978312"/>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500" b="0" i="0" kern="1200">
                <a:solidFill>
                  <a:schemeClr val="tx1"/>
                </a:solidFill>
                <a:latin typeface="Movistar Sans Medium" pitchFamily="2" charset="77"/>
                <a:ea typeface="Movistar Sans Medium" pitchFamily="2" charset="77"/>
                <a:cs typeface="+mn-cs"/>
              </a:defRPr>
            </a:lvl1pPr>
            <a:lvl2pPr marL="177800" indent="-177800" algn="l" defTabSz="914400" rtl="0" eaLnBrk="1" latinLnBrk="0" hangingPunct="1">
              <a:lnSpc>
                <a:spcPct val="100000"/>
              </a:lnSpc>
              <a:spcBef>
                <a:spcPts val="500"/>
              </a:spcBef>
              <a:buFont typeface="Arial" panose="020B0604020202020204" pitchFamily="34" charset="0"/>
              <a:buChar char="•"/>
              <a:tabLst/>
              <a:defRPr sz="1500" b="0" i="0" kern="1200">
                <a:solidFill>
                  <a:schemeClr val="tx1"/>
                </a:solidFill>
                <a:latin typeface="Movistar Sans Medium" pitchFamily="2" charset="77"/>
                <a:ea typeface="Movistar Sans Medium" pitchFamily="2" charset="77"/>
                <a:cs typeface="+mn-cs"/>
              </a:defRPr>
            </a:lvl2pPr>
            <a:lvl3pPr marL="355600" indent="-17780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3pPr>
            <a:lvl4pPr marL="488950" indent="-133350" algn="l" defTabSz="914400" rtl="0" eaLnBrk="1" latinLnBrk="0" hangingPunct="1">
              <a:lnSpc>
                <a:spcPct val="100000"/>
              </a:lnSpc>
              <a:spcBef>
                <a:spcPts val="500"/>
              </a:spcBef>
              <a:buFont typeface="Arial" panose="020B0604020202020204" pitchFamily="34" charset="0"/>
              <a:buChar char="•"/>
              <a:tabLst/>
              <a:defRPr sz="1400" b="0" i="0" kern="1200">
                <a:solidFill>
                  <a:schemeClr val="tx1"/>
                </a:solidFill>
                <a:latin typeface="Movistar Sans Medium" pitchFamily="2" charset="77"/>
                <a:ea typeface="Movistar Sans Medium" pitchFamily="2" charset="77"/>
                <a:cs typeface="+mn-cs"/>
              </a:defRPr>
            </a:lvl4pPr>
            <a:lvl5pPr marL="622300" indent="-133350" algn="l" defTabSz="914400" rtl="0" eaLnBrk="1" latinLnBrk="0" hangingPunct="1">
              <a:lnSpc>
                <a:spcPct val="100000"/>
              </a:lnSpc>
              <a:spcBef>
                <a:spcPts val="500"/>
              </a:spcBef>
              <a:buFont typeface="Arial" panose="020B0604020202020204" pitchFamily="34" charset="0"/>
              <a:buChar char="•"/>
              <a:tabLst/>
              <a:defRPr sz="1200" b="0" i="0" kern="1200">
                <a:solidFill>
                  <a:schemeClr val="tx1"/>
                </a:solidFill>
                <a:latin typeface="Movistar Sans Medium" pitchFamily="2" charset="77"/>
                <a:ea typeface="Movistar Sans Medium" pitchFamily="2" charset="7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r>
              <a:rPr lang="en-GB" sz="2000" b="1" dirty="0">
                <a:solidFill>
                  <a:srgbClr val="6A2C13"/>
                </a:solidFill>
              </a:rPr>
              <a:t>Titular</a:t>
            </a:r>
          </a:p>
          <a:p>
            <a:pPr/>
            <a:r>
              <a:rPr lang="en-GB" sz="1100" dirty="0" err="1">
                <a:solidFill>
                  <a:srgbClr val="6A2C13"/>
                </a:solidFill>
              </a:rPr>
              <a:t>Texto</a:t>
            </a:r>
            <a:r>
              <a:rPr lang="en-GB" sz="1100" dirty="0">
                <a:solidFill>
                  <a:srgbClr val="6A2C13"/>
                </a:solidFill>
              </a:rPr>
              <a:t> del </a:t>
            </a:r>
            <a:r>
              <a:rPr lang="en-GB" sz="1100" dirty="0" err="1">
                <a:solidFill>
                  <a:srgbClr val="6A2C13"/>
                </a:solidFill>
              </a:rPr>
              <a:t>cuerpo</a:t>
            </a:r>
            <a:r>
              <a:rPr lang="en-GB" sz="1100" dirty="0">
                <a:solidFill>
                  <a:srgbClr val="6A2C13"/>
                </a:solidFill>
              </a:rPr>
              <a:t> (</a:t>
            </a:r>
            <a:r>
              <a:rPr lang="en-GB" sz="1100" dirty="0" err="1">
                <a:solidFill>
                  <a:srgbClr val="6A2C13"/>
                </a:solidFill>
              </a:rPr>
              <a:t>texto</a:t>
            </a:r>
            <a:r>
              <a:rPr lang="en-GB" sz="1100" dirty="0">
                <a:solidFill>
                  <a:srgbClr val="6A2C13"/>
                </a:solidFill>
              </a:rPr>
              <a:t> de primer </a:t>
            </a:r>
            <a:r>
              <a:rPr lang="en-GB" sz="1100" dirty="0" err="1">
                <a:solidFill>
                  <a:srgbClr val="6A2C13"/>
                </a:solidFill>
              </a:rPr>
              <a:t>nivel</a:t>
            </a:r>
            <a:r>
              <a:rPr lang="en-GB" sz="1100" dirty="0">
                <a:solidFill>
                  <a:srgbClr val="6A2C13"/>
                </a:solidFill>
              </a:rPr>
              <a:t>). Lorem ipsum </a:t>
            </a:r>
            <a:r>
              <a:rPr lang="en-GB" sz="1100" dirty="0" err="1">
                <a:solidFill>
                  <a:srgbClr val="6A2C13"/>
                </a:solidFill>
              </a:rPr>
              <a:t>dolor</a:t>
            </a:r>
            <a:r>
              <a:rPr lang="en-GB" sz="1100" dirty="0">
                <a:solidFill>
                  <a:srgbClr val="6A2C13"/>
                </a:solidFill>
              </a:rPr>
              <a:t> sit </a:t>
            </a:r>
            <a:r>
              <a:rPr lang="en-GB" sz="1100" dirty="0" err="1">
                <a:solidFill>
                  <a:srgbClr val="6A2C13"/>
                </a:solidFill>
              </a:rPr>
              <a:t>amet</a:t>
            </a:r>
            <a:r>
              <a:rPr lang="en-GB" sz="1100" dirty="0">
                <a:solidFill>
                  <a:srgbClr val="6A2C13"/>
                </a:solidFill>
              </a:rPr>
              <a:t>, </a:t>
            </a:r>
            <a:r>
              <a:rPr lang="en-GB" sz="1100" dirty="0" err="1">
                <a:solidFill>
                  <a:srgbClr val="6A2C13"/>
                </a:solidFill>
              </a:rPr>
              <a:t>consectetur</a:t>
            </a:r>
            <a:r>
              <a:rPr lang="en-GB" sz="1100" dirty="0">
                <a:solidFill>
                  <a:srgbClr val="6A2C13"/>
                </a:solidFill>
              </a:rPr>
              <a:t> </a:t>
            </a:r>
            <a:r>
              <a:rPr lang="en-GB" sz="1100" dirty="0" err="1">
                <a:solidFill>
                  <a:srgbClr val="6A2C13"/>
                </a:solidFill>
              </a:rPr>
              <a:t>adipiscing</a:t>
            </a:r>
            <a:r>
              <a:rPr lang="en-GB" sz="1100" dirty="0">
                <a:solidFill>
                  <a:srgbClr val="6A2C13"/>
                </a:solidFill>
              </a:rPr>
              <a:t> </a:t>
            </a:r>
            <a:r>
              <a:rPr lang="en-GB" sz="1100" dirty="0" err="1">
                <a:solidFill>
                  <a:srgbClr val="6A2C13"/>
                </a:solidFill>
              </a:rPr>
              <a:t>elit</a:t>
            </a:r>
            <a:r>
              <a:rPr lang="en-GB" sz="1100" dirty="0">
                <a:solidFill>
                  <a:srgbClr val="6A2C13"/>
                </a:solidFill>
              </a:rPr>
              <a:t>. </a:t>
            </a:r>
          </a:p>
          <a:p>
            <a:pPr/>
            <a:r>
              <a:rPr lang="en-GB" sz="1100" dirty="0">
                <a:solidFill>
                  <a:srgbClr val="6A2C13"/>
                </a:solidFill>
              </a:rPr>
              <a:t>Ut </a:t>
            </a:r>
            <a:r>
              <a:rPr lang="en-GB" sz="1100" dirty="0" err="1">
                <a:solidFill>
                  <a:srgbClr val="6A2C13"/>
                </a:solidFill>
              </a:rPr>
              <a:t>efficitur</a:t>
            </a:r>
            <a:r>
              <a:rPr lang="en-GB" sz="1100" dirty="0">
                <a:solidFill>
                  <a:srgbClr val="6A2C13"/>
                </a:solidFill>
              </a:rPr>
              <a:t> </a:t>
            </a:r>
            <a:r>
              <a:rPr lang="en-GB" sz="1100" dirty="0" err="1">
                <a:solidFill>
                  <a:srgbClr val="6A2C13"/>
                </a:solidFill>
              </a:rPr>
              <a:t>ullamcorper</a:t>
            </a:r>
            <a:r>
              <a:rPr lang="en-GB" sz="1100" dirty="0">
                <a:solidFill>
                  <a:srgbClr val="6A2C13"/>
                </a:solidFill>
              </a:rPr>
              <a:t> </a:t>
            </a:r>
            <a:r>
              <a:rPr lang="en-GB" sz="1100" dirty="0" err="1">
                <a:solidFill>
                  <a:srgbClr val="6A2C13"/>
                </a:solidFill>
              </a:rPr>
              <a:t>felis</a:t>
            </a:r>
            <a:r>
              <a:rPr lang="en-GB" sz="1100" dirty="0">
                <a:solidFill>
                  <a:srgbClr val="6A2C13"/>
                </a:solidFill>
              </a:rPr>
              <a:t>, Bibendum </a:t>
            </a:r>
            <a:r>
              <a:rPr lang="en-GB" sz="1100" dirty="0" err="1">
                <a:solidFill>
                  <a:srgbClr val="6A2C13"/>
                </a:solidFill>
              </a:rPr>
              <a:t>lacus</a:t>
            </a:r>
            <a:r>
              <a:rPr lang="en-GB" sz="1100" dirty="0">
                <a:solidFill>
                  <a:srgbClr val="6A2C13"/>
                </a:solidFill>
              </a:rPr>
              <a:t> </a:t>
            </a:r>
            <a:r>
              <a:rPr lang="en-GB" sz="1100" dirty="0" err="1">
                <a:solidFill>
                  <a:srgbClr val="6A2C13"/>
                </a:solidFill>
              </a:rPr>
              <a:t>ornare</a:t>
            </a:r>
            <a:r>
              <a:rPr lang="en-GB" sz="1100" dirty="0">
                <a:solidFill>
                  <a:srgbClr val="6A2C13"/>
                </a:solidFill>
              </a:rPr>
              <a:t> et. </a:t>
            </a:r>
          </a:p>
          <a:p>
            <a:pPr marL="171450" indent="-171450">
              <a:buFont typeface="Arial" panose="020B0604020202020204" pitchFamily="34" charset="0"/>
              <a:buChar char="•"/>
            </a:pPr>
            <a:r>
              <a:rPr lang="en-GB" sz="1100" dirty="0">
                <a:solidFill>
                  <a:srgbClr val="6A2C13"/>
                </a:solidFill>
              </a:rPr>
              <a:t>Ut </a:t>
            </a:r>
            <a:r>
              <a:rPr lang="en-GB" sz="1100" dirty="0" err="1">
                <a:solidFill>
                  <a:srgbClr val="6A2C13"/>
                </a:solidFill>
              </a:rPr>
              <a:t>efficitur</a:t>
            </a:r>
            <a:r>
              <a:rPr lang="en-GB" sz="1100" dirty="0">
                <a:solidFill>
                  <a:srgbClr val="6A2C13"/>
                </a:solidFill>
              </a:rPr>
              <a:t> </a:t>
            </a:r>
            <a:r>
              <a:rPr lang="en-GB" sz="1100" dirty="0" err="1">
                <a:solidFill>
                  <a:srgbClr val="6A2C13"/>
                </a:solidFill>
              </a:rPr>
              <a:t>ullamcorper</a:t>
            </a:r>
            <a:r>
              <a:rPr lang="en-GB" sz="1100" dirty="0">
                <a:solidFill>
                  <a:srgbClr val="6A2C13"/>
                </a:solidFill>
              </a:rPr>
              <a:t> </a:t>
            </a:r>
            <a:r>
              <a:rPr lang="en-GB" sz="1100" dirty="0" err="1">
                <a:solidFill>
                  <a:srgbClr val="6A2C13"/>
                </a:solidFill>
              </a:rPr>
              <a:t>felis</a:t>
            </a:r>
            <a:r>
              <a:rPr lang="en-GB" sz="1100" dirty="0">
                <a:solidFill>
                  <a:srgbClr val="6A2C13"/>
                </a:solidFill>
              </a:rPr>
              <a:t>.</a:t>
            </a:r>
          </a:p>
          <a:p>
            <a:pPr marL="171450" indent="-171450">
              <a:buFont typeface="Arial" panose="020B0604020202020204" pitchFamily="34" charset="0"/>
              <a:buChar char="•"/>
            </a:pPr>
            <a:r>
              <a:rPr lang="en-GB" sz="1100" dirty="0" err="1">
                <a:solidFill>
                  <a:srgbClr val="6A2C13"/>
                </a:solidFill>
              </a:rPr>
              <a:t>Phasellus</a:t>
            </a:r>
            <a:r>
              <a:rPr lang="en-GB" sz="1100" dirty="0">
                <a:solidFill>
                  <a:srgbClr val="6A2C13"/>
                </a:solidFill>
              </a:rPr>
              <a:t> vitae </a:t>
            </a:r>
            <a:r>
              <a:rPr lang="en-GB" sz="1100" dirty="0" err="1">
                <a:solidFill>
                  <a:srgbClr val="6A2C13"/>
                </a:solidFill>
              </a:rPr>
              <a:t>tincidun</a:t>
            </a:r>
            <a:endParaRPr lang="en-GB" sz="1100" dirty="0">
              <a:solidFill>
                <a:srgbClr val="6A2C13"/>
              </a:solidFill>
            </a:endParaRPr>
          </a:p>
          <a:p>
            <a:pPr/>
            <a:endParaRPr lang="en-GB" dirty="0" err="1">
              <a:solidFill>
                <a:srgbClr val="6A2C13"/>
              </a:solidFill>
            </a:endParaRPr>
          </a:p>
        </p:txBody>
      </p:sp>
    </p:spTree>
    <p:extLst>
      <p:ext uri="{BB962C8B-B14F-4D97-AF65-F5344CB8AC3E}">
        <p14:creationId xmlns:p14="http://schemas.microsoft.com/office/powerpoint/2010/main" val="27172374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BB9AD-B549-80F9-669C-D7E29CDF4F8E}"/>
            </a:ext>
          </a:extLst>
        </p:cNvPr>
        <p:cNvGrpSpPr/>
        <p:nvPr/>
      </p:nvGrpSpPr>
      <p:grpSpPr>
        <a:xfrm>
          <a:off x="0" y="0"/>
          <a:ext cx="0" cy="0"/>
          <a:chOff x="0" y="0"/>
          <a:chExt cx="0" cy="0"/>
        </a:xfrm>
      </p:grpSpPr>
      <p:sp>
        <p:nvSpPr>
          <p:cNvPr id="2" name="Rectángulo 6">
            <a:extLst>
              <a:ext uri="{FF2B5EF4-FFF2-40B4-BE49-F238E27FC236}">
                <a16:creationId xmlns:a16="http://schemas.microsoft.com/office/drawing/2014/main" id="{395C22C1-790D-03E9-96E3-BD31CE0B92B1}"/>
              </a:ext>
            </a:extLst>
          </p:cNvPr>
          <p:cNvSpPr/>
          <p:nvPr/>
        </p:nvSpPr>
        <p:spPr>
          <a:xfrm>
            <a:off x="0" y="6437376"/>
            <a:ext cx="12192000" cy="420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pic>
        <p:nvPicPr>
          <p:cNvPr id="6" name="imagen" descr="A person sitting on a couch with a computer and a person talking&#10;&#10;AI-generated content may be incorrect.">
            <a:extLst>
              <a:ext uri="{FF2B5EF4-FFF2-40B4-BE49-F238E27FC236}">
                <a16:creationId xmlns:a16="http://schemas.microsoft.com/office/drawing/2014/main" id="{D9051093-941F-98F0-05CD-0498A05E453B}"/>
              </a:ext>
            </a:extLst>
          </p:cNvPr>
          <p:cNvPicPr>
            <a:picLocks noGrp="1" noChangeAspect="1"/>
          </p:cNvPicPr>
          <p:nvPr>
            <p:ph type="pic" sz="quarter" idx="14"/>
          </p:nvPr>
        </p:nvPicPr>
        <p:blipFill>
          <a:blip r:embed="rId3" cstate="email">
            <a:extLst>
              <a:ext uri="{28A0092B-C50C-407E-A947-70E740481C1C}">
                <a14:useLocalDpi xmlns:a14="http://schemas.microsoft.com/office/drawing/2010/main"/>
              </a:ext>
            </a:extLst>
          </a:blip>
          <a:srcRect/>
          <a:stretch/>
        </p:blipFill>
        <p:spPr>
          <a:xfrm>
            <a:off x="4632325" y="425450"/>
            <a:ext cx="7127875" cy="5807727"/>
          </a:xfrm>
        </p:spPr>
      </p:pic>
      <p:sp>
        <p:nvSpPr>
          <p:cNvPr id="9" name="cuerpo">
            <a:extLst>
              <a:ext uri="{FF2B5EF4-FFF2-40B4-BE49-F238E27FC236}">
                <a16:creationId xmlns:a16="http://schemas.microsoft.com/office/drawing/2014/main" id="{46592A82-9D3D-00D4-1B13-0DA558C47829}"/>
              </a:ext>
            </a:extLst>
          </p:cNvPr>
          <p:cNvSpPr>
            <a:spLocks noGrp="1"/>
          </p:cNvSpPr>
          <p:nvPr>
            <p:ph idx="1"/>
          </p:nvPr>
        </p:nvSpPr>
        <p:spPr/>
        <p:txBody>
          <a:bodyPr/>
          <a:lstStyle/>
          <a:p>
            <a:pPr/>
            <a:r>
              <a:rPr lang="en-GB" dirty="0"/>
              <a:t>Aenean </a:t>
            </a:r>
            <a:r>
              <a:rPr lang="en-GB" dirty="0" err="1"/>
              <a:t>fringilla</a:t>
            </a:r>
            <a:r>
              <a:rPr lang="en-GB" dirty="0"/>
              <a:t> </a:t>
            </a:r>
            <a:r>
              <a:rPr lang="en-GB" dirty="0" err="1"/>
              <a:t>urna</a:t>
            </a:r>
            <a:r>
              <a:rPr lang="en-GB" dirty="0"/>
              <a:t> dui, </a:t>
            </a:r>
            <a:r>
              <a:rPr lang="en-GB" dirty="0" err="1"/>
              <a:t>eu</a:t>
            </a:r>
            <a:r>
              <a:rPr lang="en-GB" dirty="0"/>
              <a:t> </a:t>
            </a:r>
            <a:r>
              <a:rPr lang="en-GB" dirty="0" err="1"/>
              <a:t>suscipit</a:t>
            </a:r>
            <a:r>
              <a:rPr lang="en-GB" dirty="0"/>
              <a:t> ante </a:t>
            </a:r>
            <a:r>
              <a:rPr lang="en-GB" dirty="0" err="1"/>
              <a:t>feugiat</a:t>
            </a:r>
            <a:r>
              <a:rPr lang="en-GB" dirty="0"/>
              <a:t>. Proin sit </a:t>
            </a:r>
            <a:r>
              <a:rPr lang="en-GB" dirty="0" err="1"/>
              <a:t>amet</a:t>
            </a:r>
            <a:r>
              <a:rPr lang="en-GB" dirty="0"/>
              <a:t> </a:t>
            </a:r>
            <a:r>
              <a:rPr lang="en-GB" dirty="0" err="1"/>
              <a:t>scelerisque</a:t>
            </a:r>
            <a:r>
              <a:rPr lang="en-GB" dirty="0"/>
              <a:t> ligula, </a:t>
            </a:r>
            <a:r>
              <a:rPr lang="en-GB" dirty="0" err="1"/>
              <a:t>rutrum</a:t>
            </a:r>
            <a:r>
              <a:rPr lang="en-GB" dirty="0"/>
              <a:t> </a:t>
            </a:r>
            <a:r>
              <a:rPr lang="en-GB" dirty="0" err="1"/>
              <a:t>erat</a:t>
            </a:r>
            <a:r>
              <a:rPr lang="en-GB" dirty="0"/>
              <a:t>. </a:t>
            </a:r>
            <a:r>
              <a:rPr lang="en-GB" dirty="0" err="1"/>
              <a:t>Etiam</a:t>
            </a:r>
            <a:r>
              <a:rPr lang="en-GB" dirty="0"/>
              <a:t> </a:t>
            </a:r>
            <a:r>
              <a:rPr lang="en-GB" dirty="0" err="1"/>
              <a:t>accumsan</a:t>
            </a:r>
            <a:r>
              <a:rPr lang="en-GB" dirty="0"/>
              <a:t> </a:t>
            </a:r>
            <a:r>
              <a:rPr lang="en-GB" dirty="0" err="1"/>
              <a:t>tincidunt</a:t>
            </a:r>
            <a:r>
              <a:rPr lang="en-GB" dirty="0"/>
              <a:t> vestibulum. Maecenas </a:t>
            </a:r>
            <a:r>
              <a:rPr lang="en-GB" dirty="0" err="1"/>
              <a:t>lobortis</a:t>
            </a:r>
            <a:r>
              <a:rPr lang="en-GB" dirty="0"/>
              <a:t> </a:t>
            </a:r>
            <a:r>
              <a:rPr lang="en-GB" dirty="0" err="1"/>
              <a:t>sapien</a:t>
            </a:r>
            <a:r>
              <a:rPr lang="en-GB" dirty="0"/>
              <a:t> </a:t>
            </a:r>
            <a:r>
              <a:rPr lang="en-GB" dirty="0" err="1"/>
              <a:t>nibh</a:t>
            </a:r>
            <a:r>
              <a:rPr lang="en-GB" dirty="0"/>
              <a:t>, </a:t>
            </a:r>
            <a:r>
              <a:rPr lang="en-GB" dirty="0" err="1"/>
              <a:t>dapibus</a:t>
            </a:r>
            <a:r>
              <a:rPr lang="en-GB" dirty="0"/>
              <a:t> </a:t>
            </a:r>
            <a:r>
              <a:rPr lang="en-GB" dirty="0" err="1"/>
              <a:t>mauris</a:t>
            </a:r>
            <a:r>
              <a:rPr lang="en-GB" dirty="0"/>
              <a:t> pharetra in. Integer </a:t>
            </a:r>
            <a:r>
              <a:rPr lang="en-GB" dirty="0" err="1"/>
              <a:t>volutpat</a:t>
            </a:r>
            <a:r>
              <a:rPr lang="en-GB" dirty="0"/>
              <a:t>, lacinia </a:t>
            </a:r>
            <a:r>
              <a:rPr lang="en-GB" dirty="0" err="1"/>
              <a:t>risus</a:t>
            </a:r>
            <a:r>
              <a:rPr lang="en-GB" dirty="0"/>
              <a:t> vitae, </a:t>
            </a:r>
            <a:r>
              <a:rPr lang="en-GB" dirty="0" err="1"/>
              <a:t>ultricies</a:t>
            </a:r>
            <a:r>
              <a:rPr lang="en-GB" dirty="0"/>
              <a:t> </a:t>
            </a:r>
            <a:r>
              <a:rPr lang="en-GB" dirty="0" err="1"/>
              <a:t>felis</a:t>
            </a:r>
            <a:r>
              <a:rPr lang="en-GB" dirty="0"/>
              <a:t>. Integer </a:t>
            </a:r>
            <a:r>
              <a:rPr lang="en-GB" dirty="0" err="1"/>
              <a:t>venenatis</a:t>
            </a:r>
            <a:r>
              <a:rPr lang="en-GB" dirty="0"/>
              <a:t> </a:t>
            </a:r>
            <a:r>
              <a:rPr lang="en-GB" dirty="0" err="1"/>
              <a:t>elementum</a:t>
            </a:r>
            <a:r>
              <a:rPr lang="en-GB" dirty="0"/>
              <a:t> </a:t>
            </a:r>
            <a:r>
              <a:rPr lang="en-GB" dirty="0" err="1"/>
              <a:t>venenatis</a:t>
            </a:r>
            <a:r>
              <a:rPr lang="en-GB" dirty="0"/>
              <a:t>.</a:t>
            </a:r>
            <a:br>
              <a:rPr lang="en-GB" dirty="0"/>
            </a:br>
            <a:r>
              <a:rPr lang="en-GB" dirty="0"/>
              <a:t>Eget </a:t>
            </a:r>
            <a:r>
              <a:rPr lang="en-GB" dirty="0" err="1"/>
              <a:t>elementum</a:t>
            </a:r>
            <a:r>
              <a:rPr lang="en-GB" dirty="0"/>
              <a:t> </a:t>
            </a:r>
            <a:r>
              <a:rPr lang="en-GB" dirty="0" err="1"/>
              <a:t>nulla</a:t>
            </a:r>
            <a:r>
              <a:rPr lang="en-GB" dirty="0"/>
              <a:t>, auctor.</a:t>
            </a:r>
          </a:p>
          <a:p>
            <a:pPr/>
            <a:endParaRPr lang="en-GB" dirty="0"/>
          </a:p>
        </p:txBody>
      </p:sp>
      <p:sp>
        <p:nvSpPr>
          <p:cNvPr id="14" name="Footer Placeholder 13">
            <a:extLst>
              <a:ext uri="{FF2B5EF4-FFF2-40B4-BE49-F238E27FC236}">
                <a16:creationId xmlns:a16="http://schemas.microsoft.com/office/drawing/2014/main" id="{E121FBCE-F9B7-5CC9-EC7B-F6CE80DCFB0E}"/>
              </a:ext>
            </a:extLst>
          </p:cNvPr>
          <p:cNvSpPr>
            <a:spLocks noGrp="1"/>
          </p:cNvSpPr>
          <p:nvPr>
            <p:ph type="ftr" sz="quarter" idx="11"/>
          </p:nvPr>
        </p:nvSpPr>
        <p:spPr/>
        <p:txBody>
          <a:bodyPr/>
          <a:lstStyle/>
          <a:p>
            <a:pPr/>
          </a:p>
        </p:txBody>
      </p:sp>
      <p:sp>
        <p:nvSpPr>
          <p:cNvPr id="15" name="Slide Number Placeholder 14">
            <a:extLst>
              <a:ext uri="{FF2B5EF4-FFF2-40B4-BE49-F238E27FC236}">
                <a16:creationId xmlns:a16="http://schemas.microsoft.com/office/drawing/2014/main" id="{69B8E04B-7D88-BC33-4DA7-2F4D2378838D}"/>
              </a:ext>
            </a:extLst>
          </p:cNvPr>
          <p:cNvSpPr>
            <a:spLocks noGrp="1"/>
          </p:cNvSpPr>
          <p:nvPr>
            <p:ph type="sldNum" sz="quarter" idx="12"/>
          </p:nvPr>
        </p:nvSpPr>
        <p:spPr/>
        <p:txBody>
          <a:bodyPr/>
          <a:lstStyle/>
          <a:p>
            <a:pPr/>
            <a:fld id="{5F7B1633-95EA-F847-945E-534A0819728C}" type="slidenum">
              <a:rPr lang="en-GB" smtClean="0"/>
              <a:t>12</a:t>
            </a:fld>
            <a:endParaRPr lang="en-GB"/>
          </a:p>
        </p:txBody>
      </p:sp>
      <p:sp>
        <p:nvSpPr>
          <p:cNvPr id="4" name="titulo">
            <a:extLst>
              <a:ext uri="{FF2B5EF4-FFF2-40B4-BE49-F238E27FC236}">
                <a16:creationId xmlns:a16="http://schemas.microsoft.com/office/drawing/2014/main" id="{A6C86095-62B7-7449-B541-D8FD24046E72}"/>
              </a:ext>
            </a:extLst>
          </p:cNvPr>
          <p:cNvSpPr>
            <a:spLocks noGrp="1"/>
          </p:cNvSpPr>
          <p:nvPr>
            <p:ph type="title"/>
          </p:nvPr>
        </p:nvSpPr>
        <p:spPr/>
        <p:txBody>
          <a:bodyPr/>
          <a:lstStyle/>
          <a:p>
            <a:pPr/>
            <a:r>
              <a:rPr lang="en-GB" dirty="0" err="1"/>
              <a:t>Titulo</a:t>
            </a:r>
            <a:r>
              <a:rPr lang="en-GB" dirty="0"/>
              <a:t> de la </a:t>
            </a:r>
            <a:r>
              <a:rPr lang="en-GB" dirty="0" err="1"/>
              <a:t>sección</a:t>
            </a:r>
            <a:endParaRPr lang="en-GB" dirty="0"/>
          </a:p>
        </p:txBody>
      </p:sp>
      <p:sp>
        <p:nvSpPr>
          <p:cNvPr id="10" name="antetitulo">
            <a:extLst>
              <a:ext uri="{FF2B5EF4-FFF2-40B4-BE49-F238E27FC236}">
                <a16:creationId xmlns:a16="http://schemas.microsoft.com/office/drawing/2014/main" id="{569D9C32-8362-8747-52CF-A05207D993AC}"/>
              </a:ext>
            </a:extLst>
          </p:cNvPr>
          <p:cNvSpPr>
            <a:spLocks noGrp="1"/>
          </p:cNvSpPr>
          <p:nvPr>
            <p:ph type="body" sz="quarter" idx="1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pic>
        <p:nvPicPr>
          <p:cNvPr id="3" name="Graphic 7">
            <a:extLst>
              <a:ext uri="{FF2B5EF4-FFF2-40B4-BE49-F238E27FC236}">
                <a16:creationId xmlns:a16="http://schemas.microsoft.com/office/drawing/2014/main" id="{CB400CAE-6428-CA0A-186B-461E392EDD75}"/>
              </a:ext>
            </a:extLst>
          </p:cNvPr>
          <p:cNvPicPr/>
          <p:nvPr/>
        </p:nvPicPr>
        <p:blipFill>
          <a:blip>
            <a:extLst>
              <a:ext uri="{96DAC541-7B7A-43D3-8B79-37D633B846F1}">
                <asvg:svgBlip xmlns:asvg="http://schemas.microsoft.com/office/drawing/2016/SVG/main" r:embed="rId4"/>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19957876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051D6-5AB5-A39F-64D4-4925BD119467}"/>
            </a:ext>
          </a:extLst>
        </p:cNvPr>
        <p:cNvGrpSpPr/>
        <p:nvPr/>
      </p:nvGrpSpPr>
      <p:grpSpPr>
        <a:xfrm>
          <a:off x="0" y="0"/>
          <a:ext cx="0" cy="0"/>
          <a:chOff x="0" y="0"/>
          <a:chExt cx="0" cy="0"/>
        </a:xfrm>
      </p:grpSpPr>
      <p:pic>
        <p:nvPicPr>
          <p:cNvPr id="14" name="imagen" descr="A person sitting on a rock looking at a valley&#10;&#10;AI-generated content may be incorrect.">
            <a:extLst>
              <a:ext uri="{FF2B5EF4-FFF2-40B4-BE49-F238E27FC236}">
                <a16:creationId xmlns:a16="http://schemas.microsoft.com/office/drawing/2014/main" id="{F4F7E1F1-0766-81E3-8146-61070399A4ED}"/>
              </a:ext>
            </a:extLst>
          </p:cNvPr>
          <p:cNvPicPr>
            <a:picLocks noGrp="1" noChangeAspect="1"/>
          </p:cNvPicPr>
          <p:nvPr>
            <p:ph type="pic" sz="quarter" idx="15"/>
          </p:nvPr>
        </p:nvPicPr>
        <p:blipFill>
          <a:blip r:embed="rId2" cstate="email">
            <a:extLst>
              <a:ext uri="{28A0092B-C50C-407E-A947-70E740481C1C}">
                <a14:useLocalDpi xmlns:a14="http://schemas.microsoft.com/office/drawing/2010/main"/>
              </a:ext>
            </a:extLst>
          </a:blip>
          <a:srcRect/>
          <a:stretch/>
        </p:blipFill>
        <p:spPr/>
      </p:pic>
      <p:sp>
        <p:nvSpPr>
          <p:cNvPr id="6" name="Rectángulo 6">
            <a:extLst>
              <a:ext uri="{FF2B5EF4-FFF2-40B4-BE49-F238E27FC236}">
                <a16:creationId xmlns:a16="http://schemas.microsoft.com/office/drawing/2014/main" id="{4FFE180B-873B-D4F0-753D-CC13DA8B931B}"/>
              </a:ext>
            </a:extLst>
          </p:cNvPr>
          <p:cNvSpPr/>
          <p:nvPr/>
        </p:nvSpPr>
        <p:spPr>
          <a:xfrm>
            <a:off x="0" y="6437376"/>
            <a:ext cx="12192000" cy="42062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sp>
        <p:nvSpPr>
          <p:cNvPr id="13" name="Footer Placeholder 12">
            <a:extLst>
              <a:ext uri="{FF2B5EF4-FFF2-40B4-BE49-F238E27FC236}">
                <a16:creationId xmlns:a16="http://schemas.microsoft.com/office/drawing/2014/main" id="{0BFA637B-6BBE-0655-1845-BDE0A55CF86E}"/>
              </a:ext>
            </a:extLst>
          </p:cNvPr>
          <p:cNvSpPr>
            <a:spLocks noGrp="1"/>
          </p:cNvSpPr>
          <p:nvPr>
            <p:ph type="ftr" sz="quarter" idx="11"/>
          </p:nvPr>
        </p:nvSpPr>
        <p:spPr/>
        <p:txBody>
          <a:bodyPr/>
          <a:lstStyle/>
          <a:p>
            <a:pPr/>
          </a:p>
        </p:txBody>
      </p:sp>
      <p:sp>
        <p:nvSpPr>
          <p:cNvPr id="15" name="Slide Number Placeholder 14">
            <a:extLst>
              <a:ext uri="{FF2B5EF4-FFF2-40B4-BE49-F238E27FC236}">
                <a16:creationId xmlns:a16="http://schemas.microsoft.com/office/drawing/2014/main" id="{32D813FB-FB9A-9A90-DAA0-C9339C797739}"/>
              </a:ext>
            </a:extLst>
          </p:cNvPr>
          <p:cNvSpPr>
            <a:spLocks noGrp="1"/>
          </p:cNvSpPr>
          <p:nvPr>
            <p:ph type="sldNum" sz="quarter" idx="12"/>
          </p:nvPr>
        </p:nvSpPr>
        <p:spPr/>
        <p:txBody>
          <a:bodyPr/>
          <a:lstStyle/>
          <a:p>
            <a:pPr/>
            <a:fld id="{5F7B1633-95EA-F847-945E-534A0819728C}" type="slidenum">
              <a:rPr lang="en-GB" smtClean="0"/>
              <a:t>13</a:t>
            </a:fld>
            <a:endParaRPr lang="en-GB"/>
          </a:p>
        </p:txBody>
      </p:sp>
      <p:sp>
        <p:nvSpPr>
          <p:cNvPr id="4" name="titulo">
            <a:extLst>
              <a:ext uri="{FF2B5EF4-FFF2-40B4-BE49-F238E27FC236}">
                <a16:creationId xmlns:a16="http://schemas.microsoft.com/office/drawing/2014/main" id="{D04060FD-4866-4F22-C4B8-D2C47648B583}"/>
              </a:ext>
            </a:extLst>
          </p:cNvPr>
          <p:cNvSpPr>
            <a:spLocks noGrp="1"/>
          </p:cNvSpPr>
          <p:nvPr>
            <p:ph type="title"/>
          </p:nvPr>
        </p:nvSpPr>
        <p:spPr/>
        <p:txBody>
          <a:bodyPr/>
          <a:lstStyle/>
          <a:p>
            <a:pPr/>
            <a:r>
              <a:rPr lang="en-GB" dirty="0" err="1"/>
              <a:t>Titulo</a:t>
            </a:r>
            <a:r>
              <a:rPr lang="en-GB" dirty="0"/>
              <a:t> de la </a:t>
            </a:r>
            <a:r>
              <a:rPr lang="en-GB" dirty="0" err="1"/>
              <a:t>sección</a:t>
            </a:r>
            <a:endParaRPr lang="en-GB" dirty="0"/>
          </a:p>
        </p:txBody>
      </p:sp>
      <p:sp>
        <p:nvSpPr>
          <p:cNvPr id="10" name="antetitulo">
            <a:extLst>
              <a:ext uri="{FF2B5EF4-FFF2-40B4-BE49-F238E27FC236}">
                <a16:creationId xmlns:a16="http://schemas.microsoft.com/office/drawing/2014/main" id="{7F14A02E-5933-376D-5A07-3266296437B2}"/>
              </a:ext>
            </a:extLst>
          </p:cNvPr>
          <p:cNvSpPr>
            <a:spLocks noGrp="1"/>
          </p:cNvSpPr>
          <p:nvPr>
            <p:ph type="body" sz="quarter" idx="13"/>
          </p:nvPr>
        </p:nvSpPr>
        <p:spPr/>
        <p:txBody>
          <a:bodyPr/>
          <a:lstStyle/>
          <a:p>
            <a:pPr/>
            <a:r>
              <a:rPr lang="en-GB" dirty="0" err="1"/>
              <a:t>Titulo</a:t>
            </a:r>
            <a:r>
              <a:rPr lang="en-GB" dirty="0"/>
              <a:t> de </a:t>
            </a:r>
            <a:r>
              <a:rPr lang="en-GB" dirty="0" err="1"/>
              <a:t>capitulo</a:t>
            </a:r>
            <a:r>
              <a:rPr lang="en-GB" dirty="0"/>
              <a:t> / </a:t>
            </a:r>
            <a:r>
              <a:rPr lang="en-GB" dirty="0" err="1"/>
              <a:t>Subtitulo</a:t>
            </a:r>
            <a:endParaRPr lang="en-GB" dirty="0"/>
          </a:p>
        </p:txBody>
      </p:sp>
      <p:sp>
        <p:nvSpPr>
          <p:cNvPr id="9" name="subtitulo">
            <a:extLst>
              <a:ext uri="{FF2B5EF4-FFF2-40B4-BE49-F238E27FC236}">
                <a16:creationId xmlns:a16="http://schemas.microsoft.com/office/drawing/2014/main" id="{3DD0CB28-B2FC-8EE5-A474-79CE2DFBCEFC}"/>
              </a:ext>
            </a:extLst>
          </p:cNvPr>
          <p:cNvSpPr>
            <a:spLocks noGrp="1"/>
          </p:cNvSpPr>
          <p:nvPr>
            <p:ph idx="1"/>
          </p:nvPr>
        </p:nvSpPr>
        <p:spPr/>
        <p:txBody>
          <a:bodyPr/>
          <a:lstStyle/>
          <a:p>
            <a:pPr/>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Morbi </a:t>
            </a:r>
            <a:r>
              <a:rPr lang="en-GB" dirty="0" err="1"/>
              <a:t>molestie</a:t>
            </a:r>
            <a:r>
              <a:rPr lang="en-GB" dirty="0"/>
              <a:t> </a:t>
            </a:r>
            <a:r>
              <a:rPr lang="en-GB" dirty="0" err="1"/>
              <a:t>imperdiet</a:t>
            </a:r>
            <a:r>
              <a:rPr lang="en-GB" dirty="0"/>
              <a:t> nunc, </a:t>
            </a:r>
            <a:r>
              <a:rPr lang="en-GB" dirty="0" err="1"/>
              <a:t>eu</a:t>
            </a:r>
            <a:r>
              <a:rPr lang="en-GB" dirty="0"/>
              <a:t> </a:t>
            </a:r>
            <a:r>
              <a:rPr lang="en-GB" dirty="0" err="1"/>
              <a:t>aliquet</a:t>
            </a:r>
            <a:r>
              <a:rPr lang="en-GB" dirty="0"/>
              <a:t> </a:t>
            </a:r>
            <a:r>
              <a:rPr lang="en-GB" dirty="0" err="1"/>
              <a:t>nibh</a:t>
            </a:r>
            <a:r>
              <a:rPr lang="en-GB" dirty="0"/>
              <a:t> </a:t>
            </a:r>
            <a:r>
              <a:rPr lang="en-GB" dirty="0" err="1"/>
              <a:t>ullamcorper</a:t>
            </a:r>
            <a:r>
              <a:rPr lang="en-GB" dirty="0"/>
              <a:t> </a:t>
            </a:r>
            <a:r>
              <a:rPr lang="en-GB" dirty="0" err="1"/>
              <a:t>quis</a:t>
            </a:r>
            <a:r>
              <a:rPr lang="en-GB" dirty="0"/>
              <a:t>. Donec </a:t>
            </a:r>
            <a:r>
              <a:rPr lang="en-GB" dirty="0" err="1"/>
              <a:t>pellentesque</a:t>
            </a:r>
            <a:r>
              <a:rPr lang="en-GB" dirty="0"/>
              <a:t> </a:t>
            </a:r>
            <a:r>
              <a:rPr lang="en-GB" dirty="0" err="1"/>
              <a:t>elementum</a:t>
            </a:r>
            <a:r>
              <a:rPr lang="en-GB" dirty="0"/>
              <a:t> ante id </a:t>
            </a:r>
            <a:r>
              <a:rPr lang="en-GB" dirty="0" err="1"/>
              <a:t>condimentum</a:t>
            </a:r>
            <a:r>
              <a:rPr lang="en-GB" dirty="0"/>
              <a:t>. Cras et </a:t>
            </a:r>
            <a:r>
              <a:rPr lang="en-GB" dirty="0" err="1"/>
              <a:t>facilisis</a:t>
            </a:r>
            <a:r>
              <a:rPr lang="en-GB" dirty="0"/>
              <a:t> </a:t>
            </a:r>
            <a:r>
              <a:rPr lang="en-GB" dirty="0" err="1"/>
              <a:t>tortor</a:t>
            </a:r>
            <a:r>
              <a:rPr lang="en-GB" dirty="0"/>
              <a:t>. Ut dui, </a:t>
            </a:r>
            <a:r>
              <a:rPr lang="en-GB" dirty="0" err="1"/>
              <a:t>interdum</a:t>
            </a:r>
            <a:r>
              <a:rPr lang="en-GB" dirty="0"/>
              <a:t> ac </a:t>
            </a:r>
            <a:r>
              <a:rPr lang="en-GB" dirty="0" err="1"/>
              <a:t>molestie</a:t>
            </a:r>
            <a:r>
              <a:rPr lang="en-GB" dirty="0"/>
              <a:t> </a:t>
            </a:r>
            <a:r>
              <a:rPr lang="en-GB" dirty="0" err="1"/>
              <a:t>eu</a:t>
            </a:r>
            <a:r>
              <a:rPr lang="en-GB" dirty="0"/>
              <a:t>, </a:t>
            </a:r>
            <a:r>
              <a:rPr lang="en-GB" dirty="0" err="1"/>
              <a:t>sagittis</a:t>
            </a:r>
            <a:r>
              <a:rPr lang="en-GB" dirty="0"/>
              <a:t>.</a:t>
            </a:r>
          </a:p>
        </p:txBody>
      </p:sp>
      <p:pic>
        <p:nvPicPr>
          <p:cNvPr id="3" name="Graphic 7">
            <a:extLst>
              <a:ext uri="{FF2B5EF4-FFF2-40B4-BE49-F238E27FC236}">
                <a16:creationId xmlns:a16="http://schemas.microsoft.com/office/drawing/2014/main" id="{CF4107FF-C56D-7BAC-79F4-C99B8335557A}"/>
              </a:ext>
            </a:extLst>
          </p:cNvPr>
          <p:cNvPicPr/>
          <p:nvPr/>
        </p:nvPicPr>
        <p:blipFill>
          <a:blip>
            <a:extLst>
              <a:ext uri="{96DAC541-7B7A-43D3-8B79-37D633B846F1}">
                <asvg:svgBlip xmlns:asvg="http://schemas.microsoft.com/office/drawing/2016/SVG/main" r:embed="rId3"/>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66469754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DCE842-E436-BE3F-0CD8-DFC6E6C7D5F5}"/>
            </a:ext>
          </a:extLst>
        </p:cNvPr>
        <p:cNvGrpSpPr/>
        <p:nvPr/>
      </p:nvGrpSpPr>
      <p:grpSpPr>
        <a:xfrm>
          <a:off x="0" y="0"/>
          <a:ext cx="0" cy="0"/>
          <a:chOff x="0" y="0"/>
          <a:chExt cx="0" cy="0"/>
        </a:xfrm>
      </p:grpSpPr>
      <p:sp>
        <p:nvSpPr>
          <p:cNvPr id="2" name="Rectángulo 6">
            <a:extLst>
              <a:ext uri="{FF2B5EF4-FFF2-40B4-BE49-F238E27FC236}">
                <a16:creationId xmlns:a16="http://schemas.microsoft.com/office/drawing/2014/main" id="{CF759E27-E2C8-7E83-F12E-E874233CCD81}"/>
              </a:ext>
            </a:extLst>
          </p:cNvPr>
          <p:cNvSpPr/>
          <p:nvPr/>
        </p:nvSpPr>
        <p:spPr>
          <a:xfrm>
            <a:off x="0" y="6437376"/>
            <a:ext cx="12192000" cy="42062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sz="1200" dirty="0">
              <a:solidFill>
                <a:schemeClr val="tx1">
                  <a:lumMod val="90000"/>
                  <a:lumOff val="10000"/>
                </a:schemeClr>
              </a:solidFill>
            </a:endParaRPr>
          </a:p>
        </p:txBody>
      </p:sp>
      <p:pic>
        <p:nvPicPr>
          <p:cNvPr id="7" name="imagen_1" descr="A person talking on a cell phone&#10;&#10;AI-generated content may be incorrect.">
            <a:extLst>
              <a:ext uri="{FF2B5EF4-FFF2-40B4-BE49-F238E27FC236}">
                <a16:creationId xmlns:a16="http://schemas.microsoft.com/office/drawing/2014/main" id="{EE8416EC-597D-95E2-4A60-E73D02B5D89D}"/>
              </a:ext>
            </a:extLst>
          </p:cNvPr>
          <p:cNvPicPr>
            <a:picLocks noGrp="1" noChangeAspect="1"/>
          </p:cNvPicPr>
          <p:nvPr>
            <p:ph type="pic" sz="quarter" idx="14"/>
          </p:nvPr>
        </p:nvPicPr>
        <p:blipFill>
          <a:blip r:embed="rId3" cstate="email">
            <a:extLst>
              <a:ext uri="{28A0092B-C50C-407E-A947-70E740481C1C}">
                <a14:useLocalDpi xmlns:a14="http://schemas.microsoft.com/office/drawing/2010/main"/>
              </a:ext>
            </a:extLst>
          </a:blip>
          <a:srcRect/>
          <a:stretch/>
        </p:blipFill>
        <p:spPr>
          <a:xfrm>
            <a:off x="4632325" y="425450"/>
            <a:ext cx="3375025" cy="5807727"/>
          </a:xfrm>
        </p:spPr>
      </p:pic>
      <p:sp>
        <p:nvSpPr>
          <p:cNvPr id="9" name="cuerpo">
            <a:extLst>
              <a:ext uri="{FF2B5EF4-FFF2-40B4-BE49-F238E27FC236}">
                <a16:creationId xmlns:a16="http://schemas.microsoft.com/office/drawing/2014/main" id="{6F7E727F-EA83-7310-D48C-A3AE9FA0876B}"/>
              </a:ext>
            </a:extLst>
          </p:cNvPr>
          <p:cNvSpPr>
            <a:spLocks noGrp="1"/>
          </p:cNvSpPr>
          <p:nvPr>
            <p:ph idx="1"/>
          </p:nvPr>
        </p:nvSpPr>
        <p:spPr/>
        <p:txBody>
          <a:bodyPr/>
          <a:lstStyle/>
          <a:p>
            <a:pPr/>
            <a:r>
              <a:rPr lang="en-GB" dirty="0"/>
              <a:t>Aenean </a:t>
            </a:r>
            <a:r>
              <a:rPr lang="en-GB" dirty="0" err="1"/>
              <a:t>fringilla</a:t>
            </a:r>
            <a:r>
              <a:rPr lang="en-GB" dirty="0"/>
              <a:t> </a:t>
            </a:r>
            <a:r>
              <a:rPr lang="en-GB" dirty="0" err="1"/>
              <a:t>urna</a:t>
            </a:r>
            <a:r>
              <a:rPr lang="en-GB" dirty="0"/>
              <a:t> dui, </a:t>
            </a:r>
            <a:r>
              <a:rPr lang="en-GB" dirty="0" err="1"/>
              <a:t>eu</a:t>
            </a:r>
            <a:r>
              <a:rPr lang="en-GB" dirty="0"/>
              <a:t> </a:t>
            </a:r>
            <a:r>
              <a:rPr lang="en-GB" dirty="0" err="1"/>
              <a:t>suscipit</a:t>
            </a:r>
            <a:r>
              <a:rPr lang="en-GB" dirty="0"/>
              <a:t> ante </a:t>
            </a:r>
            <a:r>
              <a:rPr lang="en-GB" dirty="0" err="1"/>
              <a:t>feugiat</a:t>
            </a:r>
            <a:r>
              <a:rPr lang="en-GB" dirty="0"/>
              <a:t>. Proin sit </a:t>
            </a:r>
            <a:r>
              <a:rPr lang="en-GB" dirty="0" err="1"/>
              <a:t>amet</a:t>
            </a:r>
            <a:r>
              <a:rPr lang="en-GB" dirty="0"/>
              <a:t> </a:t>
            </a:r>
            <a:r>
              <a:rPr lang="en-GB" dirty="0" err="1"/>
              <a:t>scelerisque</a:t>
            </a:r>
            <a:r>
              <a:rPr lang="en-GB" dirty="0"/>
              <a:t> ligula, </a:t>
            </a:r>
            <a:r>
              <a:rPr lang="en-GB" dirty="0" err="1"/>
              <a:t>rutrum</a:t>
            </a:r>
            <a:r>
              <a:rPr lang="en-GB" dirty="0"/>
              <a:t> </a:t>
            </a:r>
            <a:r>
              <a:rPr lang="en-GB" dirty="0" err="1"/>
              <a:t>erat</a:t>
            </a:r>
            <a:r>
              <a:rPr lang="en-GB" dirty="0"/>
              <a:t>. </a:t>
            </a:r>
            <a:r>
              <a:rPr lang="en-GB" dirty="0" err="1"/>
              <a:t>Etiam</a:t>
            </a:r>
            <a:r>
              <a:rPr lang="en-GB" dirty="0"/>
              <a:t> </a:t>
            </a:r>
            <a:r>
              <a:rPr lang="en-GB" dirty="0" err="1"/>
              <a:t>accumsan</a:t>
            </a:r>
            <a:r>
              <a:rPr lang="en-GB" dirty="0"/>
              <a:t> </a:t>
            </a:r>
            <a:r>
              <a:rPr lang="en-GB" dirty="0" err="1"/>
              <a:t>tincidunt</a:t>
            </a:r>
            <a:r>
              <a:rPr lang="en-GB" dirty="0"/>
              <a:t> vestibulum. Maecenas </a:t>
            </a:r>
            <a:r>
              <a:rPr lang="en-GB" dirty="0" err="1"/>
              <a:t>lobortis</a:t>
            </a:r>
            <a:r>
              <a:rPr lang="en-GB" dirty="0"/>
              <a:t> </a:t>
            </a:r>
            <a:r>
              <a:rPr lang="en-GB" dirty="0" err="1"/>
              <a:t>sapien</a:t>
            </a:r>
            <a:r>
              <a:rPr lang="en-GB" dirty="0"/>
              <a:t> </a:t>
            </a:r>
            <a:r>
              <a:rPr lang="en-GB" dirty="0" err="1"/>
              <a:t>nibh</a:t>
            </a:r>
            <a:r>
              <a:rPr lang="en-GB" dirty="0"/>
              <a:t>, </a:t>
            </a:r>
            <a:r>
              <a:rPr lang="en-GB" dirty="0" err="1"/>
              <a:t>dapibus</a:t>
            </a:r>
            <a:r>
              <a:rPr lang="en-GB" dirty="0"/>
              <a:t> </a:t>
            </a:r>
            <a:r>
              <a:rPr lang="en-GB" dirty="0" err="1"/>
              <a:t>mauris</a:t>
            </a:r>
            <a:r>
              <a:rPr lang="en-GB" dirty="0"/>
              <a:t> pharetra in. Integer </a:t>
            </a:r>
            <a:r>
              <a:rPr lang="en-GB" dirty="0" err="1"/>
              <a:t>volutpat</a:t>
            </a:r>
            <a:r>
              <a:rPr lang="en-GB" dirty="0"/>
              <a:t>, lacinia </a:t>
            </a:r>
            <a:r>
              <a:rPr lang="en-GB" dirty="0" err="1"/>
              <a:t>risus</a:t>
            </a:r>
            <a:r>
              <a:rPr lang="en-GB" dirty="0"/>
              <a:t> vitae, </a:t>
            </a:r>
            <a:r>
              <a:rPr lang="en-GB" dirty="0" err="1"/>
              <a:t>ultricies</a:t>
            </a:r>
            <a:r>
              <a:rPr lang="en-GB" dirty="0"/>
              <a:t> </a:t>
            </a:r>
            <a:r>
              <a:rPr lang="en-GB" dirty="0" err="1"/>
              <a:t>felis</a:t>
            </a:r>
            <a:r>
              <a:rPr lang="en-GB" dirty="0"/>
              <a:t>. Integer </a:t>
            </a:r>
            <a:r>
              <a:rPr lang="en-GB" dirty="0" err="1"/>
              <a:t>venenatis</a:t>
            </a:r>
            <a:r>
              <a:rPr lang="en-GB" dirty="0"/>
              <a:t> </a:t>
            </a:r>
            <a:r>
              <a:rPr lang="en-GB" dirty="0" err="1"/>
              <a:t>elementum</a:t>
            </a:r>
            <a:r>
              <a:rPr lang="en-GB" dirty="0"/>
              <a:t> </a:t>
            </a:r>
            <a:r>
              <a:rPr lang="en-GB" dirty="0" err="1"/>
              <a:t>venenatis</a:t>
            </a:r>
            <a:r>
              <a:rPr lang="en-GB" dirty="0"/>
              <a:t>.</a:t>
            </a:r>
            <a:br>
              <a:rPr lang="en-GB" dirty="0"/>
            </a:br>
            <a:r>
              <a:rPr lang="en-GB" dirty="0"/>
              <a:t>Eget </a:t>
            </a:r>
            <a:r>
              <a:rPr lang="en-GB" dirty="0" err="1"/>
              <a:t>elementum</a:t>
            </a:r>
            <a:r>
              <a:rPr lang="en-GB" dirty="0"/>
              <a:t> </a:t>
            </a:r>
            <a:r>
              <a:rPr lang="en-GB" dirty="0" err="1"/>
              <a:t>nulla</a:t>
            </a:r>
            <a:r>
              <a:rPr lang="en-GB" dirty="0"/>
              <a:t>, auctor.</a:t>
            </a:r>
          </a:p>
          <a:p>
            <a:pPr/>
            <a:endParaRPr lang="en-GB" dirty="0"/>
          </a:p>
        </p:txBody>
      </p:sp>
      <p:sp>
        <p:nvSpPr>
          <p:cNvPr id="15" name="Footer Placeholder 14">
            <a:extLst>
              <a:ext uri="{FF2B5EF4-FFF2-40B4-BE49-F238E27FC236}">
                <a16:creationId xmlns:a16="http://schemas.microsoft.com/office/drawing/2014/main" id="{E7485633-1C0A-1ABC-B6B4-DB7A3A2CD172}"/>
              </a:ext>
            </a:extLst>
          </p:cNvPr>
          <p:cNvSpPr>
            <a:spLocks noGrp="1"/>
          </p:cNvSpPr>
          <p:nvPr>
            <p:ph type="ftr" sz="quarter" idx="11"/>
          </p:nvPr>
        </p:nvSpPr>
        <p:spPr/>
        <p:txBody>
          <a:bodyPr/>
          <a:lstStyle/>
          <a:p>
            <a:pPr/>
          </a:p>
        </p:txBody>
      </p:sp>
      <p:sp>
        <p:nvSpPr>
          <p:cNvPr id="16" name="Slide Number Placeholder 15">
            <a:extLst>
              <a:ext uri="{FF2B5EF4-FFF2-40B4-BE49-F238E27FC236}">
                <a16:creationId xmlns:a16="http://schemas.microsoft.com/office/drawing/2014/main" id="{6D719679-53E6-032C-0C10-374306567C48}"/>
              </a:ext>
            </a:extLst>
          </p:cNvPr>
          <p:cNvSpPr>
            <a:spLocks noGrp="1"/>
          </p:cNvSpPr>
          <p:nvPr>
            <p:ph type="sldNum" sz="quarter" idx="12"/>
          </p:nvPr>
        </p:nvSpPr>
        <p:spPr/>
        <p:txBody>
          <a:bodyPr/>
          <a:lstStyle/>
          <a:p>
            <a:pPr/>
            <a:fld id="{5F7B1633-95EA-F847-945E-534A0819728C}" type="slidenum">
              <a:rPr lang="en-GB" smtClean="0"/>
              <a:t>14</a:t>
            </a:fld>
            <a:endParaRPr lang="en-GB"/>
          </a:p>
        </p:txBody>
      </p:sp>
      <p:pic>
        <p:nvPicPr>
          <p:cNvPr id="14" name="imagen_2" descr="A close-up of a person holding a phone&#10;&#10;AI-generated content may be incorrect.">
            <a:extLst>
              <a:ext uri="{FF2B5EF4-FFF2-40B4-BE49-F238E27FC236}">
                <a16:creationId xmlns:a16="http://schemas.microsoft.com/office/drawing/2014/main" id="{D1E84EE0-1101-E13B-CB43-4370E9659B00}"/>
              </a:ext>
            </a:extLst>
          </p:cNvPr>
          <p:cNvPicPr>
            <a:picLocks noGrp="1" noChangeAspect="1"/>
          </p:cNvPicPr>
          <p:nvPr>
            <p:ph type="pic" sz="quarter" idx="15"/>
          </p:nvPr>
        </p:nvPicPr>
        <p:blipFill>
          <a:blip r:embed="rId4" cstate="email">
            <a:extLst>
              <a:ext uri="{28A0092B-C50C-407E-A947-70E740481C1C}">
                <a14:useLocalDpi xmlns:a14="http://schemas.microsoft.com/office/drawing/2010/main"/>
              </a:ext>
            </a:extLst>
          </a:blip>
          <a:srcRect/>
          <a:stretch/>
        </p:blipFill>
        <p:spPr>
          <a:xfrm>
            <a:off x="8385175" y="425450"/>
            <a:ext cx="3375025" cy="5807727"/>
          </a:xfrm>
        </p:spPr>
      </p:pic>
      <p:sp>
        <p:nvSpPr>
          <p:cNvPr id="4" name="titulo">
            <a:extLst>
              <a:ext uri="{FF2B5EF4-FFF2-40B4-BE49-F238E27FC236}">
                <a16:creationId xmlns:a16="http://schemas.microsoft.com/office/drawing/2014/main" id="{F55B578E-D9E8-5716-712B-13412B5F92D7}"/>
              </a:ext>
            </a:extLst>
          </p:cNvPr>
          <p:cNvSpPr>
            <a:spLocks noGrp="1"/>
          </p:cNvSpPr>
          <p:nvPr>
            <p:ph type="title"/>
          </p:nvPr>
        </p:nvSpPr>
        <p:spPr/>
        <p:txBody>
          <a:bodyPr/>
          <a:lstStyle/>
          <a:p>
            <a:pPr/>
            <a:r>
              <a:rPr lang="en-GB" dirty="0" err="1"/>
              <a:t>Titulo</a:t>
            </a:r>
            <a:r>
              <a:rPr lang="en-GB" dirty="0"/>
              <a:t> de la </a:t>
            </a:r>
            <a:r>
              <a:rPr lang="en-GB" dirty="0" err="1"/>
              <a:t>sección</a:t>
            </a:r>
            <a:endParaRPr lang="en-GB" dirty="0"/>
          </a:p>
        </p:txBody>
      </p:sp>
      <p:sp>
        <p:nvSpPr>
          <p:cNvPr id="10" name="antetitulo">
            <a:extLst>
              <a:ext uri="{FF2B5EF4-FFF2-40B4-BE49-F238E27FC236}">
                <a16:creationId xmlns:a16="http://schemas.microsoft.com/office/drawing/2014/main" id="{9F058F08-8259-B6D7-ABBE-D1FFE5094A60}"/>
              </a:ext>
            </a:extLst>
          </p:cNvPr>
          <p:cNvSpPr>
            <a:spLocks noGrp="1"/>
          </p:cNvSpPr>
          <p:nvPr>
            <p:ph type="body" sz="quarter" idx="1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pic>
        <p:nvPicPr>
          <p:cNvPr id="5" name="Graphic 7">
            <a:extLst>
              <a:ext uri="{FF2B5EF4-FFF2-40B4-BE49-F238E27FC236}">
                <a16:creationId xmlns:a16="http://schemas.microsoft.com/office/drawing/2014/main" id="{605253FB-29CD-D454-452C-C604FB99278C}"/>
              </a:ext>
            </a:extLst>
          </p:cNvPr>
          <p:cNvPicPr/>
          <p:nvPr/>
        </p:nvPicPr>
        <p:blipFill>
          <a:blip>
            <a:extLst>
              <a:ext uri="{96DAC541-7B7A-43D3-8B79-37D633B846F1}">
                <asvg:svgBlip xmlns:asvg="http://schemas.microsoft.com/office/drawing/2016/SVG/main" r:embed="rId5"/>
              </a:ext>
            </a:extLst>
          </a:blip>
          <a:stretch>
            <a:fillRect/>
          </a:stretch>
        </p:blipFill>
        <p:spPr>
          <a:xfrm>
            <a:off x="11518597" y="6575424"/>
            <a:ext cx="269737" cy="196979"/>
          </a:xfrm>
          <a:prstGeom prst="rect">
            <a:avLst/>
          </a:prstGeom>
        </p:spPr>
      </p:pic>
    </p:spTree>
    <p:extLst>
      <p:ext uri="{BB962C8B-B14F-4D97-AF65-F5344CB8AC3E}">
        <p14:creationId xmlns:p14="http://schemas.microsoft.com/office/powerpoint/2010/main" val="3685214921"/>
      </p:ext>
    </p:extLst>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14" sz="quarter"/>
          </p:nvPr>
        </p:nvPicPr>
        <p:blipFill>
          <a:blip r:embed="rId2"/>
          <a:srcRect l="17639" r="17639"/>
          <a:stretch>
            <a:fillRect/>
          </a:stretch>
        </p:blipFill>
        <p:spPr/>
      </p:pic>
      <p:sp>
        <p:nvSpPr>
          <p:cNvPr id="3" name="titulo"/>
          <p:cNvSpPr>
            <a:spLocks noGrp="1"/>
          </p:cNvSpPr>
          <p:nvPr>
            <p:ph type="title"/>
          </p:nvPr>
        </p:nvSpPr>
        <p:spPr/>
        <p:txBody>
          <a:bodyPr/>
          <a:lstStyle/>
          <a:p>
            <a:pPr/>
            <a:r>
              <a:t>Título de sección compuesto en</a:t>
            </a:r>
          </a:p>
        </p:txBody>
      </p:sp>
      <p:sp>
        <p:nvSpPr>
          <p:cNvPr id="4" name="cuerpo_1"/>
          <p:cNvSpPr>
            <a:spLocks noGrp="1"/>
          </p:cNvSpPr>
          <p:nvPr>
            <p:ph idx="1"/>
          </p:nvPr>
        </p:nvSpPr>
        <p:spPr/>
        <p:txBody>
          <a:bodyPr/>
          <a:lstStyle/>
          <a:p>
            <a:pPr/>
            <a:r>
              <a:t>Bloque 01. Texto de ejemplo que marca la extensión recomendada de</a:t>
            </a:r>
          </a:p>
        </p:txBody>
      </p:sp>
      <p:sp>
        <p:nvSpPr>
          <p:cNvPr id="5" name="cuerpo_2"/>
          <p:cNvSpPr>
            <a:spLocks noGrp="1"/>
          </p:cNvSpPr>
          <p:nvPr>
            <p:ph idx="15"/>
          </p:nvPr>
        </p:nvSpPr>
        <p:spPr/>
        <p:txBody>
          <a:bodyPr/>
          <a:lstStyle/>
          <a:p>
            <a:pPr/>
            <a:r>
              <a:t>Bloque 02. Sustitúyelo por el contenido real antes de entregar la</a:t>
            </a:r>
          </a:p>
        </p:txBody>
      </p:sp>
      <p:sp>
        <p:nvSpPr>
          <p:cNvPr id="6" name="cuerpo_3"/>
          <p:cNvSpPr>
            <a:spLocks noGrp="1"/>
          </p:cNvSpPr>
          <p:nvPr>
            <p:ph idx="16"/>
          </p:nvPr>
        </p:nvSpPr>
        <p:spPr/>
        <p:txBody>
          <a:bodyPr/>
          <a:lstStyle/>
          <a:p>
            <a:pPr/>
            <a:r>
              <a:t>Bloque 03. La longitud es orientativa y evita que el texto</a:t>
            </a:r>
          </a:p>
        </p:txBody>
      </p:sp>
      <p:sp>
        <p:nvSpPr>
          <p:cNvPr id="7" name="cuerpo_4"/>
          <p:cNvSpPr>
            <a:spLocks noGrp="1"/>
          </p:cNvSpPr>
          <p:nvPr>
            <p:ph idx="17"/>
          </p:nvPr>
        </p:nvSpPr>
        <p:spPr/>
        <p:txBody>
          <a:bodyPr/>
          <a:lstStyle/>
          <a:p>
            <a:pPr/>
            <a:r>
              <a:t>Bloque 04. Mantén frases cortas y una sola idea por párrafo</a:t>
            </a:r>
          </a:p>
        </p:txBody>
      </p:sp>
      <p:sp>
        <p:nvSpPr>
          <p:cNvPr id="8" name="cuerpo_5"/>
          <p:cNvSpPr>
            <a:spLocks noGrp="1"/>
          </p:cNvSpPr>
          <p:nvPr>
            <p:ph idx="18"/>
          </p:nvPr>
        </p:nvSpPr>
        <p:spPr/>
        <p:txBody>
          <a:bodyPr/>
          <a:lstStyle/>
          <a:p>
            <a:pPr/>
            <a:r>
              <a:t>Bloque 05. Revisa la jerarquía tipográfica antes de dar la</a:t>
            </a:r>
          </a:p>
        </p:txBody>
      </p:sp>
      <p:sp>
        <p:nvSpPr>
          <p:cNvPr id="9" name="cuerpo_6"/>
          <p:cNvSpPr>
            <a:spLocks noGrp="1"/>
          </p:cNvSpPr>
          <p:nvPr>
            <p:ph idx="19"/>
          </p:nvPr>
        </p:nvSpPr>
        <p:spPr/>
        <p:txBody>
          <a:bodyPr/>
          <a:lstStyle/>
          <a:p>
            <a:pPr/>
            <a:r>
              <a:t>Bloque 06. Cada bloque debería poder leerse de un vistazo, sin</a:t>
            </a:r>
          </a:p>
        </p:txBody>
      </p:sp>
      <p:sp>
        <p:nvSpPr>
          <p:cNvPr id="10"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11"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_2"/>
          <p:cNvSpPr>
            <a:spLocks noGrp="1"/>
          </p:cNvSpPr>
          <p:nvPr>
            <p:ph idx="1"/>
          </p:nvPr>
        </p:nvSpPr>
        <p:spPr/>
        <p:txBody>
          <a:bodyPr/>
          <a:lstStyle/>
          <a:p>
            <a:pPr/>
            <a:r>
              <a:t>Bloque 02.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 presentación. La longitud es orientativa y evita que el</a:t>
            </a:r>
          </a:p>
        </p:txBody>
      </p:sp>
      <p:sp>
        <p:nvSpPr>
          <p:cNvPr id="3" name="cuerpo_1"/>
          <p:cNvSpPr>
            <a:spLocks noGrp="1"/>
          </p:cNvSpPr>
          <p:nvPr>
            <p:ph type="body" idx="14" sz="quarter"/>
          </p:nvPr>
        </p:nvSpPr>
        <p:spPr/>
        <p:txBody>
          <a:bodyPr/>
          <a:lstStyle/>
          <a:p>
            <a:pPr/>
            <a:r>
              <a:t>Bloque 01. Texto de ejemplo que marca la extensión recomendada de esta zona. Sustitúyelo por el contenido real antes de entregar la</a:t>
            </a:r>
          </a:p>
        </p:txBody>
      </p:sp>
      <p:sp>
        <p:nvSpPr>
          <p:cNvPr id="4" name="titulo"/>
          <p:cNvSpPr>
            <a:spLocks noGrp="1"/>
          </p:cNvSpPr>
          <p:nvPr>
            <p:ph type="title"/>
          </p:nvPr>
        </p:nvSpPr>
        <p:spPr/>
        <p:txBody>
          <a:bodyPr/>
          <a:lstStyle/>
          <a:p>
            <a:pPr/>
            <a:r>
              <a:t>Título de sección compuesto en dos líneas</a:t>
            </a:r>
          </a:p>
        </p:txBody>
      </p:sp>
      <p:sp>
        <p:nvSpPr>
          <p:cNvPr id="5" name="antetitulo"/>
          <p:cNvSpPr>
            <a:spLocks noGrp="1"/>
          </p:cNvSpPr>
          <p:nvPr>
            <p:ph type="body" idx="13" sz="quarter"/>
          </p:nvPr>
        </p:nvSpPr>
        <p:spPr/>
        <p:txBody>
          <a:bodyPr/>
          <a:lstStyle/>
          <a:p>
            <a:pPr/>
            <a:r>
              <a:t>Capítulo I Subtítulo</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sp>
        <p:nvSpPr>
          <p:cNvPr id="3" name="titulo"/>
          <p:cNvSpPr>
            <a:spLocks noGrp="1"/>
          </p:cNvSpPr>
          <p:nvPr>
            <p:ph type="title"/>
          </p:nvPr>
        </p:nvSpPr>
        <p:spPr/>
        <p:txBody>
          <a:bodyPr/>
          <a:lstStyle/>
          <a:p>
            <a:pPr/>
            <a:r>
              <a:t>Título de sección compuesto en dos líneas</a:t>
            </a:r>
          </a:p>
        </p:txBody>
      </p:sp>
      <p:sp>
        <p:nvSpPr>
          <p:cNvPr id="4" name="antetitulo"/>
          <p:cNvSpPr>
            <a:spLocks noGrp="1"/>
          </p:cNvSpPr>
          <p:nvPr>
            <p:ph type="body" idx="13" sz="quarter"/>
          </p:nvPr>
        </p:nvSpPr>
        <p:spPr/>
        <p:txBody>
          <a:bodyPr/>
          <a:lstStyle/>
          <a:p>
            <a:pPr/>
            <a:r>
              <a:t>Capítulo I Subtítulo</a:t>
            </a:r>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sp>
        <p:nvSpPr>
          <p:cNvPr id="3" name="titulo"/>
          <p:cNvSpPr>
            <a:spLocks noGrp="1"/>
          </p:cNvSpPr>
          <p:nvPr>
            <p:ph type="title"/>
          </p:nvPr>
        </p:nvSpPr>
        <p:spPr/>
        <p:txBody>
          <a:bodyPr/>
          <a:lstStyle/>
          <a:p>
            <a:pPr/>
            <a:r>
              <a:t>Título de sección compuesto en dos líneas</a:t>
            </a:r>
          </a:p>
        </p:txBody>
      </p:sp>
      <p:sp>
        <p:nvSpPr>
          <p:cNvPr id="4" name="antetitulo"/>
          <p:cNvSpPr>
            <a:spLocks noGrp="1"/>
          </p:cNvSpPr>
          <p:nvPr>
            <p:ph type="body" idx="13" sz="quarter"/>
          </p:nvPr>
        </p:nvSpPr>
        <p:spPr/>
        <p:txBody>
          <a:bodyPr/>
          <a:lstStyle/>
          <a:p>
            <a:pPr/>
            <a:r>
              <a:t>Capítulo I Subtítulo</a:t>
            </a:r>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sp>
        <p:nvSpPr>
          <p:cNvPr id="3" name="titulo"/>
          <p:cNvSpPr>
            <a:spLocks noGrp="1"/>
          </p:cNvSpPr>
          <p:nvPr>
            <p:ph type="title"/>
          </p:nvPr>
        </p:nvSpPr>
        <p:spPr/>
        <p:txBody>
          <a:bodyPr/>
          <a:lstStyle/>
          <a:p>
            <a:pPr/>
            <a:r>
              <a:t>Título de sección compuesto en dos líneas</a:t>
            </a:r>
          </a:p>
        </p:txBody>
      </p:sp>
      <p:sp>
        <p:nvSpPr>
          <p:cNvPr id="4" name="antetitulo"/>
          <p:cNvSpPr>
            <a:spLocks noGrp="1"/>
          </p:cNvSpPr>
          <p:nvPr>
            <p:ph type="body" idx="13" sz="quarter"/>
          </p:nvPr>
        </p:nvSpPr>
        <p:spPr/>
        <p:txBody>
          <a:bodyPr/>
          <a:lstStyle/>
          <a:p>
            <a:pPr/>
            <a:r>
              <a:t>Capítulo I Subtítulo</a:t>
            </a:r>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sp>
        <p:nvSpPr>
          <p:cNvPr id="3" name="titulo"/>
          <p:cNvSpPr>
            <a:spLocks noGrp="1"/>
          </p:cNvSpPr>
          <p:nvPr>
            <p:ph type="title"/>
          </p:nvPr>
        </p:nvSpPr>
        <p:spPr/>
        <p:txBody>
          <a:bodyPr/>
          <a:lstStyle/>
          <a:p>
            <a:pPr/>
            <a:r>
              <a:t>Título de sección compuesto en dos líneas</a:t>
            </a:r>
          </a:p>
        </p:txBody>
      </p:sp>
      <p:sp>
        <p:nvSpPr>
          <p:cNvPr id="4" name="antetitulo"/>
          <p:cNvSpPr>
            <a:spLocks noGrp="1"/>
          </p:cNvSpPr>
          <p:nvPr>
            <p:ph type="body" idx="13" sz="quarter"/>
          </p:nvPr>
        </p:nvSpPr>
        <p:spPr/>
        <p:txBody>
          <a:bodyPr/>
          <a:lstStyle/>
          <a:p>
            <a:pPr/>
            <a:r>
              <a:t>Capítulo I Subtítulo</a:t>
            </a:r>
          </a:p>
        </p:txBody>
      </p:sp>
      <p:sp>
        <p:nvSpPr>
          <p:cNvPr id="5"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6"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14" sz="quarter"/>
          </p:nvPr>
        </p:nvPicPr>
        <p:blipFill>
          <a:blip r:embed="rId2"/>
          <a:srcRect l="1453" r="1453"/>
          <a:stretch>
            <a:fillRect/>
          </a:stretch>
        </p:blipFill>
        <p:spPr/>
      </p:pic>
      <p:sp>
        <p:nvSpPr>
          <p:cNvPr id="3"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13" sz="quarter"/>
          </p:nvPr>
        </p:nvSpPr>
        <p:spPr/>
        <p:txBody>
          <a:bodyPr/>
          <a:lstStyle/>
          <a:p>
            <a:pPr/>
            <a:r>
              <a:t>Capítulo I Subtítulo</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14" sz="quarter"/>
          </p:nvPr>
        </p:nvPicPr>
        <p:blipFill>
          <a:blip r:embed="rId2"/>
          <a:srcRect l="19940" r="19940"/>
          <a:stretch>
            <a:fillRect/>
          </a:stretch>
        </p:blipFill>
        <p:spPr/>
      </p:pic>
      <p:sp>
        <p:nvSpPr>
          <p:cNvPr id="3"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13" sz="quarter"/>
          </p:nvPr>
        </p:nvSpPr>
        <p:spPr/>
        <p:txBody>
          <a:bodyPr/>
          <a:lstStyle/>
          <a:p>
            <a:pPr/>
            <a:r>
              <a:t>Capítulo I Subtítulo</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15" sz="quarter"/>
          </p:nvPr>
        </p:nvPicPr>
        <p:blipFill>
          <a:blip r:embed="rId2"/>
          <a:srcRect l="1515" r="1515"/>
          <a:stretch>
            <a:fillRect/>
          </a:stretch>
        </p:blipFill>
        <p:spPr/>
      </p:pic>
      <p:sp>
        <p:nvSpPr>
          <p:cNvPr id="3" name="titulo"/>
          <p:cNvSpPr>
            <a:spLocks noGrp="1"/>
          </p:cNvSpPr>
          <p:nvPr>
            <p:ph type="title"/>
          </p:nvPr>
        </p:nvSpPr>
        <p:spPr/>
        <p:txBody>
          <a:bodyPr/>
          <a:lstStyle/>
          <a:p>
            <a:pPr/>
            <a:r>
              <a:t>Título de sección compuesto en dos líneas</a:t>
            </a:r>
          </a:p>
        </p:txBody>
      </p:sp>
      <p:sp>
        <p:nvSpPr>
          <p:cNvPr id="4" name="antetitulo"/>
          <p:cNvSpPr>
            <a:spLocks noGrp="1"/>
          </p:cNvSpPr>
          <p:nvPr>
            <p:ph type="body" idx="33" sz="quarter"/>
          </p:nvPr>
        </p:nvSpPr>
        <p:spPr/>
        <p:txBody>
          <a:bodyPr/>
          <a:lstStyle/>
          <a:p>
            <a:pPr/>
            <a:r>
              <a:t>Capítulo I Subtítulo</a:t>
            </a:r>
          </a:p>
        </p:txBody>
      </p:sp>
      <p:sp>
        <p:nvSpPr>
          <p:cNvPr id="5"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lvl1pPr>
              <a:defRPr>
                <a:solidFill>
                  <a:schemeClr val="bg1"/>
                </a:solidFill>
              </a:defRPr>
            </a:lvl1p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lvl1pPr>
              <a:defRPr>
                <a:solidFill>
                  <a:schemeClr val="bg1"/>
                </a:solidFill>
              </a:defRPr>
            </a:lvl1pPr>
          </a:lstStyle>
          <a:p>
            <a:pP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a:t>
            </a:r>
          </a:p>
        </p:txBody>
      </p:sp>
      <p:sp>
        <p:nvSpPr>
          <p:cNvPr id="3"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a:t>
            </a:r>
          </a:p>
        </p:txBody>
      </p:sp>
      <p:sp>
        <p:nvSpPr>
          <p:cNvPr id="4" name="antetitulo"/>
          <p:cNvSpPr>
            <a:spLocks noGrp="1"/>
          </p:cNvSpPr>
          <p:nvPr>
            <p:ph type="body" idx="13" sz="quarter"/>
          </p:nvPr>
        </p:nvSpPr>
        <p:spPr/>
        <p:txBody>
          <a:bodyPr/>
          <a:lstStyle/>
          <a:p>
            <a:pPr/>
            <a:r>
              <a:t>Capítulo I Subtítulo</a:t>
            </a:r>
          </a:p>
        </p:txBody>
      </p:sp>
      <p:pic>
        <p:nvPicPr>
          <p:cNvPr id="5" name="imagen" descr="pro-terraza-paris.jpg"/>
          <p:cNvPicPr>
            <a:picLocks noGrp="1" noChangeAspect="1"/>
          </p:cNvPicPr>
          <p:nvPr>
            <p:ph type="pic" idx="14" sz="quarter"/>
          </p:nvPr>
        </p:nvPicPr>
        <p:blipFill>
          <a:blip r:embed="rId2"/>
          <a:srcRect t="1439" b="1439"/>
          <a:stretch>
            <a:fillRect/>
          </a:stretch>
        </p:blipFill>
        <p:spPr/>
      </p:pic>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lvl1pPr>
              <a:defRPr>
                <a:solidFill>
                  <a:schemeClr val="tx1"/>
                </a:solidFill>
              </a:defRPr>
            </a:lvl1p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lvl1pPr>
              <a:defRPr>
                <a:solidFill>
                  <a:schemeClr val="tx1"/>
                </a:solidFill>
              </a:defRPr>
            </a:lvl1pPr>
          </a:lstStyle>
          <a:p>
            <a:pP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 descr="pro-terraza-paris.jpg"/>
          <p:cNvPicPr>
            <a:picLocks noGrp="1" noChangeAspect="1"/>
          </p:cNvPicPr>
          <p:nvPr>
            <p:ph type="pic" idx="14" sz="quarter"/>
          </p:nvPr>
        </p:nvPicPr>
        <p:blipFill>
          <a:blip r:embed="rId2"/>
          <a:srcRect l="19940" r="19940"/>
          <a:stretch>
            <a:fillRect/>
          </a:stretch>
        </p:blipFill>
        <p:spPr/>
      </p:pic>
      <p:sp>
        <p:nvSpPr>
          <p:cNvPr id="3"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33" sz="quarter"/>
          </p:nvPr>
        </p:nvSpPr>
        <p:spPr/>
        <p:txBody>
          <a:bodyPr/>
          <a:lstStyle/>
          <a:p>
            <a:pPr/>
            <a:r>
              <a:t>Capítulo I Subtítulo</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pic>
        <p:nvPicPr>
          <p:cNvPr id="3" name="imagen_2" descr="pro-terraza-paris.jpg"/>
          <p:cNvPicPr>
            <a:picLocks noGrp="1" noChangeAspect="1"/>
          </p:cNvPicPr>
          <p:nvPr>
            <p:ph type="pic" idx="15" sz="quarter"/>
          </p:nvPr>
        </p:nvPicPr>
        <p:blipFill>
          <a:blip r:embed="rId2"/>
          <a:srcRect l="37643" r="37643"/>
          <a:stretch>
            <a:fillRect/>
          </a:stretch>
        </p:blipFill>
        <p:spPr/>
      </p:pic>
      <p:pic>
        <p:nvPicPr>
          <p:cNvPr id="4" name="imagen_3" descr="pro-terraza-paris.jpg"/>
          <p:cNvPicPr>
            <a:picLocks noGrp="1" noChangeAspect="1"/>
          </p:cNvPicPr>
          <p:nvPr>
            <p:ph type="pic" idx="14" sz="quarter"/>
          </p:nvPr>
        </p:nvPicPr>
        <p:blipFill>
          <a:blip r:embed="rId2"/>
          <a:srcRect l="37598" r="37598"/>
          <a:stretch>
            <a:fillRect/>
          </a:stretch>
        </p:blipFill>
        <p:spPr/>
      </p:pic>
      <p:pic>
        <p:nvPicPr>
          <p:cNvPr id="5" name="imagen_1" descr="pro-terraza-paris.jpg"/>
          <p:cNvPicPr>
            <a:picLocks noGrp="1" noChangeAspect="1"/>
          </p:cNvPicPr>
          <p:nvPr>
            <p:ph type="pic" idx="16" sz="quarter"/>
          </p:nvPr>
        </p:nvPicPr>
        <p:blipFill>
          <a:blip r:embed="rId2"/>
          <a:srcRect l="36999" r="36999"/>
          <a:stretch>
            <a:fillRect/>
          </a:stretch>
        </p:blipFill>
        <p:spPr/>
      </p:pic>
      <p:sp>
        <p:nvSpPr>
          <p:cNvPr id="6" name="titulo"/>
          <p:cNvSpPr>
            <a:spLocks noGrp="1"/>
          </p:cNvSpPr>
          <p:nvPr>
            <p:ph type="title"/>
          </p:nvPr>
        </p:nvSpPr>
        <p:spPr/>
        <p:txBody>
          <a:bodyPr/>
          <a:lstStyle/>
          <a:p>
            <a:pPr/>
            <a:r>
              <a:t>Título de sección compuesto en</a:t>
            </a:r>
          </a:p>
        </p:txBody>
      </p:sp>
      <p:sp>
        <p:nvSpPr>
          <p:cNvPr id="7" name="antetitulo"/>
          <p:cNvSpPr>
            <a:spLocks noGrp="1"/>
          </p:cNvSpPr>
          <p:nvPr>
            <p:ph type="body" idx="33" sz="quarter"/>
          </p:nvPr>
        </p:nvSpPr>
        <p:spPr/>
        <p:txBody>
          <a:bodyPr/>
          <a:lstStyle/>
          <a:p>
            <a:pPr/>
            <a:r>
              <a:t>Capítulo I Subtítulo</a:t>
            </a:r>
          </a:p>
        </p:txBody>
      </p:sp>
      <p:sp>
        <p:nvSpPr>
          <p:cNvPr id="8"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9"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pic>
        <p:nvPicPr>
          <p:cNvPr id="3" name="imagen" descr="pro-terraza-paris.jpg"/>
          <p:cNvPicPr>
            <a:picLocks noGrp="1" noChangeAspect="1"/>
          </p:cNvPicPr>
          <p:nvPr>
            <p:ph type="pic" idx="14" sz="quarter"/>
          </p:nvPr>
        </p:nvPicPr>
        <p:blipFill>
          <a:blip r:embed="rId2"/>
          <a:srcRect l="11417" r="11417"/>
          <a:stretch>
            <a:fillRect/>
          </a:stretch>
        </p:blipFill>
        <p:spPr/>
      </p:pic>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33" sz="quarter"/>
          </p:nvPr>
        </p:nvSpPr>
        <p:spPr/>
        <p:txBody>
          <a:bodyPr/>
          <a:lstStyle/>
          <a:p>
            <a:pPr/>
            <a:r>
              <a:t>Capítulo I Subtítulo</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pic>
        <p:nvPicPr>
          <p:cNvPr id="3" name="imagen" descr="pro-terraza-paris.jpg"/>
          <p:cNvPicPr>
            <a:picLocks noGrp="1" noChangeAspect="1"/>
          </p:cNvPicPr>
          <p:nvPr>
            <p:ph type="pic" idx="16" sz="quarter"/>
          </p:nvPr>
        </p:nvPicPr>
        <p:blipFill>
          <a:blip r:embed="rId2"/>
          <a:srcRect l="36999" r="36999"/>
          <a:stretch>
            <a:fillRect/>
          </a:stretch>
        </p:blipFill>
        <p:spPr/>
      </p:pic>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33" sz="quarter"/>
          </p:nvPr>
        </p:nvSpPr>
        <p:spPr/>
        <p:txBody>
          <a:bodyPr/>
          <a:lstStyle/>
          <a:p>
            <a:pPr/>
            <a:r>
              <a:t>Capítulo I Subtítulo</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pic>
        <p:nvPicPr>
          <p:cNvPr id="3" name="imagen" descr="pro-terraza-paris.jpg"/>
          <p:cNvPicPr>
            <a:picLocks noGrp="1" noChangeAspect="1"/>
          </p:cNvPicPr>
          <p:nvPr>
            <p:ph type="pic" idx="14" sz="quarter"/>
          </p:nvPr>
        </p:nvPicPr>
        <p:blipFill>
          <a:blip r:embed="rId2"/>
          <a:srcRect l="823" r="823"/>
          <a:stretch>
            <a:fillRect/>
          </a:stretch>
        </p:blipFill>
        <p:spPr/>
      </p:pic>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33" sz="quarter"/>
          </p:nvPr>
        </p:nvSpPr>
        <p:spPr/>
        <p:txBody>
          <a:bodyPr/>
          <a:lstStyle/>
          <a:p>
            <a:pPr/>
            <a:r>
              <a:t>Capítulo I Subtítulo</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uerpo"/>
          <p:cNvSpPr>
            <a:spLocks noGrp="1"/>
          </p:cNvSpPr>
          <p:nvPr>
            <p:ph idx="1"/>
          </p:nvPr>
        </p:nvSpPr>
        <p:spPr/>
        <p:txBody>
          <a:bodyPr/>
          <a:lstStyle/>
          <a:p>
            <a:pPr/>
            <a:r>
              <a:t>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 debería poder leerse de un vistazo, sin releer. Texto de ejemplo que marca la extensión recomendada de esta zona. Sustitúyelo por el contenido real antes de entregar la</a:t>
            </a:r>
          </a:p>
        </p:txBody>
      </p:sp>
      <p:pic>
        <p:nvPicPr>
          <p:cNvPr id="3" name="imagen" descr="pro-terraza-paris.jpg"/>
          <p:cNvPicPr>
            <a:picLocks noGrp="1" noChangeAspect="1"/>
          </p:cNvPicPr>
          <p:nvPr>
            <p:ph type="pic" idx="14" sz="quarter"/>
          </p:nvPr>
        </p:nvPicPr>
        <p:blipFill>
          <a:blip r:embed="rId2"/>
          <a:srcRect l="31934" r="31934"/>
          <a:stretch>
            <a:fillRect/>
          </a:stretch>
        </p:blipFill>
        <p:spPr/>
      </p:pic>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33" sz="quarter"/>
          </p:nvPr>
        </p:nvSpPr>
        <p:spPr/>
        <p:txBody>
          <a:bodyPr/>
          <a:lstStyle/>
          <a:p>
            <a:pPr/>
            <a:r>
              <a:t>Capítulo I Subtítulo</a:t>
            </a:r>
          </a:p>
        </p:txBody>
      </p:sp>
      <p:sp>
        <p:nvSpPr>
          <p:cNvPr id="6"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7"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FDA8B3-E3E0-8136-34A6-B1FC878298F9}"/>
              </a:ext>
            </a:extLst>
          </p:cNvPr>
          <p:cNvSpPr>
            <a:spLocks noGrp="1"/>
          </p:cNvSpPr>
          <p:nvPr>
            <p:ph type="title"/>
          </p:nvPr>
        </p:nvSpPr>
        <p:spPr/>
        <p:txBody>
          <a:bodyPr/>
          <a:lstStyle/>
          <a:p>
            <a:pPr/>
            <a:r>
              <a:rPr lang="en-US" dirty="0" err="1"/>
              <a:t>Titulo</a:t>
            </a:r>
            <a:r>
              <a:rPr lang="en-US" dirty="0"/>
              <a:t> de </a:t>
            </a:r>
            <a:r>
              <a:rPr lang="en-US" dirty="0" err="1"/>
              <a:t>página</a:t>
            </a:r>
            <a:r>
              <a:rPr lang="en-US" dirty="0"/>
              <a:t> Movistar Sans 32pt</a:t>
            </a:r>
          </a:p>
        </p:txBody>
      </p:sp>
      <p:sp>
        <p:nvSpPr>
          <p:cNvPr id="3" name="Slide Number Placeholder 2">
            <a:extLst>
              <a:ext uri="{FF2B5EF4-FFF2-40B4-BE49-F238E27FC236}">
                <a16:creationId xmlns:a16="http://schemas.microsoft.com/office/drawing/2014/main" id="{81BE4B13-BF7E-22D4-3B85-D44A8DDC0673}"/>
              </a:ext>
            </a:extLst>
          </p:cNvPr>
          <p:cNvSpPr>
            <a:spLocks noGrp="1"/>
          </p:cNvSpPr>
          <p:nvPr>
            <p:ph type="sldNum" sz="quarter" idx="10"/>
          </p:nvPr>
        </p:nvSpPr>
        <p:spPr/>
        <p:txBody>
          <a:bodyPr/>
          <a:lstStyle/>
          <a:p>
            <a:pPr/>
            <a:fld id="{E7EBEDA2-51E6-554C-A63C-E820F6D0080D}" type="slidenum">
              <a:rPr lang="es-ES" smtClean="0"/>
              <a:pPr/>
              <a:t>43</a:t>
            </a:fld>
            <a:endParaRPr lang="es-ES"/>
          </a:p>
        </p:txBody>
      </p:sp>
      <p:sp>
        <p:nvSpPr>
          <p:cNvPr id="5" name="Text Placeholder 4">
            <a:extLst>
              <a:ext uri="{FF2B5EF4-FFF2-40B4-BE49-F238E27FC236}">
                <a16:creationId xmlns:a16="http://schemas.microsoft.com/office/drawing/2014/main" id="{71B8B6A6-178F-9668-1C3C-B671D0836A6A}"/>
              </a:ext>
            </a:extLst>
          </p:cNvPr>
          <p:cNvSpPr>
            <a:spLocks noGrp="1"/>
          </p:cNvSpPr>
          <p:nvPr>
            <p:ph type="body" sz="quarter" idx="14"/>
          </p:nvPr>
        </p:nvSpPr>
        <p:spPr/>
        <p:txBody>
          <a:bodyPr/>
          <a:lstStyle/>
          <a:p>
            <a:pPr/>
            <a:r>
              <a:rPr lang="en-US" dirty="0" err="1"/>
              <a:t>Texto</a:t>
            </a:r>
            <a:r>
              <a:rPr lang="en-US" dirty="0"/>
              <a:t> </a:t>
            </a:r>
            <a:r>
              <a:rPr lang="en-US" dirty="0" err="1"/>
              <a:t>descriptivo</a:t>
            </a:r>
            <a:endParaRPr lang="en-US" dirty="0"/>
          </a:p>
        </p:txBody>
      </p:sp>
      <p:sp>
        <p:nvSpPr>
          <p:cNvPr id="7" name="Text Placeholder 6">
            <a:extLst>
              <a:ext uri="{FF2B5EF4-FFF2-40B4-BE49-F238E27FC236}">
                <a16:creationId xmlns:a16="http://schemas.microsoft.com/office/drawing/2014/main" id="{203706AC-191A-0050-236D-A2B90E23FA31}"/>
              </a:ext>
            </a:extLst>
          </p:cNvPr>
          <p:cNvSpPr>
            <a:spLocks noGrp="1"/>
          </p:cNvSpPr>
          <p:nvPr>
            <p:ph type="body" sz="quarter" idx="16"/>
          </p:nvPr>
        </p:nvSpPr>
        <p:spPr/>
        <p:txBody>
          <a:bodyPr/>
          <a:lstStyle/>
          <a:p>
            <a:pPr/>
            <a:r>
              <a:rPr lang="en-US" dirty="0" err="1"/>
              <a:t>Texto</a:t>
            </a:r>
            <a:r>
              <a:rPr lang="en-US" dirty="0"/>
              <a:t> </a:t>
            </a:r>
            <a:r>
              <a:rPr lang="en-US" dirty="0" err="1"/>
              <a:t>descriptivo</a:t>
            </a:r>
            <a:endParaRPr lang="en-US" dirty="0"/>
          </a:p>
          <a:p>
            <a:pPr/>
            <a:endParaRPr lang="en-US" dirty="0"/>
          </a:p>
        </p:txBody>
      </p:sp>
      <p:pic>
        <p:nvPicPr>
          <p:cNvPr id="8" name="Picture Placeholder 40" descr="Two boys walking on a dirt road&#10;&#10;AI-generated content may be incorrect.">
            <a:extLst>
              <a:ext uri="{FF2B5EF4-FFF2-40B4-BE49-F238E27FC236}">
                <a16:creationId xmlns:a16="http://schemas.microsoft.com/office/drawing/2014/main" id="{2CA2D0CC-A7C5-5CC5-FAD5-60AC28F687BB}"/>
              </a:ext>
            </a:extLst>
          </p:cNvPr>
          <p:cNvPicPr>
            <a:picLocks noGrp="1" noChangeAspect="1"/>
          </p:cNvPicPr>
          <p:nvPr>
            <p:ph type="pic" sz="quarter" idx="13"/>
          </p:nvPr>
        </p:nvPicPr>
        <p:blipFill>
          <a:blip r:embed="rId2"/>
          <a:srcRect t="3394" b="3394"/>
          <a:stretch>
            <a:fillRect/>
          </a:stretch>
        </p:blipFill>
        <p:spPr/>
      </p:pic>
      <p:pic>
        <p:nvPicPr>
          <p:cNvPr id="9" name="Picture Placeholder 40__2" descr="Two boys walking on a dirt road&#10;&#10;AI-generated content may be incorrect.">
            <a:extLst>
              <a:ext uri="{FF2B5EF4-FFF2-40B4-BE49-F238E27FC236}">
                <a16:creationId xmlns:a16="http://schemas.microsoft.com/office/drawing/2014/main" id="{73420662-1E83-E032-3D39-4B657D823ED8}"/>
              </a:ext>
            </a:extLst>
          </p:cNvPr>
          <p:cNvPicPr>
            <a:picLocks noGrp="1" noChangeAspect="1"/>
          </p:cNvPicPr>
          <p:nvPr>
            <p:ph type="pic" sz="quarter" idx="15"/>
          </p:nvPr>
        </p:nvPicPr>
        <p:blipFill>
          <a:blip r:embed="rId2"/>
          <a:srcRect t="3394" b="3394"/>
          <a:stretch>
            <a:fillRect/>
          </a:stretch>
        </p:blipFill>
        <p:spPr/>
      </p:pic>
    </p:spTree>
    <p:extLst>
      <p:ext uri="{BB962C8B-B14F-4D97-AF65-F5344CB8AC3E}">
        <p14:creationId xmlns:p14="http://schemas.microsoft.com/office/powerpoint/2010/main" val="71030642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2B055-2FB4-89E6-7247-7211BBD8E308}"/>
              </a:ext>
            </a:extLst>
          </p:cNvPr>
          <p:cNvSpPr>
            <a:spLocks noGrp="1"/>
          </p:cNvSpPr>
          <p:nvPr>
            <p:ph type="title"/>
          </p:nvPr>
        </p:nvSpPr>
        <p:spPr/>
        <p:txBody>
          <a:bodyPr/>
          <a:lstStyle/>
          <a:p>
            <a:pPr/>
            <a:r>
              <a:rPr lang="en-US" dirty="0" err="1"/>
              <a:t>Titulo</a:t>
            </a:r>
            <a:r>
              <a:rPr lang="en-US" dirty="0"/>
              <a:t> de </a:t>
            </a:r>
            <a:r>
              <a:rPr lang="en-US" dirty="0" err="1"/>
              <a:t>página</a:t>
            </a:r>
            <a:r>
              <a:rPr lang="en-US" dirty="0"/>
              <a:t> Movistar Sans 32pt</a:t>
            </a:r>
          </a:p>
        </p:txBody>
      </p:sp>
      <p:sp>
        <p:nvSpPr>
          <p:cNvPr id="3" name="Slide Number Placeholder 2">
            <a:extLst>
              <a:ext uri="{FF2B5EF4-FFF2-40B4-BE49-F238E27FC236}">
                <a16:creationId xmlns:a16="http://schemas.microsoft.com/office/drawing/2014/main" id="{013FEE47-79F5-73F4-95BE-7D6EDC33D3AE}"/>
              </a:ext>
            </a:extLst>
          </p:cNvPr>
          <p:cNvSpPr>
            <a:spLocks noGrp="1"/>
          </p:cNvSpPr>
          <p:nvPr>
            <p:ph type="sldNum" sz="quarter" idx="10"/>
          </p:nvPr>
        </p:nvSpPr>
        <p:spPr/>
        <p:txBody>
          <a:bodyPr/>
          <a:lstStyle/>
          <a:p>
            <a:pPr/>
            <a:fld id="{E7EBEDA2-51E6-554C-A63C-E820F6D0080D}" type="slidenum">
              <a:rPr lang="es-ES" smtClean="0"/>
              <a:pPr/>
              <a:t>44</a:t>
            </a:fld>
            <a:endParaRPr lang="es-ES"/>
          </a:p>
        </p:txBody>
      </p:sp>
      <p:sp>
        <p:nvSpPr>
          <p:cNvPr id="5" name="Text Placeholder 4">
            <a:extLst>
              <a:ext uri="{FF2B5EF4-FFF2-40B4-BE49-F238E27FC236}">
                <a16:creationId xmlns:a16="http://schemas.microsoft.com/office/drawing/2014/main" id="{5D1379CD-4AEB-18E5-643F-DE5B026B1BE8}"/>
              </a:ext>
            </a:extLst>
          </p:cNvPr>
          <p:cNvSpPr>
            <a:spLocks noGrp="1"/>
          </p:cNvSpPr>
          <p:nvPr>
            <p:ph type="body" sz="quarter" idx="14"/>
          </p:nvPr>
        </p:nvSpPr>
        <p:spPr/>
        <p:txBody>
          <a:bodyPr/>
          <a:lstStyle/>
          <a:p>
            <a:pPr/>
            <a:r>
              <a:rPr lang="en-US" dirty="0" err="1"/>
              <a:t>Texto</a:t>
            </a:r>
            <a:r>
              <a:rPr lang="en-US" dirty="0"/>
              <a:t> </a:t>
            </a:r>
            <a:r>
              <a:rPr lang="en-US" dirty="0" err="1"/>
              <a:t>descriptivo</a:t>
            </a:r>
            <a:endParaRPr lang="en-US" dirty="0"/>
          </a:p>
          <a:p>
            <a:pPr/>
            <a:endParaRPr lang="en-US" dirty="0"/>
          </a:p>
        </p:txBody>
      </p:sp>
      <p:sp>
        <p:nvSpPr>
          <p:cNvPr id="7" name="Text Placeholder 6">
            <a:extLst>
              <a:ext uri="{FF2B5EF4-FFF2-40B4-BE49-F238E27FC236}">
                <a16:creationId xmlns:a16="http://schemas.microsoft.com/office/drawing/2014/main" id="{AC95BBF6-F7BB-5823-29EF-6DDE57F739BB}"/>
              </a:ext>
            </a:extLst>
          </p:cNvPr>
          <p:cNvSpPr>
            <a:spLocks noGrp="1"/>
          </p:cNvSpPr>
          <p:nvPr>
            <p:ph type="body" sz="quarter" idx="16"/>
          </p:nvPr>
        </p:nvSpPr>
        <p:spPr/>
        <p:txBody>
          <a:bodyPr/>
          <a:lstStyle/>
          <a:p>
            <a:pPr/>
            <a:r>
              <a:rPr lang="en-US" dirty="0" err="1"/>
              <a:t>Texto</a:t>
            </a:r>
            <a:r>
              <a:rPr lang="en-US" dirty="0"/>
              <a:t> </a:t>
            </a:r>
            <a:r>
              <a:rPr lang="en-US" dirty="0" err="1"/>
              <a:t>descriptivo</a:t>
            </a:r>
            <a:endParaRPr lang="en-US" dirty="0"/>
          </a:p>
          <a:p>
            <a:pPr/>
            <a:endParaRPr lang="en-US" dirty="0"/>
          </a:p>
        </p:txBody>
      </p:sp>
      <p:sp>
        <p:nvSpPr>
          <p:cNvPr id="9" name="Text Placeholder 8">
            <a:extLst>
              <a:ext uri="{FF2B5EF4-FFF2-40B4-BE49-F238E27FC236}">
                <a16:creationId xmlns:a16="http://schemas.microsoft.com/office/drawing/2014/main" id="{FC980B35-8236-E9C4-14D7-119401304EA0}"/>
              </a:ext>
            </a:extLst>
          </p:cNvPr>
          <p:cNvSpPr>
            <a:spLocks noGrp="1"/>
          </p:cNvSpPr>
          <p:nvPr>
            <p:ph type="body" sz="quarter" idx="18"/>
          </p:nvPr>
        </p:nvSpPr>
        <p:spPr/>
        <p:txBody>
          <a:bodyPr/>
          <a:lstStyle/>
          <a:p>
            <a:pPr/>
            <a:r>
              <a:rPr lang="en-US" dirty="0" err="1"/>
              <a:t>Texto</a:t>
            </a:r>
            <a:r>
              <a:rPr lang="en-US" dirty="0"/>
              <a:t> </a:t>
            </a:r>
            <a:r>
              <a:rPr lang="en-US" dirty="0" err="1"/>
              <a:t>descriptivo</a:t>
            </a:r>
            <a:endParaRPr lang="en-US" dirty="0"/>
          </a:p>
          <a:p>
            <a:pPr/>
            <a:endParaRPr lang="en-US" dirty="0"/>
          </a:p>
        </p:txBody>
      </p:sp>
      <p:pic>
        <p:nvPicPr>
          <p:cNvPr id="10" name="Picture Placeholder 40" descr="Two boys walking on a dirt road&#10;&#10;AI-generated content may be incorrect.">
            <a:extLst>
              <a:ext uri="{FF2B5EF4-FFF2-40B4-BE49-F238E27FC236}">
                <a16:creationId xmlns:a16="http://schemas.microsoft.com/office/drawing/2014/main" id="{B8C3ECF9-E9B4-7304-CA8F-951E8C82E511}"/>
              </a:ext>
            </a:extLst>
          </p:cNvPr>
          <p:cNvPicPr>
            <a:picLocks noGrp="1" noChangeAspect="1"/>
          </p:cNvPicPr>
          <p:nvPr>
            <p:ph type="pic" sz="quarter" idx="13"/>
          </p:nvPr>
        </p:nvPicPr>
        <p:blipFill>
          <a:blip r:embed="rId2"/>
          <a:srcRect l="15212" r="15212"/>
          <a:stretch>
            <a:fillRect/>
          </a:stretch>
        </p:blipFill>
        <p:spPr/>
      </p:pic>
      <p:pic>
        <p:nvPicPr>
          <p:cNvPr id="11" name="Picture Placeholder 40__2" descr="Two boys walking on a dirt road&#10;&#10;AI-generated content may be incorrect.">
            <a:extLst>
              <a:ext uri="{FF2B5EF4-FFF2-40B4-BE49-F238E27FC236}">
                <a16:creationId xmlns:a16="http://schemas.microsoft.com/office/drawing/2014/main" id="{7E119917-BE26-7648-0344-18D68C784394}"/>
              </a:ext>
            </a:extLst>
          </p:cNvPr>
          <p:cNvPicPr>
            <a:picLocks noGrp="1" noChangeAspect="1"/>
          </p:cNvPicPr>
          <p:nvPr>
            <p:ph type="pic" sz="quarter" idx="15"/>
          </p:nvPr>
        </p:nvPicPr>
        <p:blipFill>
          <a:blip r:embed="rId2"/>
          <a:srcRect l="15196" r="15196"/>
          <a:stretch>
            <a:fillRect/>
          </a:stretch>
        </p:blipFill>
        <p:spPr/>
      </p:pic>
      <p:pic>
        <p:nvPicPr>
          <p:cNvPr id="12" name="Picture Placeholder 40__3" descr="Two boys walking on a dirt road&#10;&#10;AI-generated content may be incorrect.">
            <a:extLst>
              <a:ext uri="{FF2B5EF4-FFF2-40B4-BE49-F238E27FC236}">
                <a16:creationId xmlns:a16="http://schemas.microsoft.com/office/drawing/2014/main" id="{40C33376-C6A1-A10F-536C-EB1199F1576A}"/>
              </a:ext>
            </a:extLst>
          </p:cNvPr>
          <p:cNvPicPr>
            <a:picLocks noGrp="1" noChangeAspect="1"/>
          </p:cNvPicPr>
          <p:nvPr>
            <p:ph type="pic" sz="quarter" idx="17"/>
          </p:nvPr>
        </p:nvPicPr>
        <p:blipFill>
          <a:blip r:embed="rId2"/>
          <a:srcRect l="15196" r="15196"/>
          <a:stretch>
            <a:fillRect/>
          </a:stretch>
        </p:blipFill>
        <p:spPr/>
      </p:pic>
    </p:spTree>
    <p:extLst>
      <p:ext uri="{BB962C8B-B14F-4D97-AF65-F5344CB8AC3E}">
        <p14:creationId xmlns:p14="http://schemas.microsoft.com/office/powerpoint/2010/main" val="132825400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21593E-8889-3AC1-C708-B05B05367E8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4EAF91-EE75-FC82-9D5B-AC6F7F269137}"/>
              </a:ext>
            </a:extLst>
          </p:cNvPr>
          <p:cNvSpPr>
            <a:spLocks noGrp="1"/>
          </p:cNvSpPr>
          <p:nvPr>
            <p:ph type="title"/>
          </p:nvPr>
        </p:nvSpPr>
        <p:spPr/>
        <p:txBody>
          <a:bodyPr>
            <a:normAutofit/>
          </a:bodyPr>
          <a:lstStyle/>
          <a:p>
            <a:pPr/>
            <a:r>
              <a:rPr lang="en-US" dirty="0" err="1"/>
              <a:t>Titulo</a:t>
            </a:r>
            <a:r>
              <a:rPr lang="en-US" dirty="0"/>
              <a:t> de </a:t>
            </a:r>
            <a:r>
              <a:rPr lang="en-US" dirty="0" err="1"/>
              <a:t>página</a:t>
            </a:r>
            <a:r>
              <a:rPr lang="en-US" dirty="0"/>
              <a:t> Movistar Sans 32pt</a:t>
            </a:r>
          </a:p>
        </p:txBody>
      </p:sp>
      <p:sp>
        <p:nvSpPr>
          <p:cNvPr id="2" name="Slide Number Placeholder 1">
            <a:extLst>
              <a:ext uri="{FF2B5EF4-FFF2-40B4-BE49-F238E27FC236}">
                <a16:creationId xmlns:a16="http://schemas.microsoft.com/office/drawing/2014/main" id="{4D6B8A65-1AEC-34A9-015A-2D249A69E66C}"/>
              </a:ext>
            </a:extLst>
          </p:cNvPr>
          <p:cNvSpPr>
            <a:spLocks noGrp="1"/>
          </p:cNvSpPr>
          <p:nvPr>
            <p:ph type="sldNum" sz="quarter" idx="10"/>
          </p:nvPr>
        </p:nvSpPr>
        <p:spPr/>
        <p:txBody>
          <a:bodyPr/>
          <a:lstStyle/>
          <a:p>
            <a:pPr/>
            <a:fld id="{E7EBEDA2-51E6-554C-A63C-E820F6D0080D}" type="slidenum">
              <a:rPr lang="es-ES" smtClean="0"/>
              <a:pPr/>
              <a:t>45</a:t>
            </a:fld>
            <a:endParaRPr lang="es-ES"/>
          </a:p>
        </p:txBody>
      </p:sp>
      <p:pic>
        <p:nvPicPr>
          <p:cNvPr id="41" name="Picture Placeholder 40" descr="Two boys walking on a dirt road&#10;&#10;AI-generated content may be incorrect.">
            <a:extLst>
              <a:ext uri="{FF2B5EF4-FFF2-40B4-BE49-F238E27FC236}">
                <a16:creationId xmlns:a16="http://schemas.microsoft.com/office/drawing/2014/main" id="{211F4D70-FA99-B1DE-6BBA-833BB3F13773}"/>
              </a:ext>
            </a:extLst>
          </p:cNvPr>
          <p:cNvPicPr>
            <a:picLocks noGrp="1" noChangeAspect="1"/>
          </p:cNvPicPr>
          <p:nvPr>
            <p:ph type="pic" sz="quarter" idx="13"/>
          </p:nvPr>
        </p:nvPicPr>
        <p:blipFill>
          <a:blip r:embed="rId2"/>
          <a:srcRect t="10973" b="10973"/>
          <a:stretch>
            <a:fillRect/>
          </a:stretch>
        </p:blipFill>
        <p:spPr/>
      </p:pic>
      <p:sp>
        <p:nvSpPr>
          <p:cNvPr id="4" name="Text Placeholder 3">
            <a:extLst>
              <a:ext uri="{FF2B5EF4-FFF2-40B4-BE49-F238E27FC236}">
                <a16:creationId xmlns:a16="http://schemas.microsoft.com/office/drawing/2014/main" id="{C0083A14-D14A-8C1B-7BDC-09109043004E}"/>
              </a:ext>
            </a:extLst>
          </p:cNvPr>
          <p:cNvSpPr>
            <a:spLocks noGrp="1"/>
          </p:cNvSpPr>
          <p:nvPr>
            <p:ph type="body" sz="quarter" idx="14"/>
          </p:nvPr>
        </p:nvSpPr>
        <p:spPr/>
        <p:txBody>
          <a:bodyPr/>
          <a:lstStyle/>
          <a:p>
            <a:pPr/>
            <a:r>
              <a:rPr lang="en-US" dirty="0" err="1">
                <a:latin typeface="Movistar Sans" pitchFamily="2" charset="77"/>
                <a:ea typeface="Movistar Sans" pitchFamily="2" charset="77"/>
              </a:rPr>
              <a:t>Texto</a:t>
            </a:r>
            <a:r>
              <a:rPr lang="en-US" dirty="0">
                <a:latin typeface="Movistar Sans" pitchFamily="2" charset="77"/>
                <a:ea typeface="Movistar Sans" pitchFamily="2" charset="77"/>
              </a:rPr>
              <a:t> </a:t>
            </a:r>
            <a:r>
              <a:rPr lang="en-US" dirty="0" err="1">
                <a:latin typeface="Movistar Sans" pitchFamily="2" charset="77"/>
                <a:ea typeface="Movistar Sans" pitchFamily="2" charset="77"/>
              </a:rPr>
              <a:t>descriptivo</a:t>
            </a:r>
            <a:endParaRPr lang="en-US" dirty="0">
              <a:latin typeface="Movistar Sans" pitchFamily="2" charset="77"/>
              <a:ea typeface="Movistar Sans" pitchFamily="2" charset="77"/>
            </a:endParaRPr>
          </a:p>
        </p:txBody>
      </p:sp>
      <p:sp>
        <p:nvSpPr>
          <p:cNvPr id="5" name="Text Placeholder 4">
            <a:extLst>
              <a:ext uri="{FF2B5EF4-FFF2-40B4-BE49-F238E27FC236}">
                <a16:creationId xmlns:a16="http://schemas.microsoft.com/office/drawing/2014/main" id="{F69E7CAB-84AC-BBF3-E477-B3EA496DFBB7}"/>
              </a:ext>
            </a:extLst>
          </p:cNvPr>
          <p:cNvSpPr>
            <a:spLocks noGrp="1"/>
          </p:cNvSpPr>
          <p:nvPr>
            <p:ph type="body" sz="quarter" idx="16"/>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15" name="Text Placeholder 14">
            <a:extLst>
              <a:ext uri="{FF2B5EF4-FFF2-40B4-BE49-F238E27FC236}">
                <a16:creationId xmlns:a16="http://schemas.microsoft.com/office/drawing/2014/main" id="{7603707E-2DBD-F886-BC63-E7CAF7A1B42D}"/>
              </a:ext>
            </a:extLst>
          </p:cNvPr>
          <p:cNvSpPr>
            <a:spLocks noGrp="1"/>
          </p:cNvSpPr>
          <p:nvPr>
            <p:ph type="body" sz="quarter" idx="18"/>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17" name="Text Placeholder 16">
            <a:extLst>
              <a:ext uri="{FF2B5EF4-FFF2-40B4-BE49-F238E27FC236}">
                <a16:creationId xmlns:a16="http://schemas.microsoft.com/office/drawing/2014/main" id="{14C13675-64F1-D918-7BE2-890F14685CE7}"/>
              </a:ext>
            </a:extLst>
          </p:cNvPr>
          <p:cNvSpPr>
            <a:spLocks noGrp="1"/>
          </p:cNvSpPr>
          <p:nvPr>
            <p:ph type="body" sz="quarter" idx="20"/>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19" name="Text Placeholder 18">
            <a:extLst>
              <a:ext uri="{FF2B5EF4-FFF2-40B4-BE49-F238E27FC236}">
                <a16:creationId xmlns:a16="http://schemas.microsoft.com/office/drawing/2014/main" id="{FE339A18-1ED9-4B96-9C9F-6615E07C0B1C}"/>
              </a:ext>
            </a:extLst>
          </p:cNvPr>
          <p:cNvSpPr>
            <a:spLocks noGrp="1"/>
          </p:cNvSpPr>
          <p:nvPr>
            <p:ph type="body" sz="quarter" idx="22"/>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21" name="Text Placeholder 20">
            <a:extLst>
              <a:ext uri="{FF2B5EF4-FFF2-40B4-BE49-F238E27FC236}">
                <a16:creationId xmlns:a16="http://schemas.microsoft.com/office/drawing/2014/main" id="{AB96F790-21B5-A432-D161-C9853255EABE}"/>
              </a:ext>
            </a:extLst>
          </p:cNvPr>
          <p:cNvSpPr>
            <a:spLocks noGrp="1"/>
          </p:cNvSpPr>
          <p:nvPr>
            <p:ph type="body" sz="quarter" idx="24"/>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23" name="Text Placeholder 22">
            <a:extLst>
              <a:ext uri="{FF2B5EF4-FFF2-40B4-BE49-F238E27FC236}">
                <a16:creationId xmlns:a16="http://schemas.microsoft.com/office/drawing/2014/main" id="{F1B16948-9BFF-AA6E-0B4D-65334FA6879A}"/>
              </a:ext>
            </a:extLst>
          </p:cNvPr>
          <p:cNvSpPr>
            <a:spLocks noGrp="1"/>
          </p:cNvSpPr>
          <p:nvPr>
            <p:ph type="body" sz="quarter" idx="26"/>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25" name="Text Placeholder 24">
            <a:extLst>
              <a:ext uri="{FF2B5EF4-FFF2-40B4-BE49-F238E27FC236}">
                <a16:creationId xmlns:a16="http://schemas.microsoft.com/office/drawing/2014/main" id="{CB3357F6-18BE-64B1-BB83-A09672666B92}"/>
              </a:ext>
            </a:extLst>
          </p:cNvPr>
          <p:cNvSpPr>
            <a:spLocks noGrp="1"/>
          </p:cNvSpPr>
          <p:nvPr>
            <p:ph type="body" sz="quarter" idx="28"/>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27" name="Text Placeholder 26">
            <a:extLst>
              <a:ext uri="{FF2B5EF4-FFF2-40B4-BE49-F238E27FC236}">
                <a16:creationId xmlns:a16="http://schemas.microsoft.com/office/drawing/2014/main" id="{35E84391-78BB-1C49-B495-B2EE3847C24D}"/>
              </a:ext>
            </a:extLst>
          </p:cNvPr>
          <p:cNvSpPr>
            <a:spLocks noGrp="1"/>
          </p:cNvSpPr>
          <p:nvPr>
            <p:ph type="body" sz="quarter" idx="30"/>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29" name="Text Placeholder 28">
            <a:extLst>
              <a:ext uri="{FF2B5EF4-FFF2-40B4-BE49-F238E27FC236}">
                <a16:creationId xmlns:a16="http://schemas.microsoft.com/office/drawing/2014/main" id="{C207E9AA-DE3B-F8F2-D6A2-04D1A5E09549}"/>
              </a:ext>
            </a:extLst>
          </p:cNvPr>
          <p:cNvSpPr>
            <a:spLocks noGrp="1"/>
          </p:cNvSpPr>
          <p:nvPr>
            <p:ph type="body" sz="quarter" idx="32"/>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31" name="Text Placeholder 30">
            <a:extLst>
              <a:ext uri="{FF2B5EF4-FFF2-40B4-BE49-F238E27FC236}">
                <a16:creationId xmlns:a16="http://schemas.microsoft.com/office/drawing/2014/main" id="{6EE66A7D-63B3-ACD4-9DEF-D6A0F1FB59CA}"/>
              </a:ext>
            </a:extLst>
          </p:cNvPr>
          <p:cNvSpPr>
            <a:spLocks noGrp="1"/>
          </p:cNvSpPr>
          <p:nvPr>
            <p:ph type="body" sz="quarter" idx="34"/>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33" name="Text Placeholder 32">
            <a:extLst>
              <a:ext uri="{FF2B5EF4-FFF2-40B4-BE49-F238E27FC236}">
                <a16:creationId xmlns:a16="http://schemas.microsoft.com/office/drawing/2014/main" id="{8C74F4E0-00F8-F1A9-D038-295DDD874956}"/>
              </a:ext>
            </a:extLst>
          </p:cNvPr>
          <p:cNvSpPr>
            <a:spLocks noGrp="1"/>
          </p:cNvSpPr>
          <p:nvPr>
            <p:ph type="body" sz="quarter" idx="36"/>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35" name="Text Placeholder 34">
            <a:extLst>
              <a:ext uri="{FF2B5EF4-FFF2-40B4-BE49-F238E27FC236}">
                <a16:creationId xmlns:a16="http://schemas.microsoft.com/office/drawing/2014/main" id="{807A696A-AE1F-7C54-D7A4-2A13C66F3426}"/>
              </a:ext>
            </a:extLst>
          </p:cNvPr>
          <p:cNvSpPr>
            <a:spLocks noGrp="1"/>
          </p:cNvSpPr>
          <p:nvPr>
            <p:ph type="body" sz="quarter" idx="38"/>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37" name="Text Placeholder 36">
            <a:extLst>
              <a:ext uri="{FF2B5EF4-FFF2-40B4-BE49-F238E27FC236}">
                <a16:creationId xmlns:a16="http://schemas.microsoft.com/office/drawing/2014/main" id="{1B45EE03-3882-2FC5-9AC6-C5A180364F2C}"/>
              </a:ext>
            </a:extLst>
          </p:cNvPr>
          <p:cNvSpPr>
            <a:spLocks noGrp="1"/>
          </p:cNvSpPr>
          <p:nvPr>
            <p:ph type="body" sz="quarter" idx="40"/>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sp>
        <p:nvSpPr>
          <p:cNvPr id="39" name="Text Placeholder 38">
            <a:extLst>
              <a:ext uri="{FF2B5EF4-FFF2-40B4-BE49-F238E27FC236}">
                <a16:creationId xmlns:a16="http://schemas.microsoft.com/office/drawing/2014/main" id="{752A6FBC-77A6-6F85-C19D-8C147272130D}"/>
              </a:ext>
            </a:extLst>
          </p:cNvPr>
          <p:cNvSpPr>
            <a:spLocks noGrp="1"/>
          </p:cNvSpPr>
          <p:nvPr>
            <p:ph type="body" sz="quarter" idx="42"/>
          </p:nvPr>
        </p:nvSpPr>
        <p:spPr/>
        <p:txBody>
          <a:bodyPr/>
          <a:lstStyle/>
          <a:p>
            <a:pPr/>
            <a:r>
              <a:rPr lang="en-US" dirty="0" err="1">
                <a:ea typeface="Movistar Sans" pitchFamily="2" charset="77"/>
              </a:rPr>
              <a:t>Texto</a:t>
            </a:r>
            <a:r>
              <a:rPr lang="en-US" dirty="0">
                <a:ea typeface="Movistar Sans" pitchFamily="2" charset="77"/>
              </a:rPr>
              <a:t> </a:t>
            </a:r>
            <a:r>
              <a:rPr lang="en-US" dirty="0" err="1">
                <a:ea typeface="Movistar Sans" pitchFamily="2" charset="77"/>
              </a:rPr>
              <a:t>descriptivo</a:t>
            </a:r>
            <a:endParaRPr lang="en-US" dirty="0">
              <a:ea typeface="Movistar Sans" pitchFamily="2" charset="77"/>
            </a:endParaRPr>
          </a:p>
        </p:txBody>
      </p:sp>
      <p:pic>
        <p:nvPicPr>
          <p:cNvPr id="42" name="Picture Placeholder 40__2" descr="Two boys walking on a dirt road&#10;&#10;AI-generated content may be incorrect.">
            <a:extLst>
              <a:ext uri="{FF2B5EF4-FFF2-40B4-BE49-F238E27FC236}">
                <a16:creationId xmlns:a16="http://schemas.microsoft.com/office/drawing/2014/main" id="{828E3A9A-E7D0-E99E-64D2-1712DAA68235}"/>
              </a:ext>
            </a:extLst>
          </p:cNvPr>
          <p:cNvPicPr>
            <a:picLocks noGrp="1" noChangeAspect="1"/>
          </p:cNvPicPr>
          <p:nvPr>
            <p:ph type="pic" sz="quarter" idx="15"/>
          </p:nvPr>
        </p:nvPicPr>
        <p:blipFill>
          <a:blip r:embed="rId2"/>
          <a:srcRect t="10973" b="10973"/>
          <a:stretch>
            <a:fillRect/>
          </a:stretch>
        </p:blipFill>
        <p:spPr/>
      </p:pic>
      <p:pic>
        <p:nvPicPr>
          <p:cNvPr id="43" name="Picture Placeholder 40__3" descr="Two boys walking on a dirt road&#10;&#10;AI-generated content may be incorrect.">
            <a:extLst>
              <a:ext uri="{FF2B5EF4-FFF2-40B4-BE49-F238E27FC236}">
                <a16:creationId xmlns:a16="http://schemas.microsoft.com/office/drawing/2014/main" id="{D75C5AD4-4E98-D80A-8CC6-05D13DE226F4}"/>
              </a:ext>
            </a:extLst>
          </p:cNvPr>
          <p:cNvPicPr>
            <a:picLocks noGrp="1" noChangeAspect="1"/>
          </p:cNvPicPr>
          <p:nvPr>
            <p:ph type="pic" sz="quarter" idx="17"/>
          </p:nvPr>
        </p:nvPicPr>
        <p:blipFill>
          <a:blip r:embed="rId2"/>
          <a:srcRect t="11003" b="11003"/>
          <a:stretch>
            <a:fillRect/>
          </a:stretch>
        </p:blipFill>
        <p:spPr/>
      </p:pic>
      <p:pic>
        <p:nvPicPr>
          <p:cNvPr id="44" name="Picture Placeholder 40__4" descr="Two boys walking on a dirt road&#10;&#10;AI-generated content may be incorrect.">
            <a:extLst>
              <a:ext uri="{FF2B5EF4-FFF2-40B4-BE49-F238E27FC236}">
                <a16:creationId xmlns:a16="http://schemas.microsoft.com/office/drawing/2014/main" id="{3F12F76B-42A7-CCFB-7ED3-18FF2F17CCAA}"/>
              </a:ext>
            </a:extLst>
          </p:cNvPr>
          <p:cNvPicPr>
            <a:picLocks noGrp="1" noChangeAspect="1"/>
          </p:cNvPicPr>
          <p:nvPr>
            <p:ph type="pic" sz="quarter" idx="19"/>
          </p:nvPr>
        </p:nvPicPr>
        <p:blipFill>
          <a:blip r:embed="rId2"/>
          <a:srcRect t="10973" b="10973"/>
          <a:stretch>
            <a:fillRect/>
          </a:stretch>
        </p:blipFill>
        <p:spPr/>
      </p:pic>
      <p:pic>
        <p:nvPicPr>
          <p:cNvPr id="45" name="Picture Placeholder 40__5" descr="Two boys walking on a dirt road&#10;&#10;AI-generated content may be incorrect.">
            <a:extLst>
              <a:ext uri="{FF2B5EF4-FFF2-40B4-BE49-F238E27FC236}">
                <a16:creationId xmlns:a16="http://schemas.microsoft.com/office/drawing/2014/main" id="{E9365953-5A62-05F2-9AAE-F740C2BFE6A2}"/>
              </a:ext>
            </a:extLst>
          </p:cNvPr>
          <p:cNvPicPr>
            <a:picLocks noGrp="1" noChangeAspect="1"/>
          </p:cNvPicPr>
          <p:nvPr>
            <p:ph type="pic" sz="quarter" idx="21"/>
          </p:nvPr>
        </p:nvPicPr>
        <p:blipFill>
          <a:blip r:embed="rId2"/>
          <a:srcRect t="10973" b="10973"/>
          <a:stretch>
            <a:fillRect/>
          </a:stretch>
        </p:blipFill>
        <p:spPr/>
      </p:pic>
      <p:pic>
        <p:nvPicPr>
          <p:cNvPr id="46" name="Picture Placeholder 40__6" descr="Two boys walking on a dirt road&#10;&#10;AI-generated content may be incorrect.">
            <a:extLst>
              <a:ext uri="{FF2B5EF4-FFF2-40B4-BE49-F238E27FC236}">
                <a16:creationId xmlns:a16="http://schemas.microsoft.com/office/drawing/2014/main" id="{E4B125E6-EEFD-D109-C1EE-C731E3874529}"/>
              </a:ext>
            </a:extLst>
          </p:cNvPr>
          <p:cNvPicPr>
            <a:picLocks noGrp="1" noChangeAspect="1"/>
          </p:cNvPicPr>
          <p:nvPr>
            <p:ph type="pic" sz="quarter" idx="31"/>
          </p:nvPr>
        </p:nvPicPr>
        <p:blipFill>
          <a:blip r:embed="rId2"/>
          <a:srcRect t="10973" b="10973"/>
          <a:stretch>
            <a:fillRect/>
          </a:stretch>
        </p:blipFill>
        <p:spPr/>
      </p:pic>
      <p:pic>
        <p:nvPicPr>
          <p:cNvPr id="47" name="Picture Placeholder 40__7" descr="Two boys walking on a dirt road&#10;&#10;AI-generated content may be incorrect.">
            <a:extLst>
              <a:ext uri="{FF2B5EF4-FFF2-40B4-BE49-F238E27FC236}">
                <a16:creationId xmlns:a16="http://schemas.microsoft.com/office/drawing/2014/main" id="{52176299-D798-C682-0A20-51914D6C24BF}"/>
              </a:ext>
            </a:extLst>
          </p:cNvPr>
          <p:cNvPicPr>
            <a:picLocks noGrp="1" noChangeAspect="1"/>
          </p:cNvPicPr>
          <p:nvPr>
            <p:ph type="pic" sz="quarter" idx="29"/>
          </p:nvPr>
        </p:nvPicPr>
        <p:blipFill>
          <a:blip r:embed="rId2"/>
          <a:srcRect t="10973" b="10973"/>
          <a:stretch>
            <a:fillRect/>
          </a:stretch>
        </p:blipFill>
        <p:spPr/>
      </p:pic>
      <p:pic>
        <p:nvPicPr>
          <p:cNvPr id="48" name="Picture Placeholder 40__8" descr="Two boys walking on a dirt road&#10;&#10;AI-generated content may be incorrect.">
            <a:extLst>
              <a:ext uri="{FF2B5EF4-FFF2-40B4-BE49-F238E27FC236}">
                <a16:creationId xmlns:a16="http://schemas.microsoft.com/office/drawing/2014/main" id="{C5502F21-102A-A0D0-82C1-7DFEB84ED0F0}"/>
              </a:ext>
            </a:extLst>
          </p:cNvPr>
          <p:cNvPicPr>
            <a:picLocks noGrp="1" noChangeAspect="1"/>
          </p:cNvPicPr>
          <p:nvPr>
            <p:ph type="pic" sz="quarter" idx="27"/>
          </p:nvPr>
        </p:nvPicPr>
        <p:blipFill>
          <a:blip r:embed="rId2"/>
          <a:srcRect t="11003" b="11003"/>
          <a:stretch>
            <a:fillRect/>
          </a:stretch>
        </p:blipFill>
        <p:spPr/>
      </p:pic>
      <p:pic>
        <p:nvPicPr>
          <p:cNvPr id="49" name="Picture Placeholder 40__9" descr="Two boys walking on a dirt road&#10;&#10;AI-generated content may be incorrect.">
            <a:extLst>
              <a:ext uri="{FF2B5EF4-FFF2-40B4-BE49-F238E27FC236}">
                <a16:creationId xmlns:a16="http://schemas.microsoft.com/office/drawing/2014/main" id="{E464B680-0431-BD1E-1A4B-1CE009366A32}"/>
              </a:ext>
            </a:extLst>
          </p:cNvPr>
          <p:cNvPicPr>
            <a:picLocks noGrp="1" noChangeAspect="1"/>
          </p:cNvPicPr>
          <p:nvPr>
            <p:ph type="pic" sz="quarter" idx="25"/>
          </p:nvPr>
        </p:nvPicPr>
        <p:blipFill>
          <a:blip r:embed="rId2"/>
          <a:srcRect t="10973" b="10973"/>
          <a:stretch>
            <a:fillRect/>
          </a:stretch>
        </p:blipFill>
        <p:spPr/>
      </p:pic>
      <p:pic>
        <p:nvPicPr>
          <p:cNvPr id="50" name="Picture Placeholder 40__10" descr="Two boys walking on a dirt road&#10;&#10;AI-generated content may be incorrect.">
            <a:extLst>
              <a:ext uri="{FF2B5EF4-FFF2-40B4-BE49-F238E27FC236}">
                <a16:creationId xmlns:a16="http://schemas.microsoft.com/office/drawing/2014/main" id="{B12A594F-5573-165E-6F4B-4815F5B4540E}"/>
              </a:ext>
            </a:extLst>
          </p:cNvPr>
          <p:cNvPicPr>
            <a:picLocks noGrp="1" noChangeAspect="1"/>
          </p:cNvPicPr>
          <p:nvPr>
            <p:ph type="pic" sz="quarter" idx="23"/>
          </p:nvPr>
        </p:nvPicPr>
        <p:blipFill>
          <a:blip r:embed="rId2"/>
          <a:srcRect t="10973" b="10973"/>
          <a:stretch>
            <a:fillRect/>
          </a:stretch>
        </p:blipFill>
        <p:spPr/>
      </p:pic>
      <p:pic>
        <p:nvPicPr>
          <p:cNvPr id="51" name="Picture Placeholder 40__11" descr="Two boys walking on a dirt road&#10;&#10;AI-generated content may be incorrect.">
            <a:extLst>
              <a:ext uri="{FF2B5EF4-FFF2-40B4-BE49-F238E27FC236}">
                <a16:creationId xmlns:a16="http://schemas.microsoft.com/office/drawing/2014/main" id="{9B8AABE1-AEE1-6DEA-5B95-0A39334F6CD9}"/>
              </a:ext>
            </a:extLst>
          </p:cNvPr>
          <p:cNvPicPr>
            <a:picLocks noGrp="1" noChangeAspect="1"/>
          </p:cNvPicPr>
          <p:nvPr>
            <p:ph type="pic" sz="quarter" idx="33"/>
          </p:nvPr>
        </p:nvPicPr>
        <p:blipFill>
          <a:blip r:embed="rId2"/>
          <a:srcRect t="11031" b="11031"/>
          <a:stretch>
            <a:fillRect/>
          </a:stretch>
        </p:blipFill>
        <p:spPr/>
      </p:pic>
      <p:pic>
        <p:nvPicPr>
          <p:cNvPr id="52" name="Picture Placeholder 40__12" descr="Two boys walking on a dirt road&#10;&#10;AI-generated content may be incorrect.">
            <a:extLst>
              <a:ext uri="{FF2B5EF4-FFF2-40B4-BE49-F238E27FC236}">
                <a16:creationId xmlns:a16="http://schemas.microsoft.com/office/drawing/2014/main" id="{43DCEE3F-D986-851A-5289-74F7210852E3}"/>
              </a:ext>
            </a:extLst>
          </p:cNvPr>
          <p:cNvPicPr>
            <a:picLocks noGrp="1" noChangeAspect="1"/>
          </p:cNvPicPr>
          <p:nvPr>
            <p:ph type="pic" sz="quarter" idx="35"/>
          </p:nvPr>
        </p:nvPicPr>
        <p:blipFill>
          <a:blip r:embed="rId2"/>
          <a:srcRect t="11031" b="11031"/>
          <a:stretch>
            <a:fillRect/>
          </a:stretch>
        </p:blipFill>
        <p:spPr/>
      </p:pic>
      <p:pic>
        <p:nvPicPr>
          <p:cNvPr id="53" name="Picture Placeholder 40__13" descr="Two boys walking on a dirt road&#10;&#10;AI-generated content may be incorrect.">
            <a:extLst>
              <a:ext uri="{FF2B5EF4-FFF2-40B4-BE49-F238E27FC236}">
                <a16:creationId xmlns:a16="http://schemas.microsoft.com/office/drawing/2014/main" id="{3EA9AD9F-425D-27ED-AF20-97816F43FE84}"/>
              </a:ext>
            </a:extLst>
          </p:cNvPr>
          <p:cNvPicPr>
            <a:picLocks noGrp="1" noChangeAspect="1"/>
          </p:cNvPicPr>
          <p:nvPr>
            <p:ph type="pic" sz="quarter" idx="37"/>
          </p:nvPr>
        </p:nvPicPr>
        <p:blipFill>
          <a:blip r:embed="rId2"/>
          <a:srcRect t="11062" b="11062"/>
          <a:stretch>
            <a:fillRect/>
          </a:stretch>
        </p:blipFill>
        <p:spPr/>
      </p:pic>
      <p:pic>
        <p:nvPicPr>
          <p:cNvPr id="54" name="Picture Placeholder 40__14" descr="Two boys walking on a dirt road&#10;&#10;AI-generated content may be incorrect.">
            <a:extLst>
              <a:ext uri="{FF2B5EF4-FFF2-40B4-BE49-F238E27FC236}">
                <a16:creationId xmlns:a16="http://schemas.microsoft.com/office/drawing/2014/main" id="{CF7D394B-865B-2DD4-5D88-1A34C5D4DD28}"/>
              </a:ext>
            </a:extLst>
          </p:cNvPr>
          <p:cNvPicPr>
            <a:picLocks noGrp="1" noChangeAspect="1"/>
          </p:cNvPicPr>
          <p:nvPr>
            <p:ph type="pic" sz="quarter" idx="39"/>
          </p:nvPr>
        </p:nvPicPr>
        <p:blipFill>
          <a:blip r:embed="rId2"/>
          <a:srcRect t="11031" b="11031"/>
          <a:stretch>
            <a:fillRect/>
          </a:stretch>
        </p:blipFill>
        <p:spPr/>
      </p:pic>
      <p:pic>
        <p:nvPicPr>
          <p:cNvPr id="55" name="Picture Placeholder 40__15" descr="Two boys walking on a dirt road&#10;&#10;AI-generated content may be incorrect.">
            <a:extLst>
              <a:ext uri="{FF2B5EF4-FFF2-40B4-BE49-F238E27FC236}">
                <a16:creationId xmlns:a16="http://schemas.microsoft.com/office/drawing/2014/main" id="{8B0F53C7-1954-ED19-BCB6-89ABD435FC2C}"/>
              </a:ext>
            </a:extLst>
          </p:cNvPr>
          <p:cNvPicPr>
            <a:picLocks noGrp="1" noChangeAspect="1"/>
          </p:cNvPicPr>
          <p:nvPr>
            <p:ph type="pic" sz="quarter" idx="41"/>
          </p:nvPr>
        </p:nvPicPr>
        <p:blipFill>
          <a:blip r:embed="rId2"/>
          <a:srcRect t="11031" b="11031"/>
          <a:stretch>
            <a:fillRect/>
          </a:stretch>
        </p:blipFill>
        <p:spPr/>
      </p:pic>
    </p:spTree>
    <p:extLst>
      <p:ext uri="{BB962C8B-B14F-4D97-AF65-F5344CB8AC3E}">
        <p14:creationId xmlns:p14="http://schemas.microsoft.com/office/powerpoint/2010/main" val="4117801775"/>
      </p:ext>
    </p:extLst>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_2" descr="pro-terraza-paris.jpg"/>
          <p:cNvPicPr>
            <a:picLocks noGrp="1" noChangeAspect="1"/>
          </p:cNvPicPr>
          <p:nvPr>
            <p:ph type="pic" idx="14" sz="quarter"/>
          </p:nvPr>
        </p:nvPicPr>
        <p:blipFill>
          <a:blip r:embed="rId2"/>
          <a:srcRect l="1453" r="1453"/>
          <a:stretch>
            <a:fillRect/>
          </a:stretch>
        </p:blipFill>
        <p:spPr/>
      </p:pic>
      <p:pic>
        <p:nvPicPr>
          <p:cNvPr id="3" name="imagen_1" descr="pro-terraza-paris.jpg"/>
          <p:cNvPicPr>
            <a:picLocks noGrp="1" noChangeAspect="1"/>
          </p:cNvPicPr>
          <p:nvPr>
            <p:ph type="pic" idx="15" sz="quarter"/>
          </p:nvPr>
        </p:nvPicPr>
        <p:blipFill>
          <a:blip r:embed="rId2"/>
          <a:srcRect l="1453" r="1453"/>
          <a:stretch>
            <a:fillRect/>
          </a:stretch>
        </p:blipFill>
        <p:spPr/>
      </p:pic>
      <p:sp>
        <p:nvSpPr>
          <p:cNvPr id="4" name="cuerpo_1"/>
          <p:cNvSpPr>
            <a:spLocks noGrp="1"/>
          </p:cNvSpPr>
          <p:nvPr>
            <p:ph type="body" idx="16" sz="quarter"/>
          </p:nvPr>
        </p:nvSpPr>
        <p:spPr/>
        <p:txBody>
          <a:bodyPr/>
          <a:lstStyle/>
          <a:p>
            <a:pPr/>
            <a:r>
              <a:t>Bloque 01. Texto de ejemplo que marca la extensión recomendada de esta zona. Sustitúyelo por el contenido real antes de entregar la presentación. La longitud es orientativa y evita que el texto desborde la caja al maquetar. Mantén frases cortas y una sola idea por párrafo. Revisa la jerarquía</a:t>
            </a:r>
          </a:p>
        </p:txBody>
      </p:sp>
      <p:sp>
        <p:nvSpPr>
          <p:cNvPr id="5" name="cuerpo_2"/>
          <p:cNvSpPr>
            <a:spLocks noGrp="1"/>
          </p:cNvSpPr>
          <p:nvPr>
            <p:ph type="body" idx="17" sz="quarter"/>
          </p:nvPr>
        </p:nvSpPr>
        <p:spPr/>
        <p:txBody>
          <a:bodyPr/>
          <a:lstStyle/>
          <a:p>
            <a:pPr/>
            <a:r>
              <a:t>Bloque 02. Sustitúyelo por el contenido real antes de entregar la presentación. La longitud es orientativa y evita que el texto desborde la caja al maquetar. Mantén frases cortas y una sola idea por párrafo. Revisa la jerarquía tipográfica antes de dar la diapositiva por cerrada. Cada bloque</a:t>
            </a:r>
          </a:p>
        </p:txBody>
      </p:sp>
      <p:sp>
        <p:nvSpPr>
          <p:cNvPr id="6" name="titulo"/>
          <p:cNvSpPr>
            <a:spLocks noGrp="1"/>
          </p:cNvSpPr>
          <p:nvPr>
            <p:ph type="title"/>
          </p:nvPr>
        </p:nvSpPr>
        <p:spPr/>
        <p:txBody>
          <a:bodyPr/>
          <a:lstStyle/>
          <a:p>
            <a:pPr/>
            <a:r>
              <a:t>Título de sección compuesto en dos líneas</a:t>
            </a:r>
          </a:p>
        </p:txBody>
      </p:sp>
      <p:sp>
        <p:nvSpPr>
          <p:cNvPr id="7" name="antetitulo"/>
          <p:cNvSpPr>
            <a:spLocks noGrp="1"/>
          </p:cNvSpPr>
          <p:nvPr>
            <p:ph type="body" idx="13" sz="quarter"/>
          </p:nvPr>
        </p:nvSpPr>
        <p:spPr/>
        <p:txBody>
          <a:bodyPr/>
          <a:lstStyle/>
          <a:p>
            <a:pPr/>
            <a:r>
              <a:t>Capítulo I Subtítulo</a:t>
            </a:r>
          </a:p>
        </p:txBody>
      </p:sp>
      <p:sp>
        <p:nvSpPr>
          <p:cNvPr id="8" name="subtitulo"/>
          <p:cNvSpPr>
            <a:spLocks noGrp="1"/>
          </p:cNvSpPr>
          <p:nvPr>
            <p:ph idx="1"/>
          </p:nvPr>
        </p:nvSpPr>
        <p:spPr/>
        <p:txBody>
          <a:bodyPr/>
          <a:lstStyle/>
          <a:p>
            <a:pPr/>
            <a:r>
              <a:t>Bajada que amplía el titular en una línea</a:t>
            </a:r>
          </a:p>
        </p:txBody>
      </p:sp>
      <p:sp>
        <p:nvSpPr>
          <p:cNvPr id="9"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10"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_1" descr="pro-terraza-paris.jpg"/>
          <p:cNvPicPr>
            <a:picLocks noGrp="1" noChangeAspect="1"/>
          </p:cNvPicPr>
          <p:nvPr>
            <p:ph type="pic" idx="15" sz="quarter"/>
          </p:nvPr>
        </p:nvPicPr>
        <p:blipFill>
          <a:blip r:embed="rId2"/>
          <a:srcRect l="16412" r="16412"/>
          <a:stretch>
            <a:fillRect/>
          </a:stretch>
        </p:blipFill>
        <p:spPr/>
      </p:pic>
      <p:pic>
        <p:nvPicPr>
          <p:cNvPr id="3" name="imagen_2" descr="pro-terraza-paris.jpg"/>
          <p:cNvPicPr>
            <a:picLocks noGrp="1" noChangeAspect="1"/>
          </p:cNvPicPr>
          <p:nvPr>
            <p:ph type="pic" idx="14" sz="quarter"/>
          </p:nvPr>
        </p:nvPicPr>
        <p:blipFill>
          <a:blip r:embed="rId2"/>
          <a:srcRect l="16412" r="16412"/>
          <a:stretch>
            <a:fillRect/>
          </a:stretch>
        </p:blipFill>
        <p:spPr/>
      </p:pic>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13" sz="quarter"/>
          </p:nvPr>
        </p:nvSpPr>
        <p:spPr/>
        <p:txBody>
          <a:bodyPr/>
          <a:lstStyle/>
          <a:p>
            <a:pPr/>
            <a:r>
              <a:t>Capítulo I Subtítulo</a:t>
            </a:r>
          </a:p>
        </p:txBody>
      </p:sp>
      <p:sp>
        <p:nvSpPr>
          <p:cNvPr id="6" name="subtitulo"/>
          <p:cNvSpPr>
            <a:spLocks noGrp="1"/>
          </p:cNvSpPr>
          <p:nvPr>
            <p:ph idx="1"/>
          </p:nvPr>
        </p:nvSpPr>
        <p:spPr/>
        <p:txBody>
          <a:bodyPr/>
          <a:lstStyle/>
          <a:p>
            <a:pPr/>
            <a:r>
              <a:t>Bajada que amplía el titular en una línea</a:t>
            </a:r>
          </a:p>
        </p:txBody>
      </p:sp>
      <p:sp>
        <p:nvSpPr>
          <p:cNvPr id="7" name="Footer Placeholder 4">
            <a:extLst>
              <a:ext uri="{FF2B5EF4-FFF2-40B4-BE49-F238E27FC236}">
                <a16:creationId xmlns:a16="http://schemas.microsoft.com/office/drawing/2014/main" id="{07AF0E34-A559-6D5F-8DED-92B7331D0B44}"/>
              </a:ext>
            </a:extLst>
          </p:cNvPr>
          <p:cNvSpPr>
            <a:spLocks noGrp="1" noRot="1" noMove="1" noResize="1" noEditPoints="1" noAdjustHandles="1" noChangeArrowheads="1" noChangeShapeType="1"/>
          </p:cNvSpPr>
          <p:nvPr>
            <p:ph type="ftr" sz="quarter" idx="11"/>
          </p:nvPr>
        </p:nvSpPr>
        <p:spPr/>
        <p:txBody>
          <a:bodyPr/>
          <a:lstStyle/>
          <a:p>
            <a:pPr/>
          </a:p>
        </p:txBody>
      </p:sp>
      <p:sp>
        <p:nvSpPr>
          <p:cNvPr id="8" name="Slide Number Placeholder 5">
            <a:extLst>
              <a:ext uri="{FF2B5EF4-FFF2-40B4-BE49-F238E27FC236}">
                <a16:creationId xmlns:a16="http://schemas.microsoft.com/office/drawing/2014/main" id="{93FC8C37-A78D-E8E9-23F2-CC566C3862AA}"/>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imagen_1" descr="pro-terraza-paris.jpg"/>
          <p:cNvPicPr>
            <a:picLocks noGrp="1" noChangeAspect="1"/>
          </p:cNvPicPr>
          <p:nvPr>
            <p:ph type="pic" idx="15" sz="quarter"/>
          </p:nvPr>
        </p:nvPicPr>
        <p:blipFill>
          <a:blip r:embed="rId2"/>
          <a:srcRect l="18374" r="18374"/>
          <a:stretch>
            <a:fillRect/>
          </a:stretch>
        </p:blipFill>
        <p:spPr/>
      </p:pic>
      <p:pic>
        <p:nvPicPr>
          <p:cNvPr id="3" name="imagen_2" descr="pro-terraza-paris.jpg"/>
          <p:cNvPicPr>
            <a:picLocks noGrp="1" noChangeAspect="1"/>
          </p:cNvPicPr>
          <p:nvPr>
            <p:ph type="pic" idx="14" sz="quarter"/>
          </p:nvPr>
        </p:nvPicPr>
        <p:blipFill>
          <a:blip r:embed="rId2"/>
          <a:srcRect l="8556" r="8556"/>
          <a:stretch>
            <a:fillRect/>
          </a:stretch>
        </p:blipFill>
        <p:spPr/>
      </p:pic>
      <p:sp>
        <p:nvSpPr>
          <p:cNvPr id="4" name="titulo"/>
          <p:cNvSpPr>
            <a:spLocks noGrp="1"/>
          </p:cNvSpPr>
          <p:nvPr>
            <p:ph type="title"/>
          </p:nvPr>
        </p:nvSpPr>
        <p:spPr/>
        <p:txBody>
          <a:bodyPr/>
          <a:lstStyle/>
          <a:p>
            <a:pPr/>
            <a:r>
              <a:t>Título de sección compuesto en</a:t>
            </a:r>
          </a:p>
        </p:txBody>
      </p:sp>
      <p:sp>
        <p:nvSpPr>
          <p:cNvPr id="5" name="antetitulo"/>
          <p:cNvSpPr>
            <a:spLocks noGrp="1"/>
          </p:cNvSpPr>
          <p:nvPr>
            <p:ph type="body" idx="33" sz="quarter"/>
          </p:nvPr>
        </p:nvSpPr>
        <p:spPr/>
        <p:txBody>
          <a:bodyPr/>
          <a:lstStyle/>
          <a:p>
            <a:pPr/>
            <a:r>
              <a:t>Capítulo I Subtítulo</a:t>
            </a:r>
          </a:p>
        </p:txBody>
      </p:sp>
      <p:sp>
        <p:nvSpPr>
          <p:cNvPr id="6" name="subtitulo"/>
          <p:cNvSpPr>
            <a:spLocks noGrp="1"/>
          </p:cNvSpPr>
          <p:nvPr>
            <p:ph idx="1"/>
          </p:nvPr>
        </p:nvSpPr>
        <p:spPr/>
        <p:txBody>
          <a:bodyPr/>
          <a:lstStyle/>
          <a:p>
            <a:pPr/>
            <a:r>
              <a:t>Bajada que amplía el titular en una línea</a:t>
            </a:r>
          </a:p>
        </p:txBody>
      </p:sp>
      <p:sp>
        <p:nvSpPr>
          <p:cNvPr id="7" name="Footer Placeholder 35">
            <a:extLst>
              <a:ext uri="{FF2B5EF4-FFF2-40B4-BE49-F238E27FC236}">
                <a16:creationId xmlns:a16="http://schemas.microsoft.com/office/drawing/2014/main" id="{43204436-69A4-6231-FE27-EB7635E6EEE0}"/>
              </a:ext>
            </a:extLst>
          </p:cNvPr>
          <p:cNvSpPr>
            <a:spLocks noGrp="1" noRot="1" noMove="1" noResize="1" noEditPoints="1" noAdjustHandles="1" noChangeArrowheads="1" noChangeShapeType="1"/>
          </p:cNvSpPr>
          <p:nvPr>
            <p:ph type="ftr" sz="quarter" idx="17"/>
          </p:nvPr>
        </p:nvSpPr>
        <p:spPr/>
        <p:txBody>
          <a:bodyPr/>
          <a:lstStyle/>
          <a:p>
            <a:pPr/>
          </a:p>
        </p:txBody>
      </p:sp>
      <p:sp>
        <p:nvSpPr>
          <p:cNvPr id="8" name="Slide Number Placeholder 36">
            <a:extLst>
              <a:ext uri="{FF2B5EF4-FFF2-40B4-BE49-F238E27FC236}">
                <a16:creationId xmlns:a16="http://schemas.microsoft.com/office/drawing/2014/main" id="{80091C4B-B182-20DB-B647-A613FC55DF71}"/>
              </a:ext>
            </a:extLst>
          </p:cNvPr>
          <p:cNvSpPr>
            <a:spLocks noGrp="1" noRot="1" noMove="1" noResize="1" noEditPoints="1" noAdjustHandles="1" noChangeArrowheads="1" noChangeShapeType="1"/>
          </p:cNvSpPr>
          <p:nvPr>
            <p:ph type="sldNum" sz="quarter" idx="18"/>
          </p:nvPr>
        </p:nvSpPr>
        <p:spPr/>
        <p:txBody>
          <a:bodyPr/>
          <a:lstStyle/>
          <a:p>
            <a:pP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tiqueta_1"/>
          <p:cNvSpPr>
            <a:spLocks noGrp="1"/>
          </p:cNvSpPr>
          <p:nvPr>
            <p:ph type="body" idx="24" sz="quarter"/>
          </p:nvPr>
        </p:nvSpPr>
        <p:spPr/>
        <p:txBody>
          <a:bodyPr/>
          <a:lstStyle/>
          <a:p>
            <a:pPr/>
            <a:r>
              <a:t>Título de 01</a:t>
            </a:r>
          </a:p>
        </p:txBody>
      </p:sp>
      <p:sp>
        <p:nvSpPr>
          <p:cNvPr id="3" name="cuerpo_1"/>
          <p:cNvSpPr>
            <a:spLocks noGrp="1"/>
          </p:cNvSpPr>
          <p:nvPr>
            <p:ph type="body" idx="25" sz="quarter"/>
          </p:nvPr>
        </p:nvSpPr>
        <p:spPr/>
        <p:txBody>
          <a:bodyPr/>
          <a:lstStyle/>
          <a:p>
            <a:pPr/>
            <a:r>
              <a:t>Bloque 01. Texto de ejemplo que marca la</a:t>
            </a:r>
          </a:p>
        </p:txBody>
      </p:sp>
      <p:pic>
        <p:nvPicPr>
          <p:cNvPr id="4" name="imagen_1" descr="pro-terraza-paris.jpg"/>
          <p:cNvPicPr>
            <a:picLocks noGrp="1" noChangeAspect="1"/>
          </p:cNvPicPr>
          <p:nvPr>
            <p:ph type="pic" idx="26" sz="quarter"/>
          </p:nvPr>
        </p:nvPicPr>
        <p:blipFill>
          <a:blip r:embed="rId2"/>
          <a:srcRect l="20091" r="20091"/>
          <a:stretch>
            <a:fillRect/>
          </a:stretch>
        </p:blipFill>
        <p:spPr/>
      </p:pic>
      <p:sp>
        <p:nvSpPr>
          <p:cNvPr id="5" name="etiqueta_2"/>
          <p:cNvSpPr>
            <a:spLocks noGrp="1"/>
          </p:cNvSpPr>
          <p:nvPr>
            <p:ph type="body" idx="27" sz="quarter"/>
          </p:nvPr>
        </p:nvSpPr>
        <p:spPr/>
        <p:txBody>
          <a:bodyPr/>
          <a:lstStyle/>
          <a:p>
            <a:pPr/>
            <a:r>
              <a:t>Título de 02</a:t>
            </a:r>
          </a:p>
        </p:txBody>
      </p:sp>
      <p:sp>
        <p:nvSpPr>
          <p:cNvPr id="6" name="cuerpo_2"/>
          <p:cNvSpPr>
            <a:spLocks noGrp="1"/>
          </p:cNvSpPr>
          <p:nvPr>
            <p:ph type="body" idx="28" sz="quarter"/>
          </p:nvPr>
        </p:nvSpPr>
        <p:spPr/>
        <p:txBody>
          <a:bodyPr/>
          <a:lstStyle/>
          <a:p>
            <a:pPr/>
            <a:r>
              <a:t>Bloque 02. Sustitúyelo por el contenido</a:t>
            </a:r>
          </a:p>
        </p:txBody>
      </p:sp>
      <p:pic>
        <p:nvPicPr>
          <p:cNvPr id="7" name="imagen_2" descr="pro-terraza-paris.jpg"/>
          <p:cNvPicPr>
            <a:picLocks noGrp="1" noChangeAspect="1"/>
          </p:cNvPicPr>
          <p:nvPr>
            <p:ph type="pic" idx="29" sz="quarter"/>
          </p:nvPr>
        </p:nvPicPr>
        <p:blipFill>
          <a:blip r:embed="rId2"/>
          <a:srcRect l="20091" r="20091"/>
          <a:stretch>
            <a:fillRect/>
          </a:stretch>
        </p:blipFill>
        <p:spPr/>
      </p:pic>
      <p:sp>
        <p:nvSpPr>
          <p:cNvPr id="8" name="titulo"/>
          <p:cNvSpPr>
            <a:spLocks noGrp="1"/>
          </p:cNvSpPr>
          <p:nvPr>
            <p:ph type="title"/>
          </p:nvPr>
        </p:nvSpPr>
        <p:spPr/>
        <p:txBody>
          <a:bodyPr/>
          <a:lstStyle/>
          <a:p>
            <a:pPr/>
            <a:r>
              <a:t>Título de sección compuesto en dos líneas</a:t>
            </a:r>
          </a:p>
        </p:txBody>
      </p:sp>
      <p:sp>
        <p:nvSpPr>
          <p:cNvPr id="9" name="antetitulo"/>
          <p:cNvSpPr>
            <a:spLocks noGrp="1"/>
          </p:cNvSpPr>
          <p:nvPr>
            <p:ph type="body" idx="33" sz="quarter"/>
          </p:nvPr>
        </p:nvSpPr>
        <p:spPr/>
        <p:txBody>
          <a:bodyPr/>
          <a:lstStyle/>
          <a:p>
            <a:pPr/>
            <a:r>
              <a:t>Capítulo I Subtítulo</a:t>
            </a:r>
          </a:p>
        </p:txBody>
      </p:sp>
      <p:sp>
        <p:nvSpPr>
          <p:cNvPr id="10"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pPr/>
          </a:p>
        </p:txBody>
      </p:sp>
      <p:sp>
        <p:nvSpPr>
          <p:cNvPr id="11"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tiqueta_1"/>
          <p:cNvSpPr>
            <a:spLocks noGrp="1"/>
          </p:cNvSpPr>
          <p:nvPr>
            <p:ph type="body" idx="24" sz="quarter"/>
          </p:nvPr>
        </p:nvSpPr>
        <p:spPr/>
        <p:txBody>
          <a:bodyPr/>
          <a:lstStyle/>
          <a:p>
            <a:pPr/>
            <a:r>
              <a:t>Título de 01</a:t>
            </a:r>
          </a:p>
        </p:txBody>
      </p:sp>
      <p:sp>
        <p:nvSpPr>
          <p:cNvPr id="3" name="cuerpo_1"/>
          <p:cNvSpPr>
            <a:spLocks noGrp="1"/>
          </p:cNvSpPr>
          <p:nvPr>
            <p:ph type="body" idx="25" sz="quarter"/>
          </p:nvPr>
        </p:nvSpPr>
        <p:spPr/>
        <p:txBody>
          <a:bodyPr/>
          <a:lstStyle/>
          <a:p>
            <a:pPr/>
            <a:r>
              <a:t>Bloque 01. Texto de ejemplo que marca la</a:t>
            </a:r>
          </a:p>
        </p:txBody>
      </p:sp>
      <p:pic>
        <p:nvPicPr>
          <p:cNvPr id="4" name="imagen_1" descr="pro-terraza-paris.jpg"/>
          <p:cNvPicPr>
            <a:picLocks noGrp="1" noChangeAspect="1"/>
          </p:cNvPicPr>
          <p:nvPr>
            <p:ph type="pic" idx="26" sz="quarter"/>
          </p:nvPr>
        </p:nvPicPr>
        <p:blipFill>
          <a:blip r:embed="rId2"/>
          <a:srcRect l="30390" r="30390"/>
          <a:stretch>
            <a:fillRect/>
          </a:stretch>
        </p:blipFill>
        <p:spPr/>
      </p:pic>
      <p:sp>
        <p:nvSpPr>
          <p:cNvPr id="5" name="etiqueta_2"/>
          <p:cNvSpPr>
            <a:spLocks noGrp="1"/>
          </p:cNvSpPr>
          <p:nvPr>
            <p:ph type="body" idx="27" sz="quarter"/>
          </p:nvPr>
        </p:nvSpPr>
        <p:spPr/>
        <p:txBody>
          <a:bodyPr/>
          <a:lstStyle/>
          <a:p>
            <a:pPr/>
            <a:r>
              <a:t>Título de 02</a:t>
            </a:r>
          </a:p>
        </p:txBody>
      </p:sp>
      <p:sp>
        <p:nvSpPr>
          <p:cNvPr id="6" name="cuerpo_2"/>
          <p:cNvSpPr>
            <a:spLocks noGrp="1"/>
          </p:cNvSpPr>
          <p:nvPr>
            <p:ph type="body" idx="28" sz="quarter"/>
          </p:nvPr>
        </p:nvSpPr>
        <p:spPr/>
        <p:txBody>
          <a:bodyPr/>
          <a:lstStyle/>
          <a:p>
            <a:pPr/>
            <a:r>
              <a:t>Bloque 02. Sustitúyelo por el contenido</a:t>
            </a:r>
          </a:p>
        </p:txBody>
      </p:sp>
      <p:pic>
        <p:nvPicPr>
          <p:cNvPr id="7" name="imagen_2" descr="pro-terraza-paris.jpg"/>
          <p:cNvPicPr>
            <a:picLocks noGrp="1" noChangeAspect="1"/>
          </p:cNvPicPr>
          <p:nvPr>
            <p:ph type="pic" idx="29" sz="quarter"/>
          </p:nvPr>
        </p:nvPicPr>
        <p:blipFill>
          <a:blip r:embed="rId2"/>
          <a:srcRect l="30390" r="30390"/>
          <a:stretch>
            <a:fillRect/>
          </a:stretch>
        </p:blipFill>
        <p:spPr/>
      </p:pic>
      <p:sp>
        <p:nvSpPr>
          <p:cNvPr id="8" name="etiqueta_3"/>
          <p:cNvSpPr>
            <a:spLocks noGrp="1"/>
          </p:cNvSpPr>
          <p:nvPr>
            <p:ph type="body" idx="30" sz="quarter"/>
          </p:nvPr>
        </p:nvSpPr>
        <p:spPr/>
        <p:txBody>
          <a:bodyPr/>
          <a:lstStyle/>
          <a:p>
            <a:pPr/>
            <a:r>
              <a:t>Título del 03</a:t>
            </a:r>
          </a:p>
        </p:txBody>
      </p:sp>
      <p:sp>
        <p:nvSpPr>
          <p:cNvPr id="9" name="cuerpo_3"/>
          <p:cNvSpPr>
            <a:spLocks noGrp="1"/>
          </p:cNvSpPr>
          <p:nvPr>
            <p:ph type="body" idx="31" sz="quarter"/>
          </p:nvPr>
        </p:nvSpPr>
        <p:spPr/>
        <p:txBody>
          <a:bodyPr/>
          <a:lstStyle/>
          <a:p>
            <a:pPr/>
            <a:r>
              <a:t>Bloque 03. La longitud es orientativa y</a:t>
            </a:r>
          </a:p>
        </p:txBody>
      </p:sp>
      <p:pic>
        <p:nvPicPr>
          <p:cNvPr id="10" name="imagen_3" descr="pro-terraza-paris.jpg"/>
          <p:cNvPicPr>
            <a:picLocks noGrp="1" noChangeAspect="1"/>
          </p:cNvPicPr>
          <p:nvPr>
            <p:ph type="pic" idx="32" sz="quarter"/>
          </p:nvPr>
        </p:nvPicPr>
        <p:blipFill>
          <a:blip r:embed="rId2"/>
          <a:srcRect l="30390" r="30390"/>
          <a:stretch>
            <a:fillRect/>
          </a:stretch>
        </p:blipFill>
        <p:spPr/>
      </p:pic>
      <p:sp>
        <p:nvSpPr>
          <p:cNvPr id="11" name="titulo"/>
          <p:cNvSpPr>
            <a:spLocks noGrp="1"/>
          </p:cNvSpPr>
          <p:nvPr>
            <p:ph type="title"/>
          </p:nvPr>
        </p:nvSpPr>
        <p:spPr/>
        <p:txBody>
          <a:bodyPr/>
          <a:lstStyle/>
          <a:p>
            <a:pPr/>
            <a:r>
              <a:t>Título de sección compuesto en dos líneas</a:t>
            </a:r>
          </a:p>
        </p:txBody>
      </p:sp>
      <p:sp>
        <p:nvSpPr>
          <p:cNvPr id="12" name="antetitulo"/>
          <p:cNvSpPr>
            <a:spLocks noGrp="1"/>
          </p:cNvSpPr>
          <p:nvPr>
            <p:ph type="body" idx="33" sz="quarter"/>
          </p:nvPr>
        </p:nvSpPr>
        <p:spPr/>
        <p:txBody>
          <a:bodyPr/>
          <a:lstStyle/>
          <a:p>
            <a:pPr/>
            <a:r>
              <a:t>Capítulo I Subtítulo</a:t>
            </a:r>
          </a:p>
        </p:txBody>
      </p:sp>
      <p:sp>
        <p:nvSpPr>
          <p:cNvPr id="13"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pPr/>
          </a:p>
        </p:txBody>
      </p:sp>
      <p:sp>
        <p:nvSpPr>
          <p:cNvPr id="14"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tiqueta_1"/>
          <p:cNvSpPr>
            <a:spLocks noGrp="1"/>
          </p:cNvSpPr>
          <p:nvPr>
            <p:ph type="body" idx="24" sz="quarter"/>
          </p:nvPr>
        </p:nvSpPr>
        <p:spPr/>
        <p:txBody>
          <a:bodyPr/>
          <a:lstStyle/>
          <a:p>
            <a:pPr/>
            <a:r>
              <a:t>Título de 01</a:t>
            </a:r>
          </a:p>
        </p:txBody>
      </p:sp>
      <p:sp>
        <p:nvSpPr>
          <p:cNvPr id="3" name="cuerpo_1"/>
          <p:cNvSpPr>
            <a:spLocks noGrp="1"/>
          </p:cNvSpPr>
          <p:nvPr>
            <p:ph type="body" idx="25" sz="quarter"/>
          </p:nvPr>
        </p:nvSpPr>
        <p:spPr/>
        <p:txBody>
          <a:bodyPr/>
          <a:lstStyle/>
          <a:p>
            <a:pPr/>
            <a:r>
              <a:t>Bloque 01. Texto de ejemplo que marca la</a:t>
            </a:r>
          </a:p>
        </p:txBody>
      </p:sp>
      <p:pic>
        <p:nvPicPr>
          <p:cNvPr id="4" name="imagen_1" descr="pro-terraza-paris.jpg"/>
          <p:cNvPicPr>
            <a:picLocks noGrp="1" noChangeAspect="1"/>
          </p:cNvPicPr>
          <p:nvPr>
            <p:ph type="pic" idx="26" sz="quarter"/>
          </p:nvPr>
        </p:nvPicPr>
        <p:blipFill>
          <a:blip r:embed="rId2"/>
          <a:srcRect l="30390" r="30390"/>
          <a:stretch>
            <a:fillRect/>
          </a:stretch>
        </p:blipFill>
        <p:spPr/>
      </p:pic>
      <p:sp>
        <p:nvSpPr>
          <p:cNvPr id="5" name="etiqueta_2"/>
          <p:cNvSpPr>
            <a:spLocks noGrp="1"/>
          </p:cNvSpPr>
          <p:nvPr>
            <p:ph type="body" idx="27" sz="quarter"/>
          </p:nvPr>
        </p:nvSpPr>
        <p:spPr/>
        <p:txBody>
          <a:bodyPr/>
          <a:lstStyle/>
          <a:p>
            <a:pPr/>
            <a:r>
              <a:t>Título de 02</a:t>
            </a:r>
          </a:p>
        </p:txBody>
      </p:sp>
      <p:sp>
        <p:nvSpPr>
          <p:cNvPr id="6" name="cuerpo_2"/>
          <p:cNvSpPr>
            <a:spLocks noGrp="1"/>
          </p:cNvSpPr>
          <p:nvPr>
            <p:ph type="body" idx="28" sz="quarter"/>
          </p:nvPr>
        </p:nvSpPr>
        <p:spPr/>
        <p:txBody>
          <a:bodyPr/>
          <a:lstStyle/>
          <a:p>
            <a:pPr/>
            <a:r>
              <a:t>Bloque 02. Sustitúyelo por el contenido</a:t>
            </a:r>
          </a:p>
        </p:txBody>
      </p:sp>
      <p:pic>
        <p:nvPicPr>
          <p:cNvPr id="7" name="imagen_2" descr="pro-terraza-paris.jpg"/>
          <p:cNvPicPr>
            <a:picLocks noGrp="1" noChangeAspect="1"/>
          </p:cNvPicPr>
          <p:nvPr>
            <p:ph type="pic" idx="29" sz="quarter"/>
          </p:nvPr>
        </p:nvPicPr>
        <p:blipFill>
          <a:blip r:embed="rId2"/>
          <a:srcRect l="30390" r="30390"/>
          <a:stretch>
            <a:fillRect/>
          </a:stretch>
        </p:blipFill>
        <p:spPr/>
      </p:pic>
      <p:sp>
        <p:nvSpPr>
          <p:cNvPr id="8" name="etiqueta_3"/>
          <p:cNvSpPr>
            <a:spLocks noGrp="1"/>
          </p:cNvSpPr>
          <p:nvPr>
            <p:ph type="body" idx="30" sz="quarter"/>
          </p:nvPr>
        </p:nvSpPr>
        <p:spPr/>
        <p:txBody>
          <a:bodyPr/>
          <a:lstStyle/>
          <a:p>
            <a:pPr/>
            <a:r>
              <a:t>Título del 03</a:t>
            </a:r>
          </a:p>
        </p:txBody>
      </p:sp>
      <p:sp>
        <p:nvSpPr>
          <p:cNvPr id="9" name="cuerpo_3"/>
          <p:cNvSpPr>
            <a:spLocks noGrp="1"/>
          </p:cNvSpPr>
          <p:nvPr>
            <p:ph type="body" idx="31" sz="quarter"/>
          </p:nvPr>
        </p:nvSpPr>
        <p:spPr/>
        <p:txBody>
          <a:bodyPr/>
          <a:lstStyle/>
          <a:p>
            <a:pPr/>
            <a:r>
              <a:t>Bloque 03. La longitud es orientativa y</a:t>
            </a:r>
          </a:p>
        </p:txBody>
      </p:sp>
      <p:pic>
        <p:nvPicPr>
          <p:cNvPr id="10" name="imagen_3" descr="pro-terraza-paris.jpg"/>
          <p:cNvPicPr>
            <a:picLocks noGrp="1" noChangeAspect="1"/>
          </p:cNvPicPr>
          <p:nvPr>
            <p:ph type="pic" idx="32" sz="quarter"/>
          </p:nvPr>
        </p:nvPicPr>
        <p:blipFill>
          <a:blip r:embed="rId2"/>
          <a:srcRect l="30390" r="30390"/>
          <a:stretch>
            <a:fillRect/>
          </a:stretch>
        </p:blipFill>
        <p:spPr/>
      </p:pic>
      <p:sp>
        <p:nvSpPr>
          <p:cNvPr id="11" name="titulo"/>
          <p:cNvSpPr>
            <a:spLocks noGrp="1"/>
          </p:cNvSpPr>
          <p:nvPr>
            <p:ph type="title"/>
          </p:nvPr>
        </p:nvSpPr>
        <p:spPr/>
        <p:txBody>
          <a:bodyPr/>
          <a:lstStyle/>
          <a:p>
            <a:pPr/>
            <a:r>
              <a:t>Título de sección compuesto en dos líneas</a:t>
            </a:r>
          </a:p>
        </p:txBody>
      </p:sp>
      <p:sp>
        <p:nvSpPr>
          <p:cNvPr id="12" name="antetitulo"/>
          <p:cNvSpPr>
            <a:spLocks noGrp="1"/>
          </p:cNvSpPr>
          <p:nvPr>
            <p:ph type="body" idx="33" sz="quarter"/>
          </p:nvPr>
        </p:nvSpPr>
        <p:spPr/>
        <p:txBody>
          <a:bodyPr/>
          <a:lstStyle/>
          <a:p>
            <a:pPr/>
            <a:r>
              <a:t>Capítulo I Subtítulo</a:t>
            </a:r>
          </a:p>
        </p:txBody>
      </p:sp>
      <p:sp>
        <p:nvSpPr>
          <p:cNvPr id="13"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pPr/>
          </a:p>
        </p:txBody>
      </p:sp>
      <p:sp>
        <p:nvSpPr>
          <p:cNvPr id="14"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tiqueta_1"/>
          <p:cNvSpPr>
            <a:spLocks noGrp="1"/>
          </p:cNvSpPr>
          <p:nvPr>
            <p:ph type="body" idx="24" sz="quarter"/>
          </p:nvPr>
        </p:nvSpPr>
        <p:spPr/>
        <p:txBody>
          <a:bodyPr/>
          <a:lstStyle/>
          <a:p>
            <a:pPr/>
            <a:r>
              <a:t>Título de 01</a:t>
            </a:r>
          </a:p>
        </p:txBody>
      </p:sp>
      <p:sp>
        <p:nvSpPr>
          <p:cNvPr id="3" name="cuerpo_1"/>
          <p:cNvSpPr>
            <a:spLocks noGrp="1"/>
          </p:cNvSpPr>
          <p:nvPr>
            <p:ph type="body" idx="25" sz="quarter"/>
          </p:nvPr>
        </p:nvSpPr>
        <p:spPr/>
        <p:txBody>
          <a:bodyPr/>
          <a:lstStyle/>
          <a:p>
            <a:pPr/>
            <a:r>
              <a:t>Bloque 01. Texto de ejemplo que marca la</a:t>
            </a:r>
          </a:p>
        </p:txBody>
      </p:sp>
      <p:pic>
        <p:nvPicPr>
          <p:cNvPr id="4" name="imagen_1" descr="pro-terraza-paris.jpg"/>
          <p:cNvPicPr>
            <a:picLocks noGrp="1" noChangeAspect="1"/>
          </p:cNvPicPr>
          <p:nvPr>
            <p:ph type="pic" idx="26" sz="quarter"/>
          </p:nvPr>
        </p:nvPicPr>
        <p:blipFill>
          <a:blip r:embed="rId2"/>
          <a:srcRect l="29677" r="29677"/>
          <a:stretch>
            <a:fillRect/>
          </a:stretch>
        </p:blipFill>
        <p:spPr/>
      </p:pic>
      <p:sp>
        <p:nvSpPr>
          <p:cNvPr id="5" name="etiqueta_2"/>
          <p:cNvSpPr>
            <a:spLocks noGrp="1"/>
          </p:cNvSpPr>
          <p:nvPr>
            <p:ph type="body" idx="27" sz="quarter"/>
          </p:nvPr>
        </p:nvSpPr>
        <p:spPr/>
        <p:txBody>
          <a:bodyPr/>
          <a:lstStyle/>
          <a:p>
            <a:pPr/>
            <a:r>
              <a:t>Título de 02</a:t>
            </a:r>
          </a:p>
        </p:txBody>
      </p:sp>
      <p:sp>
        <p:nvSpPr>
          <p:cNvPr id="6" name="cuerpo_2"/>
          <p:cNvSpPr>
            <a:spLocks noGrp="1"/>
          </p:cNvSpPr>
          <p:nvPr>
            <p:ph type="body" idx="28" sz="quarter"/>
          </p:nvPr>
        </p:nvSpPr>
        <p:spPr/>
        <p:txBody>
          <a:bodyPr/>
          <a:lstStyle/>
          <a:p>
            <a:pPr/>
            <a:r>
              <a:t>Bloque 02. Sustitúyelo por el contenido</a:t>
            </a:r>
          </a:p>
        </p:txBody>
      </p:sp>
      <p:pic>
        <p:nvPicPr>
          <p:cNvPr id="7" name="imagen_2" descr="pro-terraza-paris.jpg"/>
          <p:cNvPicPr>
            <a:picLocks noGrp="1" noChangeAspect="1"/>
          </p:cNvPicPr>
          <p:nvPr>
            <p:ph type="pic" idx="29" sz="quarter"/>
          </p:nvPr>
        </p:nvPicPr>
        <p:blipFill>
          <a:blip r:embed="rId2"/>
          <a:srcRect l="29677" r="29677"/>
          <a:stretch>
            <a:fillRect/>
          </a:stretch>
        </p:blipFill>
        <p:spPr/>
      </p:pic>
      <p:sp>
        <p:nvSpPr>
          <p:cNvPr id="8" name="etiqueta_3"/>
          <p:cNvSpPr>
            <a:spLocks noGrp="1"/>
          </p:cNvSpPr>
          <p:nvPr>
            <p:ph type="body" idx="30" sz="quarter"/>
          </p:nvPr>
        </p:nvSpPr>
        <p:spPr/>
        <p:txBody>
          <a:bodyPr/>
          <a:lstStyle/>
          <a:p>
            <a:pPr/>
            <a:r>
              <a:t>Título del 03</a:t>
            </a:r>
          </a:p>
        </p:txBody>
      </p:sp>
      <p:sp>
        <p:nvSpPr>
          <p:cNvPr id="9" name="cuerpo_3"/>
          <p:cNvSpPr>
            <a:spLocks noGrp="1"/>
          </p:cNvSpPr>
          <p:nvPr>
            <p:ph type="body" idx="31" sz="quarter"/>
          </p:nvPr>
        </p:nvSpPr>
        <p:spPr/>
        <p:txBody>
          <a:bodyPr/>
          <a:lstStyle/>
          <a:p>
            <a:pPr/>
            <a:r>
              <a:t>Bloque 03. La longitud es orientativa y</a:t>
            </a:r>
          </a:p>
        </p:txBody>
      </p:sp>
      <p:pic>
        <p:nvPicPr>
          <p:cNvPr id="10" name="imagen_3" descr="pro-terraza-paris.jpg"/>
          <p:cNvPicPr>
            <a:picLocks noGrp="1" noChangeAspect="1"/>
          </p:cNvPicPr>
          <p:nvPr>
            <p:ph type="pic" idx="32" sz="quarter"/>
          </p:nvPr>
        </p:nvPicPr>
        <p:blipFill>
          <a:blip r:embed="rId2"/>
          <a:srcRect l="29677" r="29677"/>
          <a:stretch>
            <a:fillRect/>
          </a:stretch>
        </p:blipFill>
        <p:spPr/>
      </p:pic>
      <p:sp>
        <p:nvSpPr>
          <p:cNvPr id="11" name="titulo"/>
          <p:cNvSpPr>
            <a:spLocks noGrp="1"/>
          </p:cNvSpPr>
          <p:nvPr>
            <p:ph type="title"/>
          </p:nvPr>
        </p:nvSpPr>
        <p:spPr/>
        <p:txBody>
          <a:bodyPr/>
          <a:lstStyle/>
          <a:p>
            <a:pPr/>
            <a:r>
              <a:t>Título de sección compuesto en dos líneas</a:t>
            </a:r>
          </a:p>
        </p:txBody>
      </p:sp>
      <p:sp>
        <p:nvSpPr>
          <p:cNvPr id="12" name="antetitulo"/>
          <p:cNvSpPr>
            <a:spLocks noGrp="1"/>
          </p:cNvSpPr>
          <p:nvPr>
            <p:ph type="body" idx="33" sz="quarter"/>
          </p:nvPr>
        </p:nvSpPr>
        <p:spPr/>
        <p:txBody>
          <a:bodyPr/>
          <a:lstStyle/>
          <a:p>
            <a:pPr/>
            <a:r>
              <a:t>Capítulo I Subtítulo</a:t>
            </a:r>
          </a:p>
        </p:txBody>
      </p:sp>
      <p:sp>
        <p:nvSpPr>
          <p:cNvPr id="13"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pPr/>
          </a:p>
        </p:txBody>
      </p:sp>
      <p:sp>
        <p:nvSpPr>
          <p:cNvPr id="14"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tiqueta_1"/>
          <p:cNvSpPr>
            <a:spLocks noGrp="1"/>
          </p:cNvSpPr>
          <p:nvPr>
            <p:ph type="body" idx="24" sz="quarter"/>
          </p:nvPr>
        </p:nvSpPr>
        <p:spPr/>
        <p:txBody>
          <a:bodyPr/>
          <a:lstStyle/>
          <a:p>
            <a:pPr/>
            <a:r>
              <a:t>Título de 01</a:t>
            </a:r>
          </a:p>
        </p:txBody>
      </p:sp>
      <p:sp>
        <p:nvSpPr>
          <p:cNvPr id="3" name="cuerpo_1"/>
          <p:cNvSpPr>
            <a:spLocks noGrp="1"/>
          </p:cNvSpPr>
          <p:nvPr>
            <p:ph type="body" idx="25" sz="quarter"/>
          </p:nvPr>
        </p:nvSpPr>
        <p:spPr/>
        <p:txBody>
          <a:bodyPr/>
          <a:lstStyle/>
          <a:p>
            <a:pPr/>
            <a:r>
              <a:t>Bloque 01. Texto de ejemplo que marca la</a:t>
            </a:r>
          </a:p>
        </p:txBody>
      </p:sp>
      <p:pic>
        <p:nvPicPr>
          <p:cNvPr id="4" name="imagen_1" descr="pro-terraza-paris.jpg"/>
          <p:cNvPicPr>
            <a:picLocks noGrp="1" noChangeAspect="1"/>
          </p:cNvPicPr>
          <p:nvPr>
            <p:ph type="pic" idx="26" sz="quarter"/>
          </p:nvPr>
        </p:nvPicPr>
        <p:blipFill>
          <a:blip r:embed="rId2"/>
          <a:srcRect l="29677" r="29677"/>
          <a:stretch>
            <a:fillRect/>
          </a:stretch>
        </p:blipFill>
        <p:spPr/>
      </p:pic>
      <p:sp>
        <p:nvSpPr>
          <p:cNvPr id="5" name="etiqueta_2"/>
          <p:cNvSpPr>
            <a:spLocks noGrp="1"/>
          </p:cNvSpPr>
          <p:nvPr>
            <p:ph type="body" idx="27" sz="quarter"/>
          </p:nvPr>
        </p:nvSpPr>
        <p:spPr/>
        <p:txBody>
          <a:bodyPr/>
          <a:lstStyle/>
          <a:p>
            <a:pPr/>
            <a:r>
              <a:t>Título de 02</a:t>
            </a:r>
          </a:p>
        </p:txBody>
      </p:sp>
      <p:sp>
        <p:nvSpPr>
          <p:cNvPr id="6" name="cuerpo_2"/>
          <p:cNvSpPr>
            <a:spLocks noGrp="1"/>
          </p:cNvSpPr>
          <p:nvPr>
            <p:ph type="body" idx="28" sz="quarter"/>
          </p:nvPr>
        </p:nvSpPr>
        <p:spPr/>
        <p:txBody>
          <a:bodyPr/>
          <a:lstStyle/>
          <a:p>
            <a:pPr/>
            <a:r>
              <a:t>Bloque 02. Sustitúyelo por el contenido</a:t>
            </a:r>
          </a:p>
        </p:txBody>
      </p:sp>
      <p:pic>
        <p:nvPicPr>
          <p:cNvPr id="7" name="imagen_2" descr="pro-terraza-paris.jpg"/>
          <p:cNvPicPr>
            <a:picLocks noGrp="1" noChangeAspect="1"/>
          </p:cNvPicPr>
          <p:nvPr>
            <p:ph type="pic" idx="29" sz="quarter"/>
          </p:nvPr>
        </p:nvPicPr>
        <p:blipFill>
          <a:blip r:embed="rId2"/>
          <a:srcRect l="29677" r="29677"/>
          <a:stretch>
            <a:fillRect/>
          </a:stretch>
        </p:blipFill>
        <p:spPr/>
      </p:pic>
      <p:sp>
        <p:nvSpPr>
          <p:cNvPr id="8" name="etiqueta_3"/>
          <p:cNvSpPr>
            <a:spLocks noGrp="1"/>
          </p:cNvSpPr>
          <p:nvPr>
            <p:ph type="body" idx="30" sz="quarter"/>
          </p:nvPr>
        </p:nvSpPr>
        <p:spPr/>
        <p:txBody>
          <a:bodyPr/>
          <a:lstStyle/>
          <a:p>
            <a:pPr/>
            <a:r>
              <a:t>Título del 03</a:t>
            </a:r>
          </a:p>
        </p:txBody>
      </p:sp>
      <p:sp>
        <p:nvSpPr>
          <p:cNvPr id="9" name="cuerpo_3"/>
          <p:cNvSpPr>
            <a:spLocks noGrp="1"/>
          </p:cNvSpPr>
          <p:nvPr>
            <p:ph type="body" idx="31" sz="quarter"/>
          </p:nvPr>
        </p:nvSpPr>
        <p:spPr/>
        <p:txBody>
          <a:bodyPr/>
          <a:lstStyle/>
          <a:p>
            <a:pPr/>
            <a:r>
              <a:t>Bloque 03. La longitud es orientativa y</a:t>
            </a:r>
          </a:p>
        </p:txBody>
      </p:sp>
      <p:pic>
        <p:nvPicPr>
          <p:cNvPr id="10" name="imagen_3" descr="pro-terraza-paris.jpg"/>
          <p:cNvPicPr>
            <a:picLocks noGrp="1" noChangeAspect="1"/>
          </p:cNvPicPr>
          <p:nvPr>
            <p:ph type="pic" idx="32" sz="quarter"/>
          </p:nvPr>
        </p:nvPicPr>
        <p:blipFill>
          <a:blip r:embed="rId2"/>
          <a:srcRect l="29677" r="29677"/>
          <a:stretch>
            <a:fillRect/>
          </a:stretch>
        </p:blipFill>
        <p:spPr/>
      </p:pic>
      <p:sp>
        <p:nvSpPr>
          <p:cNvPr id="11" name="titulo"/>
          <p:cNvSpPr>
            <a:spLocks noGrp="1"/>
          </p:cNvSpPr>
          <p:nvPr>
            <p:ph type="title"/>
          </p:nvPr>
        </p:nvSpPr>
        <p:spPr/>
        <p:txBody>
          <a:bodyPr/>
          <a:lstStyle/>
          <a:p>
            <a:pPr/>
            <a:r>
              <a:t>Título de sección compuesto en dos líneas</a:t>
            </a:r>
          </a:p>
        </p:txBody>
      </p:sp>
      <p:sp>
        <p:nvSpPr>
          <p:cNvPr id="12" name="antetitulo"/>
          <p:cNvSpPr>
            <a:spLocks noGrp="1"/>
          </p:cNvSpPr>
          <p:nvPr>
            <p:ph type="body" idx="33" sz="quarter"/>
          </p:nvPr>
        </p:nvSpPr>
        <p:spPr/>
        <p:txBody>
          <a:bodyPr/>
          <a:lstStyle/>
          <a:p>
            <a:pPr/>
            <a:r>
              <a:t>Capítulo I Subtítulo</a:t>
            </a:r>
          </a:p>
        </p:txBody>
      </p:sp>
      <p:sp>
        <p:nvSpPr>
          <p:cNvPr id="13" name="etiqueta_4"/>
          <p:cNvSpPr>
            <a:spLocks noGrp="1"/>
          </p:cNvSpPr>
          <p:nvPr>
            <p:ph type="body" idx="34" sz="quarter"/>
          </p:nvPr>
        </p:nvSpPr>
        <p:spPr/>
        <p:txBody>
          <a:bodyPr/>
          <a:lstStyle/>
          <a:p>
            <a:pPr/>
            <a:r>
              <a:t>Bloque 04</a:t>
            </a:r>
          </a:p>
        </p:txBody>
      </p:sp>
      <p:sp>
        <p:nvSpPr>
          <p:cNvPr id="14" name="cuerpo_4"/>
          <p:cNvSpPr>
            <a:spLocks noGrp="1"/>
          </p:cNvSpPr>
          <p:nvPr>
            <p:ph type="body" idx="35" sz="quarter"/>
          </p:nvPr>
        </p:nvSpPr>
        <p:spPr/>
        <p:txBody>
          <a:bodyPr/>
          <a:lstStyle/>
          <a:p>
            <a:pPr/>
            <a:r>
              <a:t>Bloque 04. Mantén frases cortas y una</a:t>
            </a:r>
          </a:p>
        </p:txBody>
      </p:sp>
      <p:pic>
        <p:nvPicPr>
          <p:cNvPr id="15" name="imagen_4" descr="pro-terraza-paris.jpg"/>
          <p:cNvPicPr>
            <a:picLocks noGrp="1" noChangeAspect="1"/>
          </p:cNvPicPr>
          <p:nvPr>
            <p:ph type="pic" idx="36" sz="quarter"/>
          </p:nvPr>
        </p:nvPicPr>
        <p:blipFill>
          <a:blip r:embed="rId2"/>
          <a:srcRect l="29677" r="29677"/>
          <a:stretch>
            <a:fillRect/>
          </a:stretch>
        </p:blipFill>
        <p:spPr/>
      </p:pic>
      <p:sp>
        <p:nvSpPr>
          <p:cNvPr id="16" name="Footer Placeholder 3">
            <a:extLst>
              <a:ext uri="{FF2B5EF4-FFF2-40B4-BE49-F238E27FC236}">
                <a16:creationId xmlns:a16="http://schemas.microsoft.com/office/drawing/2014/main" id="{ADA3FD87-B647-5E78-8088-3E06ABC1D343}"/>
              </a:ext>
            </a:extLst>
          </p:cNvPr>
          <p:cNvSpPr>
            <a:spLocks noGrp="1" noRot="1" noMove="1" noResize="1" noEditPoints="1" noAdjustHandles="1" noChangeArrowheads="1" noChangeShapeType="1"/>
          </p:cNvSpPr>
          <p:nvPr>
            <p:ph type="ftr" sz="quarter" idx="11"/>
          </p:nvPr>
        </p:nvSpPr>
        <p:spPr/>
        <p:txBody>
          <a:bodyPr/>
          <a:lstStyle/>
          <a:p>
            <a:pPr/>
          </a:p>
        </p:txBody>
      </p:sp>
      <p:sp>
        <p:nvSpPr>
          <p:cNvPr id="17" name="Slide Number Placeholder 4">
            <a:extLst>
              <a:ext uri="{FF2B5EF4-FFF2-40B4-BE49-F238E27FC236}">
                <a16:creationId xmlns:a16="http://schemas.microsoft.com/office/drawing/2014/main" id="{2F444865-5BCE-2334-60F8-49A5772A8A97}"/>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a:t>
            </a:r>
          </a:p>
        </p:txBody>
      </p:sp>
      <p:sp>
        <p:nvSpPr>
          <p:cNvPr id="3" name="antetitulo"/>
          <p:cNvSpPr>
            <a:spLocks noGrp="1"/>
          </p:cNvSpPr>
          <p:nvPr>
            <p:ph type="body" idx="33" sz="quarter"/>
          </p:nvPr>
        </p:nvSpPr>
        <p:spPr/>
        <p:txBody>
          <a:bodyPr/>
          <a:lstStyle/>
          <a:p>
            <a:pPr/>
            <a:r>
              <a:t>Capítulo I Subtítulo</a:t>
            </a:r>
          </a:p>
        </p:txBody>
      </p:sp>
      <p:sp>
        <p:nvSpPr>
          <p:cNvPr id="4" name="subtitulo"/>
          <p:cNvSpPr>
            <a:spLocks noGrp="1"/>
          </p:cNvSpPr>
          <p:nvPr>
            <p:ph idx="1"/>
          </p:nvPr>
        </p:nvSpPr>
        <p:spPr/>
        <p:txBody>
          <a:bodyPr/>
          <a:lstStyle/>
          <a:p>
            <a:pPr/>
            <a:r>
              <a:t>Bajada que amplía el titular en una línea</a:t>
            </a:r>
          </a:p>
        </p:txBody>
      </p:sp>
      <p:pic>
        <p:nvPicPr>
          <p:cNvPr id="5" name="imagen_1" descr="pro-terraza-paris.jpg"/>
          <p:cNvPicPr>
            <a:picLocks noGrp="1" noChangeAspect="1"/>
          </p:cNvPicPr>
          <p:nvPr>
            <p:ph type="pic" idx="20" sz="quarter"/>
          </p:nvPr>
        </p:nvPicPr>
        <p:blipFill>
          <a:blip r:embed="rId2"/>
          <a:srcRect l="28409" r="28409"/>
          <a:stretch>
            <a:fillRect/>
          </a:stretch>
        </p:blipFill>
        <p:spPr/>
      </p:pic>
      <p:pic>
        <p:nvPicPr>
          <p:cNvPr id="6" name="imagen_2" descr="pro-terraza-paris.jpg"/>
          <p:cNvPicPr>
            <a:picLocks noGrp="1" noChangeAspect="1"/>
          </p:cNvPicPr>
          <p:nvPr>
            <p:ph type="pic" idx="46" sz="quarter"/>
          </p:nvPr>
        </p:nvPicPr>
        <p:blipFill>
          <a:blip r:embed="rId2"/>
          <a:srcRect l="28409" r="28409"/>
          <a:stretch>
            <a:fillRect/>
          </a:stretch>
        </p:blipFill>
        <p:spPr/>
      </p:pic>
      <p:pic>
        <p:nvPicPr>
          <p:cNvPr id="7" name="imagen_3" descr="pro-terraza-paris.jpg"/>
          <p:cNvPicPr>
            <a:picLocks noGrp="1" noChangeAspect="1"/>
          </p:cNvPicPr>
          <p:nvPr>
            <p:ph type="pic" idx="47" sz="quarter"/>
          </p:nvPr>
        </p:nvPicPr>
        <p:blipFill>
          <a:blip r:embed="rId2"/>
          <a:srcRect l="28409" r="28409"/>
          <a:stretch>
            <a:fillRect/>
          </a:stretch>
        </p:blipFill>
        <p:spPr/>
      </p:pic>
      <p:pic>
        <p:nvPicPr>
          <p:cNvPr id="8" name="imagen_4" descr="pro-terraza-paris.jpg"/>
          <p:cNvPicPr>
            <a:picLocks noGrp="1" noChangeAspect="1"/>
          </p:cNvPicPr>
          <p:nvPr>
            <p:ph type="pic" idx="48" sz="quarter"/>
          </p:nvPr>
        </p:nvPicPr>
        <p:blipFill>
          <a:blip r:embed="rId2"/>
          <a:srcRect l="28409" r="28409"/>
          <a:stretch>
            <a:fillRect/>
          </a:stretch>
        </p:blipFill>
        <p:spPr/>
      </p:pic>
      <p:pic>
        <p:nvPicPr>
          <p:cNvPr id="9" name="imagen_5" descr="pro-terraza-paris.jpg"/>
          <p:cNvPicPr>
            <a:picLocks noGrp="1" noChangeAspect="1"/>
          </p:cNvPicPr>
          <p:nvPr>
            <p:ph type="pic" idx="49" sz="quarter"/>
          </p:nvPr>
        </p:nvPicPr>
        <p:blipFill>
          <a:blip r:embed="rId2"/>
          <a:srcRect l="28409" r="28409"/>
          <a:stretch>
            <a:fillRect/>
          </a:stretch>
        </p:blipFill>
        <p:spPr/>
      </p:pic>
      <p:pic>
        <p:nvPicPr>
          <p:cNvPr id="10" name="imagen_6" descr="pro-terraza-paris.jpg"/>
          <p:cNvPicPr>
            <a:picLocks noGrp="1" noChangeAspect="1"/>
          </p:cNvPicPr>
          <p:nvPr>
            <p:ph type="pic" idx="50" sz="quarter"/>
          </p:nvPr>
        </p:nvPicPr>
        <p:blipFill>
          <a:blip r:embed="rId2"/>
          <a:srcRect l="28409" r="28409"/>
          <a:stretch>
            <a:fillRect/>
          </a:stretch>
        </p:blipFill>
        <p:spPr/>
      </p:pic>
      <p:pic>
        <p:nvPicPr>
          <p:cNvPr id="11" name="imagen_7" descr="pro-terraza-paris.jpg"/>
          <p:cNvPicPr>
            <a:picLocks noGrp="1" noChangeAspect="1"/>
          </p:cNvPicPr>
          <p:nvPr>
            <p:ph type="pic" idx="51" sz="quarter"/>
          </p:nvPr>
        </p:nvPicPr>
        <p:blipFill>
          <a:blip r:embed="rId2"/>
          <a:srcRect l="28409" r="28409"/>
          <a:stretch>
            <a:fillRect/>
          </a:stretch>
        </p:blipFill>
        <p:spPr/>
      </p:pic>
      <p:pic>
        <p:nvPicPr>
          <p:cNvPr id="12" name="imagen_8" descr="pro-terraza-paris.jpg"/>
          <p:cNvPicPr>
            <a:picLocks noGrp="1" noChangeAspect="1"/>
          </p:cNvPicPr>
          <p:nvPr>
            <p:ph type="pic" idx="52" sz="quarter"/>
          </p:nvPr>
        </p:nvPicPr>
        <p:blipFill>
          <a:blip r:embed="rId2"/>
          <a:srcRect l="28409" r="28409"/>
          <a:stretch>
            <a:fillRect/>
          </a:stretch>
        </p:blipFill>
        <p:spPr/>
      </p:pic>
      <p:pic>
        <p:nvPicPr>
          <p:cNvPr id="13" name="imagen_9" descr="pro-terraza-paris.jpg"/>
          <p:cNvPicPr>
            <a:picLocks noGrp="1" noChangeAspect="1"/>
          </p:cNvPicPr>
          <p:nvPr>
            <p:ph type="pic" idx="53" sz="quarter"/>
          </p:nvPr>
        </p:nvPicPr>
        <p:blipFill>
          <a:blip r:embed="rId2"/>
          <a:srcRect l="28409" r="28409"/>
          <a:stretch>
            <a:fillRect/>
          </a:stretch>
        </p:blipFill>
        <p:spPr/>
      </p:pic>
      <p:pic>
        <p:nvPicPr>
          <p:cNvPr id="14" name="imagen_10" descr="pro-terraza-paris.jpg"/>
          <p:cNvPicPr>
            <a:picLocks noGrp="1" noChangeAspect="1"/>
          </p:cNvPicPr>
          <p:nvPr>
            <p:ph type="pic" idx="54" sz="quarter"/>
          </p:nvPr>
        </p:nvPicPr>
        <p:blipFill>
          <a:blip r:embed="rId2"/>
          <a:srcRect l="28409" r="28409"/>
          <a:stretch>
            <a:fillRect/>
          </a:stretch>
        </p:blipFill>
        <p:spPr/>
      </p:pic>
      <p:pic>
        <p:nvPicPr>
          <p:cNvPr id="15" name="imagen_11" descr="pro-terraza-paris.jpg"/>
          <p:cNvPicPr>
            <a:picLocks noGrp="1" noChangeAspect="1"/>
          </p:cNvPicPr>
          <p:nvPr>
            <p:ph type="pic" idx="55" sz="quarter"/>
          </p:nvPr>
        </p:nvPicPr>
        <p:blipFill>
          <a:blip r:embed="rId2"/>
          <a:srcRect l="28409" r="28409"/>
          <a:stretch>
            <a:fillRect/>
          </a:stretch>
        </p:blipFill>
        <p:spPr/>
      </p:pic>
      <p:pic>
        <p:nvPicPr>
          <p:cNvPr id="16" name="imagen_12" descr="pro-terraza-paris.jpg"/>
          <p:cNvPicPr>
            <a:picLocks noGrp="1" noChangeAspect="1"/>
          </p:cNvPicPr>
          <p:nvPr>
            <p:ph type="pic" idx="56" sz="quarter"/>
          </p:nvPr>
        </p:nvPicPr>
        <p:blipFill>
          <a:blip r:embed="rId2"/>
          <a:srcRect l="28409" r="28409"/>
          <a:stretch>
            <a:fillRect/>
          </a:stretch>
        </p:blipFill>
        <p:spPr/>
      </p:pic>
      <p:sp>
        <p:nvSpPr>
          <p:cNvPr id="17"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pPr/>
          </a:p>
        </p:txBody>
      </p:sp>
      <p:sp>
        <p:nvSpPr>
          <p:cNvPr id="18"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a:t>
            </a:r>
          </a:p>
        </p:txBody>
      </p:sp>
      <p:sp>
        <p:nvSpPr>
          <p:cNvPr id="3" name="antetitulo"/>
          <p:cNvSpPr>
            <a:spLocks noGrp="1"/>
          </p:cNvSpPr>
          <p:nvPr>
            <p:ph type="body" idx="33" sz="quarter"/>
          </p:nvPr>
        </p:nvSpPr>
        <p:spPr/>
        <p:txBody>
          <a:bodyPr/>
          <a:lstStyle/>
          <a:p>
            <a:pPr/>
            <a:r>
              <a:t>Capítulo I Subtítulo</a:t>
            </a:r>
          </a:p>
        </p:txBody>
      </p:sp>
      <p:sp>
        <p:nvSpPr>
          <p:cNvPr id="4" name="subtitulo"/>
          <p:cNvSpPr>
            <a:spLocks noGrp="1"/>
          </p:cNvSpPr>
          <p:nvPr>
            <p:ph idx="1"/>
          </p:nvPr>
        </p:nvSpPr>
        <p:spPr/>
        <p:txBody>
          <a:bodyPr/>
          <a:lstStyle/>
          <a:p>
            <a:pPr/>
            <a:r>
              <a:t>Bajada que amplía el titular en una línea</a:t>
            </a:r>
          </a:p>
        </p:txBody>
      </p:sp>
      <p:pic>
        <p:nvPicPr>
          <p:cNvPr id="5" name="imagen_1" descr="pro-terraza-paris.jpg"/>
          <p:cNvPicPr>
            <a:picLocks noGrp="1" noChangeAspect="1"/>
          </p:cNvPicPr>
          <p:nvPr>
            <p:ph type="pic" idx="20" sz="quarter"/>
          </p:nvPr>
        </p:nvPicPr>
        <p:blipFill>
          <a:blip r:embed="rId2"/>
          <a:srcRect l="28409" r="28409"/>
          <a:stretch>
            <a:fillRect/>
          </a:stretch>
        </p:blipFill>
        <p:spPr/>
      </p:pic>
      <p:pic>
        <p:nvPicPr>
          <p:cNvPr id="6" name="imagen_2" descr="pro-terraza-paris.jpg"/>
          <p:cNvPicPr>
            <a:picLocks noGrp="1" noChangeAspect="1"/>
          </p:cNvPicPr>
          <p:nvPr>
            <p:ph type="pic" idx="47" sz="quarter"/>
          </p:nvPr>
        </p:nvPicPr>
        <p:blipFill>
          <a:blip r:embed="rId2"/>
          <a:srcRect l="28409" r="28409"/>
          <a:stretch>
            <a:fillRect/>
          </a:stretch>
        </p:blipFill>
        <p:spPr/>
      </p:pic>
      <p:pic>
        <p:nvPicPr>
          <p:cNvPr id="7" name="imagen_3" descr="pro-terraza-paris.jpg"/>
          <p:cNvPicPr>
            <a:picLocks noGrp="1" noChangeAspect="1"/>
          </p:cNvPicPr>
          <p:nvPr>
            <p:ph type="pic" idx="49" sz="quarter"/>
          </p:nvPr>
        </p:nvPicPr>
        <p:blipFill>
          <a:blip r:embed="rId2"/>
          <a:srcRect l="28409" r="28409"/>
          <a:stretch>
            <a:fillRect/>
          </a:stretch>
        </p:blipFill>
        <p:spPr/>
      </p:pic>
      <p:pic>
        <p:nvPicPr>
          <p:cNvPr id="8" name="imagen_4" descr="pro-terraza-paris.jpg"/>
          <p:cNvPicPr>
            <a:picLocks noGrp="1" noChangeAspect="1"/>
          </p:cNvPicPr>
          <p:nvPr>
            <p:ph type="pic" idx="51" sz="quarter"/>
          </p:nvPr>
        </p:nvPicPr>
        <p:blipFill>
          <a:blip r:embed="rId2"/>
          <a:srcRect l="28409" r="28409"/>
          <a:stretch>
            <a:fillRect/>
          </a:stretch>
        </p:blipFill>
        <p:spPr/>
      </p:pic>
      <p:pic>
        <p:nvPicPr>
          <p:cNvPr id="9" name="imagen_5" descr="pro-terraza-paris.jpg"/>
          <p:cNvPicPr>
            <a:picLocks noGrp="1" noChangeAspect="1"/>
          </p:cNvPicPr>
          <p:nvPr>
            <p:ph type="pic" idx="53" sz="quarter"/>
          </p:nvPr>
        </p:nvPicPr>
        <p:blipFill>
          <a:blip r:embed="rId2"/>
          <a:srcRect l="28409" r="28409"/>
          <a:stretch>
            <a:fillRect/>
          </a:stretch>
        </p:blipFill>
        <p:spPr/>
      </p:pic>
      <p:pic>
        <p:nvPicPr>
          <p:cNvPr id="10" name="imagen_6" descr="pro-terraza-paris.jpg"/>
          <p:cNvPicPr>
            <a:picLocks noGrp="1" noChangeAspect="1"/>
          </p:cNvPicPr>
          <p:nvPr>
            <p:ph type="pic" idx="55" sz="quarter"/>
          </p:nvPr>
        </p:nvPicPr>
        <p:blipFill>
          <a:blip r:embed="rId2"/>
          <a:srcRect l="28409" r="28409"/>
          <a:stretch>
            <a:fillRect/>
          </a:stretch>
        </p:blipFill>
        <p:spPr/>
      </p:pic>
      <p:sp>
        <p:nvSpPr>
          <p:cNvPr id="11" name="cuerpo_1"/>
          <p:cNvSpPr>
            <a:spLocks noGrp="1"/>
          </p:cNvSpPr>
          <p:nvPr>
            <p:ph type="body" idx="15" sz="quarter"/>
          </p:nvPr>
        </p:nvSpPr>
        <p:spPr/>
        <p:txBody>
          <a:bodyPr/>
          <a:lstStyle/>
          <a:p>
            <a:pPr/>
            <a:r>
              <a:t>Bloque 01. Texto de ejemplo que marca la extensión</a:t>
            </a:r>
          </a:p>
        </p:txBody>
      </p:sp>
      <p:sp>
        <p:nvSpPr>
          <p:cNvPr id="12" name="etiqueta_1"/>
          <p:cNvSpPr>
            <a:spLocks noGrp="1"/>
          </p:cNvSpPr>
          <p:nvPr>
            <p:ph type="body" idx="16" sz="quarter"/>
          </p:nvPr>
        </p:nvSpPr>
        <p:spPr/>
        <p:txBody>
          <a:bodyPr/>
          <a:lstStyle/>
          <a:p>
            <a:pPr/>
            <a:r>
              <a:t>Título de 01</a:t>
            </a:r>
          </a:p>
        </p:txBody>
      </p:sp>
      <p:sp>
        <p:nvSpPr>
          <p:cNvPr id="13" name="cuerpo_4"/>
          <p:cNvSpPr>
            <a:spLocks noGrp="1"/>
          </p:cNvSpPr>
          <p:nvPr>
            <p:ph type="body" idx="56" sz="quarter"/>
          </p:nvPr>
        </p:nvSpPr>
        <p:spPr/>
        <p:txBody>
          <a:bodyPr/>
          <a:lstStyle/>
          <a:p>
            <a:pPr/>
            <a:r>
              <a:t>Bloque 04. Mantén frases cortas y una sola idea por</a:t>
            </a:r>
          </a:p>
        </p:txBody>
      </p:sp>
      <p:sp>
        <p:nvSpPr>
          <p:cNvPr id="14" name="etiqueta_4"/>
          <p:cNvSpPr>
            <a:spLocks noGrp="1"/>
          </p:cNvSpPr>
          <p:nvPr>
            <p:ph type="body" idx="57" sz="quarter"/>
          </p:nvPr>
        </p:nvSpPr>
        <p:spPr/>
        <p:txBody>
          <a:bodyPr/>
          <a:lstStyle/>
          <a:p>
            <a:pPr/>
            <a:r>
              <a:t>Dato 04</a:t>
            </a:r>
          </a:p>
        </p:txBody>
      </p:sp>
      <p:sp>
        <p:nvSpPr>
          <p:cNvPr id="15" name="cuerpo_2"/>
          <p:cNvSpPr>
            <a:spLocks noGrp="1"/>
          </p:cNvSpPr>
          <p:nvPr>
            <p:ph type="body" idx="58" sz="quarter"/>
          </p:nvPr>
        </p:nvSpPr>
        <p:spPr/>
        <p:txBody>
          <a:bodyPr/>
          <a:lstStyle/>
          <a:p>
            <a:pPr/>
            <a:r>
              <a:t>Bloque 02. Sustitúyelo por el contenido real antes de</a:t>
            </a:r>
          </a:p>
        </p:txBody>
      </p:sp>
      <p:sp>
        <p:nvSpPr>
          <p:cNvPr id="16" name="etiqueta_2"/>
          <p:cNvSpPr>
            <a:spLocks noGrp="1"/>
          </p:cNvSpPr>
          <p:nvPr>
            <p:ph type="body" idx="59" sz="quarter"/>
          </p:nvPr>
        </p:nvSpPr>
        <p:spPr/>
        <p:txBody>
          <a:bodyPr/>
          <a:lstStyle/>
          <a:p>
            <a:pPr/>
            <a:r>
              <a:t>Título de 02</a:t>
            </a:r>
          </a:p>
        </p:txBody>
      </p:sp>
      <p:sp>
        <p:nvSpPr>
          <p:cNvPr id="17" name="cuerpo_5"/>
          <p:cNvSpPr>
            <a:spLocks noGrp="1"/>
          </p:cNvSpPr>
          <p:nvPr>
            <p:ph type="body" idx="60" sz="quarter"/>
          </p:nvPr>
        </p:nvSpPr>
        <p:spPr/>
        <p:txBody>
          <a:bodyPr/>
          <a:lstStyle/>
          <a:p>
            <a:pPr/>
            <a:r>
              <a:t>Bloque 05. Revisa la jerarquía tipográfica antes de dar la</a:t>
            </a:r>
          </a:p>
        </p:txBody>
      </p:sp>
      <p:sp>
        <p:nvSpPr>
          <p:cNvPr id="18" name="etiqueta_5"/>
          <p:cNvSpPr>
            <a:spLocks noGrp="1"/>
          </p:cNvSpPr>
          <p:nvPr>
            <p:ph type="body" idx="61" sz="quarter"/>
          </p:nvPr>
        </p:nvSpPr>
        <p:spPr/>
        <p:txBody>
          <a:bodyPr/>
          <a:lstStyle/>
          <a:p>
            <a:pPr/>
            <a:r>
              <a:t>Nombre de la 05</a:t>
            </a:r>
          </a:p>
        </p:txBody>
      </p:sp>
      <p:sp>
        <p:nvSpPr>
          <p:cNvPr id="19" name="cuerpo_3"/>
          <p:cNvSpPr>
            <a:spLocks noGrp="1"/>
          </p:cNvSpPr>
          <p:nvPr>
            <p:ph type="body" idx="62" sz="quarter"/>
          </p:nvPr>
        </p:nvSpPr>
        <p:spPr/>
        <p:txBody>
          <a:bodyPr/>
          <a:lstStyle/>
          <a:p>
            <a:pPr/>
            <a:r>
              <a:t>Bloque 03. La longitud es orientativa y evita que el texto</a:t>
            </a:r>
          </a:p>
        </p:txBody>
      </p:sp>
      <p:sp>
        <p:nvSpPr>
          <p:cNvPr id="20" name="etiqueta_3"/>
          <p:cNvSpPr>
            <a:spLocks noGrp="1"/>
          </p:cNvSpPr>
          <p:nvPr>
            <p:ph type="body" idx="63" sz="quarter"/>
          </p:nvPr>
        </p:nvSpPr>
        <p:spPr/>
        <p:txBody>
          <a:bodyPr/>
          <a:lstStyle/>
          <a:p>
            <a:pPr/>
            <a:r>
              <a:t>Título del 03</a:t>
            </a:r>
          </a:p>
        </p:txBody>
      </p:sp>
      <p:sp>
        <p:nvSpPr>
          <p:cNvPr id="21" name="cuerpo_6"/>
          <p:cNvSpPr>
            <a:spLocks noGrp="1"/>
          </p:cNvSpPr>
          <p:nvPr>
            <p:ph type="body" idx="64" sz="quarter"/>
          </p:nvPr>
        </p:nvSpPr>
        <p:spPr/>
        <p:txBody>
          <a:bodyPr/>
          <a:lstStyle/>
          <a:p>
            <a:pPr/>
            <a:r>
              <a:t>Bloque 06. Cada bloque debería poder leerse de un vistazo</a:t>
            </a:r>
          </a:p>
        </p:txBody>
      </p:sp>
      <p:sp>
        <p:nvSpPr>
          <p:cNvPr id="22" name="etiqueta_6"/>
          <p:cNvSpPr>
            <a:spLocks noGrp="1"/>
          </p:cNvSpPr>
          <p:nvPr>
            <p:ph type="body" idx="65" sz="quarter"/>
          </p:nvPr>
        </p:nvSpPr>
        <p:spPr/>
        <p:txBody>
          <a:bodyPr/>
          <a:lstStyle/>
          <a:p>
            <a:pPr/>
            <a:r>
              <a:t>Título del 06</a:t>
            </a:r>
          </a:p>
        </p:txBody>
      </p:sp>
      <p:sp>
        <p:nvSpPr>
          <p:cNvPr id="23"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pPr/>
          </a:p>
        </p:txBody>
      </p:sp>
      <p:sp>
        <p:nvSpPr>
          <p:cNvPr id="24"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a:t>
            </a:r>
          </a:p>
        </p:txBody>
      </p:sp>
      <p:sp>
        <p:nvSpPr>
          <p:cNvPr id="3" name="antetitulo"/>
          <p:cNvSpPr>
            <a:spLocks noGrp="1"/>
          </p:cNvSpPr>
          <p:nvPr>
            <p:ph type="body" idx="33" sz="quarter"/>
          </p:nvPr>
        </p:nvSpPr>
        <p:spPr/>
        <p:txBody>
          <a:bodyPr/>
          <a:lstStyle/>
          <a:p>
            <a:pPr/>
            <a:r>
              <a:t>Capítulo I Subtítulo</a:t>
            </a:r>
          </a:p>
        </p:txBody>
      </p:sp>
      <p:sp>
        <p:nvSpPr>
          <p:cNvPr id="4" name="subtitulo"/>
          <p:cNvSpPr>
            <a:spLocks noGrp="1"/>
          </p:cNvSpPr>
          <p:nvPr>
            <p:ph idx="1"/>
          </p:nvPr>
        </p:nvSpPr>
        <p:spPr/>
        <p:txBody>
          <a:bodyPr/>
          <a:lstStyle/>
          <a:p>
            <a:pPr/>
            <a:r>
              <a:t>Bajada que amplía el titular en una línea</a:t>
            </a:r>
          </a:p>
        </p:txBody>
      </p:sp>
      <p:pic>
        <p:nvPicPr>
          <p:cNvPr id="5" name="imagen_1" descr="pro-terraza-paris.jpg"/>
          <p:cNvPicPr>
            <a:picLocks noGrp="1" noChangeAspect="1"/>
          </p:cNvPicPr>
          <p:nvPr>
            <p:ph type="pic" idx="20" sz="quarter"/>
          </p:nvPr>
        </p:nvPicPr>
        <p:blipFill>
          <a:blip r:embed="rId2"/>
          <a:srcRect l="28409" r="28409"/>
          <a:stretch>
            <a:fillRect/>
          </a:stretch>
        </p:blipFill>
        <p:spPr/>
      </p:pic>
      <p:pic>
        <p:nvPicPr>
          <p:cNvPr id="6" name="imagen_2" descr="pro-terraza-paris.jpg"/>
          <p:cNvPicPr>
            <a:picLocks noGrp="1" noChangeAspect="1"/>
          </p:cNvPicPr>
          <p:nvPr>
            <p:ph type="pic" idx="46" sz="quarter"/>
          </p:nvPr>
        </p:nvPicPr>
        <p:blipFill>
          <a:blip r:embed="rId2"/>
          <a:srcRect l="28409" r="28409"/>
          <a:stretch>
            <a:fillRect/>
          </a:stretch>
        </p:blipFill>
        <p:spPr/>
      </p:pic>
      <p:pic>
        <p:nvPicPr>
          <p:cNvPr id="7" name="imagen_3" descr="pro-terraza-paris.jpg"/>
          <p:cNvPicPr>
            <a:picLocks noGrp="1" noChangeAspect="1"/>
          </p:cNvPicPr>
          <p:nvPr>
            <p:ph type="pic" idx="47" sz="quarter"/>
          </p:nvPr>
        </p:nvPicPr>
        <p:blipFill>
          <a:blip r:embed="rId2"/>
          <a:srcRect l="28409" r="28409"/>
          <a:stretch>
            <a:fillRect/>
          </a:stretch>
        </p:blipFill>
        <p:spPr/>
      </p:pic>
      <p:pic>
        <p:nvPicPr>
          <p:cNvPr id="8" name="imagen_4" descr="pro-terraza-paris.jpg"/>
          <p:cNvPicPr>
            <a:picLocks noGrp="1" noChangeAspect="1"/>
          </p:cNvPicPr>
          <p:nvPr>
            <p:ph type="pic" idx="48" sz="quarter"/>
          </p:nvPr>
        </p:nvPicPr>
        <p:blipFill>
          <a:blip r:embed="rId2"/>
          <a:srcRect l="28409" r="28409"/>
          <a:stretch>
            <a:fillRect/>
          </a:stretch>
        </p:blipFill>
        <p:spPr/>
      </p:pic>
      <p:pic>
        <p:nvPicPr>
          <p:cNvPr id="9" name="imagen_5" descr="pro-terraza-paris.jpg"/>
          <p:cNvPicPr>
            <a:picLocks noGrp="1" noChangeAspect="1"/>
          </p:cNvPicPr>
          <p:nvPr>
            <p:ph type="pic" idx="49" sz="quarter"/>
          </p:nvPr>
        </p:nvPicPr>
        <p:blipFill>
          <a:blip r:embed="rId2"/>
          <a:srcRect l="28409" r="28409"/>
          <a:stretch>
            <a:fillRect/>
          </a:stretch>
        </p:blipFill>
        <p:spPr/>
      </p:pic>
      <p:pic>
        <p:nvPicPr>
          <p:cNvPr id="10" name="imagen_6" descr="pro-terraza-paris.jpg"/>
          <p:cNvPicPr>
            <a:picLocks noGrp="1" noChangeAspect="1"/>
          </p:cNvPicPr>
          <p:nvPr>
            <p:ph type="pic" idx="50" sz="quarter"/>
          </p:nvPr>
        </p:nvPicPr>
        <p:blipFill>
          <a:blip r:embed="rId2"/>
          <a:srcRect l="28409" r="28409"/>
          <a:stretch>
            <a:fillRect/>
          </a:stretch>
        </p:blipFill>
        <p:spPr/>
      </p:pic>
      <p:sp>
        <p:nvSpPr>
          <p:cNvPr id="11" name="cuerpo_1"/>
          <p:cNvSpPr>
            <a:spLocks noGrp="1"/>
          </p:cNvSpPr>
          <p:nvPr>
            <p:ph type="body" idx="15" sz="quarter"/>
          </p:nvPr>
        </p:nvSpPr>
        <p:spPr/>
        <p:txBody>
          <a:bodyPr/>
          <a:lstStyle/>
          <a:p>
            <a:pPr/>
            <a:r>
              <a:t>Bloque 01. Texto de ejemplo que marca la extensión</a:t>
            </a:r>
          </a:p>
        </p:txBody>
      </p:sp>
      <p:sp>
        <p:nvSpPr>
          <p:cNvPr id="12" name="etiqueta_1"/>
          <p:cNvSpPr>
            <a:spLocks noGrp="1"/>
          </p:cNvSpPr>
          <p:nvPr>
            <p:ph type="body" idx="16" sz="quarter"/>
          </p:nvPr>
        </p:nvSpPr>
        <p:spPr/>
        <p:txBody>
          <a:bodyPr/>
          <a:lstStyle/>
          <a:p>
            <a:pPr/>
            <a:r>
              <a:t>Título de 01</a:t>
            </a:r>
          </a:p>
        </p:txBody>
      </p:sp>
      <p:sp>
        <p:nvSpPr>
          <p:cNvPr id="13" name="cuerpo_2"/>
          <p:cNvSpPr>
            <a:spLocks noGrp="1"/>
          </p:cNvSpPr>
          <p:nvPr>
            <p:ph type="body" idx="18" sz="quarter"/>
          </p:nvPr>
        </p:nvSpPr>
        <p:spPr/>
        <p:txBody>
          <a:bodyPr/>
          <a:lstStyle/>
          <a:p>
            <a:pPr/>
            <a:r>
              <a:t>Bloque 02. Sustitúyelo por el contenido real antes de</a:t>
            </a:r>
          </a:p>
        </p:txBody>
      </p:sp>
      <p:sp>
        <p:nvSpPr>
          <p:cNvPr id="14" name="etiqueta_2"/>
          <p:cNvSpPr>
            <a:spLocks noGrp="1"/>
          </p:cNvSpPr>
          <p:nvPr>
            <p:ph type="body" idx="19" sz="quarter"/>
          </p:nvPr>
        </p:nvSpPr>
        <p:spPr/>
        <p:txBody>
          <a:bodyPr/>
          <a:lstStyle/>
          <a:p>
            <a:pPr/>
            <a:r>
              <a:t>Título de 02</a:t>
            </a:r>
          </a:p>
        </p:txBody>
      </p:sp>
      <p:sp>
        <p:nvSpPr>
          <p:cNvPr id="15" name="cuerpo_3"/>
          <p:cNvSpPr>
            <a:spLocks noGrp="1"/>
          </p:cNvSpPr>
          <p:nvPr>
            <p:ph type="body" idx="21" sz="quarter"/>
          </p:nvPr>
        </p:nvSpPr>
        <p:spPr/>
        <p:txBody>
          <a:bodyPr/>
          <a:lstStyle/>
          <a:p>
            <a:pPr/>
            <a:r>
              <a:t>Bloque 03. La longitud es orientativa y evita que el texto</a:t>
            </a:r>
          </a:p>
        </p:txBody>
      </p:sp>
      <p:sp>
        <p:nvSpPr>
          <p:cNvPr id="16" name="etiqueta_3"/>
          <p:cNvSpPr>
            <a:spLocks noGrp="1"/>
          </p:cNvSpPr>
          <p:nvPr>
            <p:ph type="body" idx="22" sz="quarter"/>
          </p:nvPr>
        </p:nvSpPr>
        <p:spPr/>
        <p:txBody>
          <a:bodyPr/>
          <a:lstStyle/>
          <a:p>
            <a:pPr/>
            <a:r>
              <a:t>Título del 03</a:t>
            </a:r>
          </a:p>
        </p:txBody>
      </p:sp>
      <p:sp>
        <p:nvSpPr>
          <p:cNvPr id="17" name="cuerpo_4"/>
          <p:cNvSpPr>
            <a:spLocks noGrp="1"/>
          </p:cNvSpPr>
          <p:nvPr>
            <p:ph type="body" idx="24" sz="quarter"/>
          </p:nvPr>
        </p:nvSpPr>
        <p:spPr/>
        <p:txBody>
          <a:bodyPr/>
          <a:lstStyle/>
          <a:p>
            <a:pPr/>
            <a:r>
              <a:t>Bloque 04. Mantén frases cortas y una sola idea por</a:t>
            </a:r>
          </a:p>
        </p:txBody>
      </p:sp>
      <p:sp>
        <p:nvSpPr>
          <p:cNvPr id="18" name="etiqueta_4"/>
          <p:cNvSpPr>
            <a:spLocks noGrp="1"/>
          </p:cNvSpPr>
          <p:nvPr>
            <p:ph type="body" idx="25" sz="quarter"/>
          </p:nvPr>
        </p:nvSpPr>
        <p:spPr/>
        <p:txBody>
          <a:bodyPr/>
          <a:lstStyle/>
          <a:p>
            <a:pPr/>
            <a:r>
              <a:t>Dato 04</a:t>
            </a:r>
          </a:p>
        </p:txBody>
      </p:sp>
      <p:sp>
        <p:nvSpPr>
          <p:cNvPr id="19" name="cuerpo_5"/>
          <p:cNvSpPr>
            <a:spLocks noGrp="1"/>
          </p:cNvSpPr>
          <p:nvPr>
            <p:ph type="body" idx="27" sz="quarter"/>
          </p:nvPr>
        </p:nvSpPr>
        <p:spPr/>
        <p:txBody>
          <a:bodyPr/>
          <a:lstStyle/>
          <a:p>
            <a:pPr/>
            <a:r>
              <a:t>Bloque 05. Revisa la jerarquía tipográfica antes de dar la</a:t>
            </a:r>
          </a:p>
        </p:txBody>
      </p:sp>
      <p:sp>
        <p:nvSpPr>
          <p:cNvPr id="20" name="etiqueta_5"/>
          <p:cNvSpPr>
            <a:spLocks noGrp="1"/>
          </p:cNvSpPr>
          <p:nvPr>
            <p:ph type="body" idx="28" sz="quarter"/>
          </p:nvPr>
        </p:nvSpPr>
        <p:spPr/>
        <p:txBody>
          <a:bodyPr/>
          <a:lstStyle/>
          <a:p>
            <a:pPr/>
            <a:r>
              <a:t>Nombre de la 05</a:t>
            </a:r>
          </a:p>
        </p:txBody>
      </p:sp>
      <p:sp>
        <p:nvSpPr>
          <p:cNvPr id="21" name="cuerpo_6"/>
          <p:cNvSpPr>
            <a:spLocks noGrp="1"/>
          </p:cNvSpPr>
          <p:nvPr>
            <p:ph type="body" idx="30" sz="quarter"/>
          </p:nvPr>
        </p:nvSpPr>
        <p:spPr/>
        <p:txBody>
          <a:bodyPr/>
          <a:lstStyle/>
          <a:p>
            <a:pPr/>
            <a:r>
              <a:t>Bloque 06. Cada bloque debería poder leerse de un vistazo</a:t>
            </a:r>
          </a:p>
        </p:txBody>
      </p:sp>
      <p:sp>
        <p:nvSpPr>
          <p:cNvPr id="22" name="etiqueta_6"/>
          <p:cNvSpPr>
            <a:spLocks noGrp="1"/>
          </p:cNvSpPr>
          <p:nvPr>
            <p:ph type="body" idx="31" sz="quarter"/>
          </p:nvPr>
        </p:nvSpPr>
        <p:spPr/>
        <p:txBody>
          <a:bodyPr/>
          <a:lstStyle/>
          <a:p>
            <a:pPr/>
            <a:r>
              <a:t>Título del 06</a:t>
            </a:r>
          </a:p>
        </p:txBody>
      </p:sp>
      <p:sp>
        <p:nvSpPr>
          <p:cNvPr id="23"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pPr/>
          </a:p>
        </p:txBody>
      </p:sp>
      <p:sp>
        <p:nvSpPr>
          <p:cNvPr id="24"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a:t>
            </a:r>
          </a:p>
        </p:txBody>
      </p:sp>
      <p:sp>
        <p:nvSpPr>
          <p:cNvPr id="3" name="antetitulo"/>
          <p:cNvSpPr>
            <a:spLocks noGrp="1"/>
          </p:cNvSpPr>
          <p:nvPr>
            <p:ph type="body" idx="33" sz="quarter"/>
          </p:nvPr>
        </p:nvSpPr>
        <p:spPr/>
        <p:txBody>
          <a:bodyPr/>
          <a:lstStyle/>
          <a:p>
            <a:pPr/>
            <a:r>
              <a:t>Capítulo I Subtítulo</a:t>
            </a:r>
          </a:p>
        </p:txBody>
      </p:sp>
      <p:sp>
        <p:nvSpPr>
          <p:cNvPr id="4" name="subtitulo"/>
          <p:cNvSpPr>
            <a:spLocks noGrp="1"/>
          </p:cNvSpPr>
          <p:nvPr>
            <p:ph idx="1"/>
          </p:nvPr>
        </p:nvSpPr>
        <p:spPr/>
        <p:txBody>
          <a:bodyPr/>
          <a:lstStyle/>
          <a:p>
            <a:pPr/>
            <a:r>
              <a:t>Bajada que amplía el titular en una línea</a:t>
            </a:r>
          </a:p>
        </p:txBody>
      </p:sp>
      <p:pic>
        <p:nvPicPr>
          <p:cNvPr id="5" name="imagen_1" descr="pro-terraza-paris.jpg"/>
          <p:cNvPicPr>
            <a:picLocks noGrp="1" noChangeAspect="1"/>
          </p:cNvPicPr>
          <p:nvPr>
            <p:ph type="pic" idx="20" sz="quarter"/>
          </p:nvPr>
        </p:nvPicPr>
        <p:blipFill>
          <a:blip r:embed="rId2"/>
          <a:srcRect l="39708" r="39708"/>
          <a:stretch>
            <a:fillRect/>
          </a:stretch>
        </p:blipFill>
        <p:spPr/>
      </p:pic>
      <p:pic>
        <p:nvPicPr>
          <p:cNvPr id="6" name="imagen_2" descr="pro-terraza-paris.jpg"/>
          <p:cNvPicPr>
            <a:picLocks noGrp="1" noChangeAspect="1"/>
          </p:cNvPicPr>
          <p:nvPr>
            <p:ph type="pic" idx="46" sz="quarter"/>
          </p:nvPr>
        </p:nvPicPr>
        <p:blipFill>
          <a:blip r:embed="rId2"/>
          <a:srcRect l="39708" r="39708"/>
          <a:stretch>
            <a:fillRect/>
          </a:stretch>
        </p:blipFill>
        <p:spPr/>
      </p:pic>
      <p:pic>
        <p:nvPicPr>
          <p:cNvPr id="7" name="imagen_3" descr="pro-terraza-paris.jpg"/>
          <p:cNvPicPr>
            <a:picLocks noGrp="1" noChangeAspect="1"/>
          </p:cNvPicPr>
          <p:nvPr>
            <p:ph type="pic" idx="47" sz="quarter"/>
          </p:nvPr>
        </p:nvPicPr>
        <p:blipFill>
          <a:blip r:embed="rId2"/>
          <a:srcRect l="39708" r="39708"/>
          <a:stretch>
            <a:fillRect/>
          </a:stretch>
        </p:blipFill>
        <p:spPr/>
      </p:pic>
      <p:pic>
        <p:nvPicPr>
          <p:cNvPr id="8" name="imagen_4" descr="pro-terraza-paris.jpg"/>
          <p:cNvPicPr>
            <a:picLocks noGrp="1" noChangeAspect="1"/>
          </p:cNvPicPr>
          <p:nvPr>
            <p:ph type="pic" idx="48" sz="quarter"/>
          </p:nvPr>
        </p:nvPicPr>
        <p:blipFill>
          <a:blip r:embed="rId2"/>
          <a:srcRect l="39708" r="39708"/>
          <a:stretch>
            <a:fillRect/>
          </a:stretch>
        </p:blipFill>
        <p:spPr/>
      </p:pic>
      <p:pic>
        <p:nvPicPr>
          <p:cNvPr id="9" name="imagen_5" descr="pro-terraza-paris.jpg"/>
          <p:cNvPicPr>
            <a:picLocks noGrp="1" noChangeAspect="1"/>
          </p:cNvPicPr>
          <p:nvPr>
            <p:ph type="pic" idx="49" sz="quarter"/>
          </p:nvPr>
        </p:nvPicPr>
        <p:blipFill>
          <a:blip r:embed="rId2"/>
          <a:srcRect l="39708" r="39708"/>
          <a:stretch>
            <a:fillRect/>
          </a:stretch>
        </p:blipFill>
        <p:spPr/>
      </p:pic>
      <p:pic>
        <p:nvPicPr>
          <p:cNvPr id="10" name="imagen_6" descr="pro-terraza-paris.jpg"/>
          <p:cNvPicPr>
            <a:picLocks noGrp="1" noChangeAspect="1"/>
          </p:cNvPicPr>
          <p:nvPr>
            <p:ph type="pic" idx="50" sz="quarter"/>
          </p:nvPr>
        </p:nvPicPr>
        <p:blipFill>
          <a:blip r:embed="rId2"/>
          <a:srcRect l="39708" r="39708"/>
          <a:stretch>
            <a:fillRect/>
          </a:stretch>
        </p:blipFill>
        <p:spPr/>
      </p:pic>
      <p:sp>
        <p:nvSpPr>
          <p:cNvPr id="11"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pPr/>
          </a:p>
        </p:txBody>
      </p:sp>
      <p:sp>
        <p:nvSpPr>
          <p:cNvPr id="12"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a:t>
            </a:r>
          </a:p>
        </p:txBody>
      </p:sp>
      <p:sp>
        <p:nvSpPr>
          <p:cNvPr id="3" name="antetitulo"/>
          <p:cNvSpPr>
            <a:spLocks noGrp="1"/>
          </p:cNvSpPr>
          <p:nvPr>
            <p:ph type="body" idx="33" sz="quarter"/>
          </p:nvPr>
        </p:nvSpPr>
        <p:spPr/>
        <p:txBody>
          <a:bodyPr/>
          <a:lstStyle/>
          <a:p>
            <a:pPr/>
            <a:r>
              <a:t>Capítulo I Subtítulo</a:t>
            </a:r>
          </a:p>
        </p:txBody>
      </p:sp>
      <p:sp>
        <p:nvSpPr>
          <p:cNvPr id="4" name="subtitulo"/>
          <p:cNvSpPr>
            <a:spLocks noGrp="1"/>
          </p:cNvSpPr>
          <p:nvPr>
            <p:ph idx="1"/>
          </p:nvPr>
        </p:nvSpPr>
        <p:spPr/>
        <p:txBody>
          <a:bodyPr/>
          <a:lstStyle/>
          <a:p>
            <a:pPr/>
            <a:r>
              <a:t>Bajada que amplía el titular en una línea</a:t>
            </a:r>
          </a:p>
        </p:txBody>
      </p:sp>
      <p:pic>
        <p:nvPicPr>
          <p:cNvPr id="5" name="imagen_1" descr="pro-terraza-paris.jpg"/>
          <p:cNvPicPr>
            <a:picLocks noGrp="1" noChangeAspect="1"/>
          </p:cNvPicPr>
          <p:nvPr>
            <p:ph type="pic" idx="20" sz="quarter"/>
          </p:nvPr>
        </p:nvPicPr>
        <p:blipFill>
          <a:blip r:embed="rId2"/>
          <a:srcRect l="3084" r="3084"/>
          <a:stretch>
            <a:fillRect/>
          </a:stretch>
        </p:blipFill>
        <p:spPr/>
      </p:pic>
      <p:pic>
        <p:nvPicPr>
          <p:cNvPr id="6" name="imagen_2" descr="pro-terraza-paris.jpg"/>
          <p:cNvPicPr>
            <a:picLocks noGrp="1" noChangeAspect="1"/>
          </p:cNvPicPr>
          <p:nvPr>
            <p:ph type="pic" idx="47" sz="quarter"/>
          </p:nvPr>
        </p:nvPicPr>
        <p:blipFill>
          <a:blip r:embed="rId2"/>
          <a:srcRect l="3228" r="3228"/>
          <a:stretch>
            <a:fillRect/>
          </a:stretch>
        </p:blipFill>
        <p:spPr/>
      </p:pic>
      <p:pic>
        <p:nvPicPr>
          <p:cNvPr id="7" name="imagen_3" descr="pro-terraza-paris.jpg"/>
          <p:cNvPicPr>
            <a:picLocks noGrp="1" noChangeAspect="1"/>
          </p:cNvPicPr>
          <p:nvPr>
            <p:ph type="pic" idx="49" sz="quarter"/>
          </p:nvPr>
        </p:nvPicPr>
        <p:blipFill>
          <a:blip r:embed="rId2"/>
          <a:srcRect l="2977" r="2977"/>
          <a:stretch>
            <a:fillRect/>
          </a:stretch>
        </p:blipFill>
        <p:spPr/>
      </p:pic>
      <p:sp>
        <p:nvSpPr>
          <p:cNvPr id="8" name="cuerpo_1"/>
          <p:cNvSpPr>
            <a:spLocks noGrp="1"/>
          </p:cNvSpPr>
          <p:nvPr>
            <p:ph type="body" idx="15" sz="quarter"/>
          </p:nvPr>
        </p:nvSpPr>
        <p:spPr/>
        <p:txBody>
          <a:bodyPr/>
          <a:lstStyle/>
          <a:p>
            <a:pPr/>
            <a:r>
              <a:t>Bloque 01. Texto de ejemplo que marca la extensión recomendada de esta zona. Sustitúyelo por el contenido real antes</a:t>
            </a:r>
          </a:p>
        </p:txBody>
      </p:sp>
      <p:sp>
        <p:nvSpPr>
          <p:cNvPr id="9" name="etiqueta_1"/>
          <p:cNvSpPr>
            <a:spLocks noGrp="1"/>
          </p:cNvSpPr>
          <p:nvPr>
            <p:ph type="body" idx="16" sz="quarter"/>
          </p:nvPr>
        </p:nvSpPr>
        <p:spPr/>
        <p:txBody>
          <a:bodyPr/>
          <a:lstStyle/>
          <a:p>
            <a:pPr/>
            <a:r>
              <a:t>Título de columna 01</a:t>
            </a:r>
          </a:p>
        </p:txBody>
      </p:sp>
      <p:sp>
        <p:nvSpPr>
          <p:cNvPr id="10" name="cuerpo_2"/>
          <p:cNvSpPr>
            <a:spLocks noGrp="1"/>
          </p:cNvSpPr>
          <p:nvPr>
            <p:ph type="body" idx="21" sz="quarter"/>
          </p:nvPr>
        </p:nvSpPr>
        <p:spPr/>
        <p:txBody>
          <a:bodyPr/>
          <a:lstStyle/>
          <a:p>
            <a:pPr/>
            <a:r>
              <a:t>Bloque 02. Sustitúyelo por el contenido real antes de entregar la presentación. La longitud es orientativa y evita que</a:t>
            </a:r>
          </a:p>
        </p:txBody>
      </p:sp>
      <p:sp>
        <p:nvSpPr>
          <p:cNvPr id="11" name="etiqueta_2"/>
          <p:cNvSpPr>
            <a:spLocks noGrp="1"/>
          </p:cNvSpPr>
          <p:nvPr>
            <p:ph type="body" idx="22" sz="quarter"/>
          </p:nvPr>
        </p:nvSpPr>
        <p:spPr/>
        <p:txBody>
          <a:bodyPr/>
          <a:lstStyle/>
          <a:p>
            <a:pPr/>
            <a:r>
              <a:t>Título de bloque 02</a:t>
            </a:r>
          </a:p>
        </p:txBody>
      </p:sp>
      <p:sp>
        <p:nvSpPr>
          <p:cNvPr id="12" name="cuerpo_3"/>
          <p:cNvSpPr>
            <a:spLocks noGrp="1"/>
          </p:cNvSpPr>
          <p:nvPr>
            <p:ph type="body" idx="27" sz="quarter"/>
          </p:nvPr>
        </p:nvSpPr>
        <p:spPr/>
        <p:txBody>
          <a:bodyPr/>
          <a:lstStyle/>
          <a:p>
            <a:pPr/>
            <a:r>
              <a:t>Bloque 03. La longitud es orientativa y evita que el texto desborde la caja al maquetar. Mantén frases cortas y una</a:t>
            </a:r>
          </a:p>
        </p:txBody>
      </p:sp>
      <p:sp>
        <p:nvSpPr>
          <p:cNvPr id="13" name="etiqueta_3"/>
          <p:cNvSpPr>
            <a:spLocks noGrp="1"/>
          </p:cNvSpPr>
          <p:nvPr>
            <p:ph type="body" idx="28" sz="quarter"/>
          </p:nvPr>
        </p:nvSpPr>
        <p:spPr/>
        <p:txBody>
          <a:bodyPr/>
          <a:lstStyle/>
          <a:p>
            <a:pPr/>
            <a:r>
              <a:t>Título del apartado 03</a:t>
            </a:r>
          </a:p>
        </p:txBody>
      </p:sp>
      <p:sp>
        <p:nvSpPr>
          <p:cNvPr id="14"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pPr/>
          </a:p>
        </p:txBody>
      </p:sp>
      <p:sp>
        <p:nvSpPr>
          <p:cNvPr id="15"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a:t>
            </a:r>
          </a:p>
        </p:txBody>
      </p:sp>
      <p:sp>
        <p:nvSpPr>
          <p:cNvPr id="3" name="antetitulo"/>
          <p:cNvSpPr>
            <a:spLocks noGrp="1"/>
          </p:cNvSpPr>
          <p:nvPr>
            <p:ph type="body" idx="33" sz="quarter"/>
          </p:nvPr>
        </p:nvSpPr>
        <p:spPr/>
        <p:txBody>
          <a:bodyPr/>
          <a:lstStyle/>
          <a:p>
            <a:pPr/>
            <a:r>
              <a:t>Capítulo I Subtítulo</a:t>
            </a:r>
          </a:p>
        </p:txBody>
      </p:sp>
      <p:sp>
        <p:nvSpPr>
          <p:cNvPr id="4" name="subtitulo"/>
          <p:cNvSpPr>
            <a:spLocks noGrp="1"/>
          </p:cNvSpPr>
          <p:nvPr>
            <p:ph idx="1"/>
          </p:nvPr>
        </p:nvSpPr>
        <p:spPr/>
        <p:txBody>
          <a:bodyPr/>
          <a:lstStyle/>
          <a:p>
            <a:pPr/>
            <a:r>
              <a:t>Bajada que amplía el titular en una línea</a:t>
            </a:r>
          </a:p>
        </p:txBody>
      </p:sp>
      <p:pic>
        <p:nvPicPr>
          <p:cNvPr id="5" name="imagen_1" descr="pro-terraza-paris.jpg"/>
          <p:cNvPicPr>
            <a:picLocks noGrp="1" noChangeAspect="1"/>
          </p:cNvPicPr>
          <p:nvPr>
            <p:ph type="pic" idx="20" sz="quarter"/>
          </p:nvPr>
        </p:nvPicPr>
        <p:blipFill>
          <a:blip r:embed="rId2"/>
          <a:srcRect l="27636" r="27636"/>
          <a:stretch>
            <a:fillRect/>
          </a:stretch>
        </p:blipFill>
        <p:spPr/>
      </p:pic>
      <p:pic>
        <p:nvPicPr>
          <p:cNvPr id="6" name="imagen_2" descr="pro-terraza-paris.jpg"/>
          <p:cNvPicPr>
            <a:picLocks noGrp="1" noChangeAspect="1"/>
          </p:cNvPicPr>
          <p:nvPr>
            <p:ph type="pic" idx="47" sz="quarter"/>
          </p:nvPr>
        </p:nvPicPr>
        <p:blipFill>
          <a:blip r:embed="rId2"/>
          <a:srcRect l="27705" r="27705"/>
          <a:stretch>
            <a:fillRect/>
          </a:stretch>
        </p:blipFill>
        <p:spPr/>
      </p:pic>
      <p:pic>
        <p:nvPicPr>
          <p:cNvPr id="7" name="imagen_3" descr="pro-terraza-paris.jpg"/>
          <p:cNvPicPr>
            <a:picLocks noGrp="1" noChangeAspect="1"/>
          </p:cNvPicPr>
          <p:nvPr>
            <p:ph type="pic" idx="49" sz="quarter"/>
          </p:nvPr>
        </p:nvPicPr>
        <p:blipFill>
          <a:blip r:embed="rId2"/>
          <a:srcRect l="27585" r="27585"/>
          <a:stretch>
            <a:fillRect/>
          </a:stretch>
        </p:blipFill>
        <p:spPr/>
      </p:pic>
      <p:sp>
        <p:nvSpPr>
          <p:cNvPr id="8"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pPr/>
          </a:p>
        </p:txBody>
      </p:sp>
      <p:sp>
        <p:nvSpPr>
          <p:cNvPr id="9"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a:t>
            </a:r>
          </a:p>
        </p:txBody>
      </p:sp>
      <p:sp>
        <p:nvSpPr>
          <p:cNvPr id="3" name="antetitulo"/>
          <p:cNvSpPr>
            <a:spLocks noGrp="1"/>
          </p:cNvSpPr>
          <p:nvPr>
            <p:ph type="body" idx="33" sz="quarter"/>
          </p:nvPr>
        </p:nvSpPr>
        <p:spPr/>
        <p:txBody>
          <a:bodyPr/>
          <a:lstStyle/>
          <a:p>
            <a:pPr/>
            <a:r>
              <a:t>Capítulo I Subtítulo</a:t>
            </a:r>
          </a:p>
        </p:txBody>
      </p:sp>
      <p:sp>
        <p:nvSpPr>
          <p:cNvPr id="4" name="subtitulo"/>
          <p:cNvSpPr>
            <a:spLocks noGrp="1"/>
          </p:cNvSpPr>
          <p:nvPr>
            <p:ph idx="1"/>
          </p:nvPr>
        </p:nvSpPr>
        <p:spPr/>
        <p:txBody>
          <a:bodyPr/>
          <a:lstStyle/>
          <a:p>
            <a:pPr/>
            <a:r>
              <a:t>Bajada que amplía el titular en una línea</a:t>
            </a:r>
          </a:p>
        </p:txBody>
      </p:sp>
      <p:pic>
        <p:nvPicPr>
          <p:cNvPr id="5" name="imagen_2" descr="pro-terraza-paris.jpg"/>
          <p:cNvPicPr>
            <a:picLocks noGrp="1" noChangeAspect="1"/>
          </p:cNvPicPr>
          <p:nvPr>
            <p:ph type="pic" idx="48" sz="quarter"/>
          </p:nvPr>
        </p:nvPicPr>
        <p:blipFill>
          <a:blip r:embed="rId2"/>
          <a:srcRect t="3142" b="3142"/>
          <a:stretch>
            <a:fillRect/>
          </a:stretch>
        </p:blipFill>
        <p:spPr/>
      </p:pic>
      <p:sp>
        <p:nvSpPr>
          <p:cNvPr id="6" name="cuerpo_2"/>
          <p:cNvSpPr>
            <a:spLocks noGrp="1"/>
          </p:cNvSpPr>
          <p:nvPr>
            <p:ph type="body" idx="24" sz="quarter"/>
          </p:nvPr>
        </p:nvSpPr>
        <p:spPr/>
        <p:txBody>
          <a:bodyPr/>
          <a:lstStyle/>
          <a:p>
            <a:pPr/>
            <a:r>
              <a:t>Bloque 02. Sustitúyelo por el contenido real antes de entregar la presentación. La longitud es orientativa y evita que el texto desborde la caja al maquetar. Mantén frases cortas y una sola idea por párrafo</a:t>
            </a:r>
          </a:p>
        </p:txBody>
      </p:sp>
      <p:sp>
        <p:nvSpPr>
          <p:cNvPr id="7" name="etiqueta_2"/>
          <p:cNvSpPr>
            <a:spLocks noGrp="1"/>
          </p:cNvSpPr>
          <p:nvPr>
            <p:ph type="body" idx="25" sz="quarter"/>
          </p:nvPr>
        </p:nvSpPr>
        <p:spPr/>
        <p:txBody>
          <a:bodyPr/>
          <a:lstStyle/>
          <a:p>
            <a:pPr/>
            <a:r>
              <a:t>Título de bloque 02</a:t>
            </a:r>
          </a:p>
        </p:txBody>
      </p:sp>
      <p:pic>
        <p:nvPicPr>
          <p:cNvPr id="8" name="imagen_1" descr="pro-terraza-paris.jpg"/>
          <p:cNvPicPr>
            <a:picLocks noGrp="1" noChangeAspect="1"/>
          </p:cNvPicPr>
          <p:nvPr>
            <p:ph type="pic" idx="20" sz="quarter"/>
          </p:nvPr>
        </p:nvPicPr>
        <p:blipFill>
          <a:blip r:embed="rId2"/>
          <a:srcRect t="2964" b="2964"/>
          <a:stretch>
            <a:fillRect/>
          </a:stretch>
        </p:blipFill>
        <p:spPr/>
      </p:pic>
      <p:sp>
        <p:nvSpPr>
          <p:cNvPr id="9" name="cuerpo_1"/>
          <p:cNvSpPr>
            <a:spLocks noGrp="1"/>
          </p:cNvSpPr>
          <p:nvPr>
            <p:ph type="body" idx="15" sz="quarter"/>
          </p:nvPr>
        </p:nvSpPr>
        <p:spPr/>
        <p:txBody>
          <a:bodyPr/>
          <a:lstStyle/>
          <a:p>
            <a:pPr/>
            <a:r>
              <a:t>Bloque 01. Texto de ejemplo que marca la extensión recomendada de esta zona. Sustitúyelo por el contenido real antes de entregar la presentación. La longitud es orientativa y evita que el texto desborde la caja</a:t>
            </a:r>
          </a:p>
        </p:txBody>
      </p:sp>
      <p:sp>
        <p:nvSpPr>
          <p:cNvPr id="10" name="etiqueta_1"/>
          <p:cNvSpPr>
            <a:spLocks noGrp="1"/>
          </p:cNvSpPr>
          <p:nvPr>
            <p:ph type="body" idx="16" sz="quarter"/>
          </p:nvPr>
        </p:nvSpPr>
        <p:spPr/>
        <p:txBody>
          <a:bodyPr/>
          <a:lstStyle/>
          <a:p>
            <a:pPr/>
            <a:r>
              <a:t>Título de columna 01</a:t>
            </a:r>
          </a:p>
        </p:txBody>
      </p:sp>
      <p:sp>
        <p:nvSpPr>
          <p:cNvPr id="11"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pPr/>
          </a:p>
        </p:txBody>
      </p:sp>
      <p:sp>
        <p:nvSpPr>
          <p:cNvPr id="12"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ulo"/>
          <p:cNvSpPr>
            <a:spLocks noGrp="1"/>
          </p:cNvSpPr>
          <p:nvPr>
            <p:ph type="title"/>
          </p:nvPr>
        </p:nvSpPr>
        <p:spPr/>
        <p:txBody>
          <a:bodyPr/>
          <a:lstStyle/>
          <a:p>
            <a:pPr/>
            <a:r>
              <a:t>Título de sección compuesto en</a:t>
            </a:r>
          </a:p>
        </p:txBody>
      </p:sp>
      <p:sp>
        <p:nvSpPr>
          <p:cNvPr id="3" name="antetitulo"/>
          <p:cNvSpPr>
            <a:spLocks noGrp="1"/>
          </p:cNvSpPr>
          <p:nvPr>
            <p:ph type="body" idx="33" sz="quarter"/>
          </p:nvPr>
        </p:nvSpPr>
        <p:spPr/>
        <p:txBody>
          <a:bodyPr/>
          <a:lstStyle/>
          <a:p>
            <a:pPr/>
            <a:r>
              <a:t>Capítulo I Subtítulo</a:t>
            </a:r>
          </a:p>
        </p:txBody>
      </p:sp>
      <p:sp>
        <p:nvSpPr>
          <p:cNvPr id="4" name="subtitulo"/>
          <p:cNvSpPr>
            <a:spLocks noGrp="1"/>
          </p:cNvSpPr>
          <p:nvPr>
            <p:ph idx="1"/>
          </p:nvPr>
        </p:nvSpPr>
        <p:spPr/>
        <p:txBody>
          <a:bodyPr/>
          <a:lstStyle/>
          <a:p>
            <a:pPr/>
            <a:r>
              <a:t>Bajada que amplía el titular en una línea</a:t>
            </a:r>
          </a:p>
        </p:txBody>
      </p:sp>
      <p:pic>
        <p:nvPicPr>
          <p:cNvPr id="5" name="imagen_2" descr="pro-terraza-paris.jpg"/>
          <p:cNvPicPr>
            <a:picLocks noGrp="1" noChangeAspect="1"/>
          </p:cNvPicPr>
          <p:nvPr>
            <p:ph type="pic" idx="48" sz="quarter"/>
          </p:nvPr>
        </p:nvPicPr>
        <p:blipFill>
          <a:blip r:embed="rId2"/>
          <a:srcRect l="16691" r="16691"/>
          <a:stretch>
            <a:fillRect/>
          </a:stretch>
        </p:blipFill>
        <p:spPr/>
      </p:pic>
      <p:pic>
        <p:nvPicPr>
          <p:cNvPr id="6" name="imagen_1" descr="pro-terraza-paris.jpg"/>
          <p:cNvPicPr>
            <a:picLocks noGrp="1" noChangeAspect="1"/>
          </p:cNvPicPr>
          <p:nvPr>
            <p:ph type="pic" idx="20" sz="quarter"/>
          </p:nvPr>
        </p:nvPicPr>
        <p:blipFill>
          <a:blip r:embed="rId2"/>
          <a:srcRect l="16817" r="16817"/>
          <a:stretch>
            <a:fillRect/>
          </a:stretch>
        </p:blipFill>
        <p:spPr/>
      </p:pic>
      <p:sp>
        <p:nvSpPr>
          <p:cNvPr id="7" name="Footer Placeholder 3">
            <a:extLst>
              <a:ext uri="{FF2B5EF4-FFF2-40B4-BE49-F238E27FC236}">
                <a16:creationId xmlns:a16="http://schemas.microsoft.com/office/drawing/2014/main" id="{E9B638DD-567D-4A4B-3785-796A30E51315}"/>
              </a:ext>
            </a:extLst>
          </p:cNvPr>
          <p:cNvSpPr>
            <a:spLocks noGrp="1" noRot="1" noMove="1" noResize="1" noEditPoints="1" noAdjustHandles="1" noChangeArrowheads="1" noChangeShapeType="1"/>
          </p:cNvSpPr>
          <p:nvPr>
            <p:ph type="ftr" sz="quarter" idx="11"/>
          </p:nvPr>
        </p:nvSpPr>
        <p:spPr/>
        <p:txBody>
          <a:bodyPr/>
          <a:lstStyle/>
          <a:p>
            <a:pPr/>
          </a:p>
        </p:txBody>
      </p:sp>
      <p:sp>
        <p:nvSpPr>
          <p:cNvPr id="8" name="Slide Number Placeholder 4">
            <a:extLst>
              <a:ext uri="{FF2B5EF4-FFF2-40B4-BE49-F238E27FC236}">
                <a16:creationId xmlns:a16="http://schemas.microsoft.com/office/drawing/2014/main" id="{93FEB5B0-FFC8-EFC1-6A5A-37A40FDDEF54}"/>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83C83-D78F-7C97-B1D8-5DE8EF7834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74E76C4-46F4-8956-7224-323B669B82AD}"/>
              </a:ext>
            </a:extLst>
          </p:cNvPr>
          <p:cNvSpPr>
            <a:spLocks noGrp="1"/>
          </p:cNvSpPr>
          <p:nvPr>
            <p:ph type="title"/>
          </p:nvPr>
        </p:nvSpPr>
        <p:spPr/>
        <p:txBody>
          <a:bodyPr>
            <a:normAutofit fontScale="90000"/>
          </a:bodyPr>
          <a:lstStyle/>
          <a:p>
            <a:pPr/>
            <a:r>
              <a:rPr lang="en-US" dirty="0" err="1"/>
              <a:t>Titulo</a:t>
            </a:r>
            <a:r>
              <a:rPr lang="en-US" dirty="0"/>
              <a:t> de </a:t>
            </a:r>
            <a:r>
              <a:rPr lang="en-US" dirty="0" err="1"/>
              <a:t>página</a:t>
            </a:r>
            <a:r>
              <a:rPr lang="en-US" dirty="0"/>
              <a:t> Movistar Sans 29pt</a:t>
            </a:r>
          </a:p>
        </p:txBody>
      </p:sp>
      <p:sp>
        <p:nvSpPr>
          <p:cNvPr id="2" name="Slide Number Placeholder 1">
            <a:extLst>
              <a:ext uri="{FF2B5EF4-FFF2-40B4-BE49-F238E27FC236}">
                <a16:creationId xmlns:a16="http://schemas.microsoft.com/office/drawing/2014/main" id="{1E1C14A8-D50A-716E-D1C3-21F62B39CF81}"/>
              </a:ext>
            </a:extLst>
          </p:cNvPr>
          <p:cNvSpPr>
            <a:spLocks noGrp="1"/>
          </p:cNvSpPr>
          <p:nvPr>
            <p:ph type="sldNum" sz="quarter" idx="10"/>
          </p:nvPr>
        </p:nvSpPr>
        <p:spPr/>
        <p:txBody>
          <a:bodyPr/>
          <a:lstStyle/>
          <a:p>
            <a:pPr/>
            <a:fld id="{E7EBEDA2-51E6-554C-A63C-E820F6D0080D}" type="slidenum">
              <a:rPr lang="es-ES" smtClean="0"/>
              <a:pPr/>
              <a:t>50</a:t>
            </a:fld>
            <a:endParaRPr lang="es-ES"/>
          </a:p>
        </p:txBody>
      </p:sp>
      <p:sp>
        <p:nvSpPr>
          <p:cNvPr id="5" name="Text Placeholder 4">
            <a:extLst>
              <a:ext uri="{FF2B5EF4-FFF2-40B4-BE49-F238E27FC236}">
                <a16:creationId xmlns:a16="http://schemas.microsoft.com/office/drawing/2014/main" id="{E8D9351B-5239-2876-102C-2AD70D4028CF}"/>
              </a:ext>
            </a:extLst>
          </p:cNvPr>
          <p:cNvSpPr>
            <a:spLocks noGrp="1"/>
          </p:cNvSpPr>
          <p:nvPr>
            <p:ph type="body" sz="quarter" idx="12"/>
          </p:nvPr>
        </p:nvSpPr>
        <p:spPr/>
        <p:txBody>
          <a:bodyPr/>
          <a:lstStyle/>
          <a:p>
            <a:pPr/>
            <a:r>
              <a:rPr lang="en-US" dirty="0" err="1">
                <a:latin typeface="Movistar Sans Medium" pitchFamily="2" charset="77"/>
                <a:ea typeface="Movistar Sans Medium" pitchFamily="2" charset="77"/>
              </a:rPr>
              <a:t>Ejemplo</a:t>
            </a:r>
            <a:r>
              <a:rPr lang="en-US" dirty="0">
                <a:latin typeface="Movistar Sans Medium" pitchFamily="2" charset="77"/>
                <a:ea typeface="Movistar Sans Medium" pitchFamily="2" charset="77"/>
              </a:rPr>
              <a:t> de </a:t>
            </a:r>
            <a:r>
              <a:rPr lang="en-US" dirty="0" err="1">
                <a:latin typeface="Movistar Sans Medium" pitchFamily="2" charset="77"/>
                <a:ea typeface="Movistar Sans Medium" pitchFamily="2" charset="77"/>
              </a:rPr>
              <a:t>texto</a:t>
            </a:r>
            <a:r>
              <a:rPr lang="en-US" dirty="0">
                <a:latin typeface="Movistar Sans Medium" pitchFamily="2" charset="77"/>
                <a:ea typeface="Movistar Sans Medium" pitchFamily="2" charset="77"/>
              </a:rPr>
              <a:t> 12 pt Movistar Sans. </a:t>
            </a:r>
          </a:p>
          <a:p>
            <a:pPr/>
            <a:r>
              <a:rPr lang="en-US" dirty="0">
                <a:latin typeface="Movistar Sans Medium" pitchFamily="2" charset="77"/>
                <a:ea typeface="Movistar Sans Medium" pitchFamily="2" charset="77"/>
              </a:rPr>
              <a:t>Loren ipsum dolor sit. Nulla ac </a:t>
            </a:r>
            <a:r>
              <a:rPr lang="en-US" dirty="0" err="1">
                <a:latin typeface="Movistar Sans Medium" pitchFamily="2" charset="77"/>
                <a:ea typeface="Movistar Sans Medium" pitchFamily="2" charset="77"/>
              </a:rPr>
              <a:t>ultrices</a:t>
            </a:r>
            <a:r>
              <a:rPr lang="en-US" dirty="0">
                <a:latin typeface="Movistar Sans Medium" pitchFamily="2" charset="77"/>
                <a:ea typeface="Movistar Sans Medium" pitchFamily="2" charset="77"/>
              </a:rPr>
              <a:t> diam. Mauris vel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orci</a:t>
            </a:r>
            <a:r>
              <a:rPr lang="en-US" dirty="0">
                <a:latin typeface="Movistar Sans Medium" pitchFamily="2" charset="77"/>
                <a:ea typeface="Movistar Sans Medium" pitchFamily="2" charset="77"/>
              </a:rPr>
              <a:t>. Sed ac </a:t>
            </a:r>
            <a:r>
              <a:rPr lang="en-US" dirty="0" err="1">
                <a:latin typeface="Movistar Sans Medium" pitchFamily="2" charset="77"/>
                <a:ea typeface="Movistar Sans Medium" pitchFamily="2" charset="77"/>
              </a:rPr>
              <a:t>risus</a:t>
            </a:r>
            <a:r>
              <a:rPr lang="en-US" dirty="0">
                <a:latin typeface="Movistar Sans Medium" pitchFamily="2" charset="77"/>
                <a:ea typeface="Movistar Sans Medium" pitchFamily="2" charset="77"/>
              </a:rPr>
              <a:t> </a:t>
            </a:r>
            <a:r>
              <a:rPr lang="en-US" dirty="0" err="1">
                <a:latin typeface="Movistar Sans Medium" pitchFamily="2" charset="77"/>
                <a:ea typeface="Movistar Sans Medium" pitchFamily="2" charset="77"/>
              </a:rPr>
              <a:t>eu</a:t>
            </a:r>
            <a:r>
              <a:rPr lang="en-US" dirty="0">
                <a:latin typeface="Movistar Sans Medium" pitchFamily="2" charset="77"/>
                <a:ea typeface="Movistar Sans Medium" pitchFamily="2" charset="77"/>
              </a:rPr>
              <a:t> ligula.</a:t>
            </a:r>
          </a:p>
          <a:p>
            <a:pPr/>
            <a:endParaRPr lang="en-US" dirty="0">
              <a:latin typeface="Movistar Sans Medium" pitchFamily="2" charset="77"/>
              <a:ea typeface="Movistar Sans Medium" pitchFamily="2" charset="77"/>
            </a:endParaRPr>
          </a:p>
        </p:txBody>
      </p:sp>
      <p:sp>
        <p:nvSpPr>
          <p:cNvPr id="111" name="Oval 9">
            <a:extLst>
              <a:ext uri="{FF2B5EF4-FFF2-40B4-BE49-F238E27FC236}">
                <a16:creationId xmlns:a16="http://schemas.microsoft.com/office/drawing/2014/main" id="{6B705B6A-64BB-E1C8-9DA0-5C9A341DA53A}"/>
              </a:ext>
            </a:extLst>
          </p:cNvPr>
          <p:cNvSpPr/>
          <p:nvPr/>
        </p:nvSpPr>
        <p:spPr>
          <a:xfrm>
            <a:off x="9722858" y="1766069"/>
            <a:ext cx="1476415" cy="1476415"/>
          </a:xfrm>
          <a:prstGeom prst="ellipse">
            <a:avLst/>
          </a:prstGeom>
          <a:solidFill>
            <a:schemeClr val="tx1">
              <a:lumMod val="10000"/>
              <a:lumOff val="90000"/>
            </a:schemeClr>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latin typeface="Movistar Sans" pitchFamily="50" charset="0"/>
              <a:ea typeface="Movistar Sans" pitchFamily="50" charset="0"/>
            </a:endParaRPr>
          </a:p>
        </p:txBody>
      </p:sp>
      <p:sp>
        <p:nvSpPr>
          <p:cNvPr id="112" name="Oval 9__2">
            <a:extLst>
              <a:ext uri="{FF2B5EF4-FFF2-40B4-BE49-F238E27FC236}">
                <a16:creationId xmlns:a16="http://schemas.microsoft.com/office/drawing/2014/main" id="{0A962580-9144-42C0-F0D6-548948FEBF24}"/>
              </a:ext>
            </a:extLst>
          </p:cNvPr>
          <p:cNvSpPr/>
          <p:nvPr/>
        </p:nvSpPr>
        <p:spPr>
          <a:xfrm>
            <a:off x="7568686" y="1766069"/>
            <a:ext cx="1476415" cy="1476415"/>
          </a:xfrm>
          <a:prstGeom prst="ellipse">
            <a:avLst/>
          </a:prstGeom>
          <a:solidFill>
            <a:schemeClr val="tx1">
              <a:lumMod val="10000"/>
              <a:lumOff val="90000"/>
            </a:schemeClr>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latin typeface="Movistar Sans" pitchFamily="50" charset="0"/>
              <a:ea typeface="Movistar Sans" pitchFamily="50" charset="0"/>
            </a:endParaRPr>
          </a:p>
        </p:txBody>
      </p:sp>
      <p:sp>
        <p:nvSpPr>
          <p:cNvPr id="113" name="Oval 9__3">
            <a:extLst>
              <a:ext uri="{FF2B5EF4-FFF2-40B4-BE49-F238E27FC236}">
                <a16:creationId xmlns:a16="http://schemas.microsoft.com/office/drawing/2014/main" id="{43D58EE6-DCBD-A5FF-827F-335D2648389A}"/>
              </a:ext>
            </a:extLst>
          </p:cNvPr>
          <p:cNvSpPr/>
          <p:nvPr/>
        </p:nvSpPr>
        <p:spPr>
          <a:xfrm>
            <a:off x="5337114" y="1766069"/>
            <a:ext cx="1476415" cy="1476415"/>
          </a:xfrm>
          <a:prstGeom prst="ellipse">
            <a:avLst/>
          </a:prstGeom>
          <a:solidFill>
            <a:schemeClr val="tx1">
              <a:lumMod val="10000"/>
              <a:lumOff val="90000"/>
            </a:schemeClr>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solidFill>
              <a:latin typeface="Movistar Sans" pitchFamily="50" charset="0"/>
              <a:ea typeface="Movistar Sans" pitchFamily="50" charset="0"/>
            </a:endParaRPr>
          </a:p>
        </p:txBody>
      </p:sp>
      <p:sp>
        <p:nvSpPr>
          <p:cNvPr id="114" name="Oval 9__4">
            <a:extLst>
              <a:ext uri="{FF2B5EF4-FFF2-40B4-BE49-F238E27FC236}">
                <a16:creationId xmlns:a16="http://schemas.microsoft.com/office/drawing/2014/main" id="{3FFAF577-172C-EAF7-6D5C-E038F48AD67D}"/>
              </a:ext>
            </a:extLst>
          </p:cNvPr>
          <p:cNvSpPr/>
          <p:nvPr/>
        </p:nvSpPr>
        <p:spPr>
          <a:xfrm>
            <a:off x="3108630" y="1766069"/>
            <a:ext cx="1476415" cy="1476415"/>
          </a:xfrm>
          <a:prstGeom prst="ellipse">
            <a:avLst/>
          </a:prstGeom>
          <a:solidFill>
            <a:schemeClr val="tx1">
              <a:lumMod val="10000"/>
              <a:lumOff val="90000"/>
            </a:schemeClr>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Movistar Sans" pitchFamily="50" charset="0"/>
                <a:ea typeface="Movistar Sans" pitchFamily="50" charset="0"/>
              </a:rPr>
              <a:t>55%</a:t>
            </a:r>
          </a:p>
        </p:txBody>
      </p:sp>
      <p:sp>
        <p:nvSpPr>
          <p:cNvPr id="115" name="Oval 9__5">
            <a:extLst>
              <a:ext uri="{FF2B5EF4-FFF2-40B4-BE49-F238E27FC236}">
                <a16:creationId xmlns:a16="http://schemas.microsoft.com/office/drawing/2014/main" id="{E492E1FC-8826-BCBE-E1EF-45A851D7A535}"/>
              </a:ext>
            </a:extLst>
          </p:cNvPr>
          <p:cNvSpPr/>
          <p:nvPr/>
        </p:nvSpPr>
        <p:spPr>
          <a:xfrm>
            <a:off x="881003" y="1766069"/>
            <a:ext cx="1476415" cy="1476415"/>
          </a:xfrm>
          <a:prstGeom prst="ellipse">
            <a:avLst/>
          </a:prstGeom>
          <a:solidFill>
            <a:schemeClr val="tx1">
              <a:lumMod val="10000"/>
              <a:lumOff val="90000"/>
            </a:schemeClr>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Movistar Sans" pitchFamily="50" charset="0"/>
                <a:ea typeface="Movistar Sans" pitchFamily="50" charset="0"/>
              </a:rPr>
              <a:t>55%</a:t>
            </a:r>
          </a:p>
        </p:txBody>
      </p:sp>
      <p:sp>
        <p:nvSpPr>
          <p:cNvPr id="116" name="TextBox 10">
            <a:extLst>
              <a:ext uri="{FF2B5EF4-FFF2-40B4-BE49-F238E27FC236}">
                <a16:creationId xmlns:a16="http://schemas.microsoft.com/office/drawing/2014/main" id="{342C00A3-ABF5-AED2-4C3F-69ABCE1F4563}"/>
              </a:ext>
            </a:extLst>
          </p:cNvPr>
          <p:cNvSpPr txBox="1"/>
          <p:nvPr/>
        </p:nvSpPr>
        <p:spPr>
          <a:xfrm>
            <a:off x="1791142" y="1871597"/>
            <a:ext cx="65" cy="215444"/>
          </a:xfrm>
          <a:prstGeom prst="rect">
            <a:avLst/>
          </a:prstGeom>
          <a:noFill/>
        </p:spPr>
        <p:txBody>
          <a:bodyPr wrap="none" lIns="0" tIns="0" rIns="0" bIns="0" rtlCol="0" anchor="t" anchorCtr="0">
            <a:spAutoFit/>
          </a:bodyPr>
          <a:lstStyle/>
          <a:p>
            <a:pPr algn="ctr"/>
            <a:endParaRPr lang="en-IN" sz="1400" dirty="0">
              <a:solidFill>
                <a:schemeClr val="bg1">
                  <a:lumMod val="50000"/>
                </a:schemeClr>
              </a:solidFill>
              <a:latin typeface="Movistar Sans" pitchFamily="50" charset="0"/>
              <a:ea typeface="Movistar Sans" pitchFamily="50" charset="0"/>
            </a:endParaRPr>
          </a:p>
        </p:txBody>
      </p:sp>
      <p:sp>
        <p:nvSpPr>
          <p:cNvPr id="117" name="TextBox 12">
            <a:extLst>
              <a:ext uri="{FF2B5EF4-FFF2-40B4-BE49-F238E27FC236}">
                <a16:creationId xmlns:a16="http://schemas.microsoft.com/office/drawing/2014/main" id="{3B7BA862-2984-CDF9-B1D6-E0EBC7503FAA}"/>
              </a:ext>
            </a:extLst>
          </p:cNvPr>
          <p:cNvSpPr txBox="1"/>
          <p:nvPr/>
        </p:nvSpPr>
        <p:spPr>
          <a:xfrm>
            <a:off x="3916658" y="1871597"/>
            <a:ext cx="65" cy="215444"/>
          </a:xfrm>
          <a:prstGeom prst="rect">
            <a:avLst/>
          </a:prstGeom>
          <a:noFill/>
        </p:spPr>
        <p:txBody>
          <a:bodyPr wrap="none" lIns="0" tIns="0" rIns="0" bIns="0" rtlCol="0" anchor="t" anchorCtr="0">
            <a:spAutoFit/>
          </a:bodyPr>
          <a:lstStyle/>
          <a:p>
            <a:pPr algn="ctr"/>
            <a:endParaRPr lang="en-IN" sz="1400" dirty="0">
              <a:solidFill>
                <a:schemeClr val="bg1">
                  <a:lumMod val="50000"/>
                </a:schemeClr>
              </a:solidFill>
              <a:latin typeface="Movistar Sans" pitchFamily="50" charset="0"/>
              <a:ea typeface="Movistar Sans" pitchFamily="50" charset="0"/>
            </a:endParaRPr>
          </a:p>
        </p:txBody>
      </p:sp>
      <p:sp>
        <p:nvSpPr>
          <p:cNvPr id="118" name="TextBox 14">
            <a:extLst>
              <a:ext uri="{FF2B5EF4-FFF2-40B4-BE49-F238E27FC236}">
                <a16:creationId xmlns:a16="http://schemas.microsoft.com/office/drawing/2014/main" id="{745468B0-6E59-2E8B-83A8-F7FAB1A8F347}"/>
              </a:ext>
            </a:extLst>
          </p:cNvPr>
          <p:cNvSpPr txBox="1"/>
          <p:nvPr/>
        </p:nvSpPr>
        <p:spPr>
          <a:xfrm>
            <a:off x="6068758" y="1871597"/>
            <a:ext cx="65" cy="215444"/>
          </a:xfrm>
          <a:prstGeom prst="rect">
            <a:avLst/>
          </a:prstGeom>
          <a:noFill/>
        </p:spPr>
        <p:txBody>
          <a:bodyPr wrap="none" lIns="0" tIns="0" rIns="0" bIns="0" rtlCol="0" anchor="t" anchorCtr="0">
            <a:spAutoFit/>
          </a:bodyPr>
          <a:lstStyle/>
          <a:p>
            <a:pPr algn="ctr"/>
            <a:endParaRPr lang="en-IN" sz="1400" dirty="0">
              <a:solidFill>
                <a:schemeClr val="bg1">
                  <a:lumMod val="50000"/>
                </a:schemeClr>
              </a:solidFill>
              <a:latin typeface="Movistar Sans" pitchFamily="50" charset="0"/>
              <a:ea typeface="Movistar Sans" pitchFamily="50" charset="0"/>
            </a:endParaRPr>
          </a:p>
        </p:txBody>
      </p:sp>
      <p:sp>
        <p:nvSpPr>
          <p:cNvPr id="119" name="TextBox 27">
            <a:extLst>
              <a:ext uri="{FF2B5EF4-FFF2-40B4-BE49-F238E27FC236}">
                <a16:creationId xmlns:a16="http://schemas.microsoft.com/office/drawing/2014/main" id="{BFF47783-FC65-2442-4B03-DF4BBBCA1FA7}"/>
              </a:ext>
            </a:extLst>
          </p:cNvPr>
          <p:cNvSpPr txBox="1"/>
          <p:nvPr/>
        </p:nvSpPr>
        <p:spPr>
          <a:xfrm>
            <a:off x="8242498" y="1871598"/>
            <a:ext cx="65" cy="246221"/>
          </a:xfrm>
          <a:prstGeom prst="rect">
            <a:avLst/>
          </a:prstGeom>
          <a:noFill/>
        </p:spPr>
        <p:txBody>
          <a:bodyPr wrap="none" lIns="0" tIns="0" rIns="0" bIns="0" rtlCol="0" anchor="t" anchorCtr="0">
            <a:spAutoFit/>
          </a:bodyPr>
          <a:lstStyle/>
          <a:p>
            <a:pPr algn="ctr"/>
            <a:endParaRPr lang="en-IN" sz="1600" dirty="0">
              <a:solidFill>
                <a:schemeClr val="bg1">
                  <a:lumMod val="50000"/>
                </a:schemeClr>
              </a:solidFill>
              <a:latin typeface="Movistar Sans" pitchFamily="50" charset="0"/>
              <a:ea typeface="Movistar Sans" pitchFamily="50" charset="0"/>
            </a:endParaRPr>
          </a:p>
        </p:txBody>
      </p:sp>
      <p:sp>
        <p:nvSpPr>
          <p:cNvPr id="120" name="TextBox 37">
            <a:extLst>
              <a:ext uri="{FF2B5EF4-FFF2-40B4-BE49-F238E27FC236}">
                <a16:creationId xmlns:a16="http://schemas.microsoft.com/office/drawing/2014/main" id="{913B041C-7F4F-5B3D-7A6F-40406792EF54}"/>
              </a:ext>
            </a:extLst>
          </p:cNvPr>
          <p:cNvSpPr txBox="1"/>
          <p:nvPr/>
        </p:nvSpPr>
        <p:spPr>
          <a:xfrm>
            <a:off x="10394598" y="1871598"/>
            <a:ext cx="65" cy="246221"/>
          </a:xfrm>
          <a:prstGeom prst="rect">
            <a:avLst/>
          </a:prstGeom>
          <a:noFill/>
        </p:spPr>
        <p:txBody>
          <a:bodyPr wrap="none" lIns="0" tIns="0" rIns="0" bIns="0" rtlCol="0" anchor="t" anchorCtr="0">
            <a:spAutoFit/>
          </a:bodyPr>
          <a:lstStyle/>
          <a:p>
            <a:pPr algn="ctr"/>
            <a:endParaRPr lang="en-IN" sz="1600" dirty="0">
              <a:solidFill>
                <a:schemeClr val="bg1">
                  <a:lumMod val="50000"/>
                </a:schemeClr>
              </a:solidFill>
              <a:latin typeface="Movistar Sans" pitchFamily="50" charset="0"/>
              <a:ea typeface="Movistar Sans" pitchFamily="50" charset="0"/>
            </a:endParaRPr>
          </a:p>
        </p:txBody>
      </p:sp>
      <p:sp>
        <p:nvSpPr>
          <p:cNvPr id="121" name="Arc 4">
            <a:extLst>
              <a:ext uri="{FF2B5EF4-FFF2-40B4-BE49-F238E27FC236}">
                <a16:creationId xmlns:a16="http://schemas.microsoft.com/office/drawing/2014/main" id="{A2A51E7D-38F1-4324-94AE-E04FC40EBAD9}"/>
              </a:ext>
            </a:extLst>
          </p:cNvPr>
          <p:cNvSpPr/>
          <p:nvPr/>
        </p:nvSpPr>
        <p:spPr>
          <a:xfrm>
            <a:off x="881859" y="1766070"/>
            <a:ext cx="1476415" cy="1476415"/>
          </a:xfrm>
          <a:prstGeom prst="arc">
            <a:avLst>
              <a:gd name="adj1" fmla="val 9519649"/>
              <a:gd name="adj2" fmla="val 21480644"/>
            </a:avLst>
          </a:prstGeom>
          <a:solidFill>
            <a:schemeClr val="tx2"/>
          </a:solidFill>
          <a:ln w="28575" cap="sq">
            <a:solidFill>
              <a:schemeClr val="bg1">
                <a:lumMod val="85000"/>
                <a:alpha val="26000"/>
              </a:schemeClr>
            </a:solidFill>
            <a:headEnd type="none" w="lg" len="lg"/>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latin typeface="Movistar Sans" pitchFamily="50" charset="0"/>
              <a:ea typeface="Movistar Sans" pitchFamily="50" charset="0"/>
            </a:endParaRPr>
          </a:p>
        </p:txBody>
      </p:sp>
      <p:sp>
        <p:nvSpPr>
          <p:cNvPr id="122" name="Arc 5">
            <a:extLst>
              <a:ext uri="{FF2B5EF4-FFF2-40B4-BE49-F238E27FC236}">
                <a16:creationId xmlns:a16="http://schemas.microsoft.com/office/drawing/2014/main" id="{5B1ECABC-22E5-501D-BE60-B0521A695728}"/>
              </a:ext>
            </a:extLst>
          </p:cNvPr>
          <p:cNvSpPr/>
          <p:nvPr/>
        </p:nvSpPr>
        <p:spPr>
          <a:xfrm>
            <a:off x="3109486" y="1766070"/>
            <a:ext cx="1476415" cy="1476415"/>
          </a:xfrm>
          <a:prstGeom prst="arc">
            <a:avLst>
              <a:gd name="adj1" fmla="val 4271282"/>
              <a:gd name="adj2" fmla="val 21480644"/>
            </a:avLst>
          </a:prstGeom>
          <a:solidFill>
            <a:schemeClr val="tx1"/>
          </a:solidFill>
          <a:ln w="28575" cap="sq">
            <a:solidFill>
              <a:schemeClr val="bg1">
                <a:lumMod val="85000"/>
                <a:alpha val="26000"/>
              </a:schemeClr>
            </a:solidFill>
            <a:headEnd type="none" w="lg" len="lg"/>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latin typeface="Movistar Sans" pitchFamily="50" charset="0"/>
              <a:ea typeface="Movistar Sans" pitchFamily="50" charset="0"/>
            </a:endParaRPr>
          </a:p>
        </p:txBody>
      </p:sp>
      <p:sp>
        <p:nvSpPr>
          <p:cNvPr id="123" name="Arc 6">
            <a:extLst>
              <a:ext uri="{FF2B5EF4-FFF2-40B4-BE49-F238E27FC236}">
                <a16:creationId xmlns:a16="http://schemas.microsoft.com/office/drawing/2014/main" id="{D81E6B93-A00A-258D-29D4-D614DD9B97D8}"/>
              </a:ext>
            </a:extLst>
          </p:cNvPr>
          <p:cNvSpPr/>
          <p:nvPr/>
        </p:nvSpPr>
        <p:spPr>
          <a:xfrm>
            <a:off x="5337114" y="1766070"/>
            <a:ext cx="1476415" cy="1476415"/>
          </a:xfrm>
          <a:prstGeom prst="arc">
            <a:avLst>
              <a:gd name="adj1" fmla="val 1322597"/>
              <a:gd name="adj2" fmla="val 51421"/>
            </a:avLst>
          </a:prstGeom>
          <a:solidFill>
            <a:schemeClr val="accent4"/>
          </a:solidFill>
          <a:ln w="28575" cap="sq">
            <a:solidFill>
              <a:schemeClr val="bg1">
                <a:lumMod val="85000"/>
                <a:alpha val="26000"/>
              </a:schemeClr>
            </a:solidFill>
            <a:headEnd type="none" w="lg" len="lg"/>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latin typeface="Movistar Sans" pitchFamily="50" charset="0"/>
              <a:ea typeface="Movistar Sans" pitchFamily="50" charset="0"/>
            </a:endParaRPr>
          </a:p>
        </p:txBody>
      </p:sp>
      <p:sp>
        <p:nvSpPr>
          <p:cNvPr id="124" name="Arc 7">
            <a:extLst>
              <a:ext uri="{FF2B5EF4-FFF2-40B4-BE49-F238E27FC236}">
                <a16:creationId xmlns:a16="http://schemas.microsoft.com/office/drawing/2014/main" id="{93D3073C-2A34-E17B-A353-23F82D1F5B65}"/>
              </a:ext>
            </a:extLst>
          </p:cNvPr>
          <p:cNvSpPr/>
          <p:nvPr/>
        </p:nvSpPr>
        <p:spPr>
          <a:xfrm>
            <a:off x="7564742" y="1766070"/>
            <a:ext cx="1476415" cy="1476415"/>
          </a:xfrm>
          <a:prstGeom prst="arc">
            <a:avLst>
              <a:gd name="adj1" fmla="val 8937400"/>
              <a:gd name="adj2" fmla="val 21480644"/>
            </a:avLst>
          </a:prstGeom>
          <a:solidFill>
            <a:schemeClr val="accent2"/>
          </a:solidFill>
          <a:ln w="28575" cap="sq">
            <a:solidFill>
              <a:schemeClr val="bg1">
                <a:lumMod val="85000"/>
                <a:alpha val="26000"/>
              </a:schemeClr>
            </a:solidFill>
            <a:headEnd type="none" w="lg" len="lg"/>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latin typeface="Movistar Sans" pitchFamily="50" charset="0"/>
              <a:ea typeface="Movistar Sans" pitchFamily="50" charset="0"/>
            </a:endParaRPr>
          </a:p>
        </p:txBody>
      </p:sp>
      <p:sp>
        <p:nvSpPr>
          <p:cNvPr id="125" name="Oval 9__6">
            <a:extLst>
              <a:ext uri="{FF2B5EF4-FFF2-40B4-BE49-F238E27FC236}">
                <a16:creationId xmlns:a16="http://schemas.microsoft.com/office/drawing/2014/main" id="{E716D6E2-09B5-B5DE-6AFB-3C1962868785}"/>
              </a:ext>
            </a:extLst>
          </p:cNvPr>
          <p:cNvSpPr/>
          <p:nvPr/>
        </p:nvSpPr>
        <p:spPr>
          <a:xfrm>
            <a:off x="1131169" y="2018675"/>
            <a:ext cx="1000532" cy="1000532"/>
          </a:xfrm>
          <a:prstGeom prst="ellipse">
            <a:avLst/>
          </a:prstGeom>
          <a:solidFill>
            <a:schemeClr val="bg1"/>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Movistar Sans" pitchFamily="50" charset="0"/>
                <a:ea typeface="Movistar Sans" pitchFamily="50" charset="0"/>
              </a:rPr>
              <a:t>55%</a:t>
            </a:r>
          </a:p>
        </p:txBody>
      </p:sp>
      <p:sp>
        <p:nvSpPr>
          <p:cNvPr id="126" name="Oval 11">
            <a:extLst>
              <a:ext uri="{FF2B5EF4-FFF2-40B4-BE49-F238E27FC236}">
                <a16:creationId xmlns:a16="http://schemas.microsoft.com/office/drawing/2014/main" id="{3BB2DFF9-3F91-5CE6-F231-B788E67DFB80}"/>
              </a:ext>
            </a:extLst>
          </p:cNvPr>
          <p:cNvSpPr/>
          <p:nvPr/>
        </p:nvSpPr>
        <p:spPr>
          <a:xfrm>
            <a:off x="3344170" y="2000751"/>
            <a:ext cx="1000532" cy="1000532"/>
          </a:xfrm>
          <a:prstGeom prst="ellipse">
            <a:avLst/>
          </a:prstGeom>
          <a:solidFill>
            <a:schemeClr val="bg1"/>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Movistar Sans" pitchFamily="50" charset="0"/>
                <a:ea typeface="Movistar Sans" pitchFamily="50" charset="0"/>
              </a:rPr>
              <a:t>80%</a:t>
            </a:r>
          </a:p>
        </p:txBody>
      </p:sp>
      <p:sp>
        <p:nvSpPr>
          <p:cNvPr id="127" name="Oval 13">
            <a:extLst>
              <a:ext uri="{FF2B5EF4-FFF2-40B4-BE49-F238E27FC236}">
                <a16:creationId xmlns:a16="http://schemas.microsoft.com/office/drawing/2014/main" id="{833897BF-3C91-55A1-6A65-2437B9CCC514}"/>
              </a:ext>
            </a:extLst>
          </p:cNvPr>
          <p:cNvSpPr/>
          <p:nvPr/>
        </p:nvSpPr>
        <p:spPr>
          <a:xfrm>
            <a:off x="5568491" y="1979319"/>
            <a:ext cx="1000532" cy="1000532"/>
          </a:xfrm>
          <a:prstGeom prst="ellipse">
            <a:avLst/>
          </a:prstGeom>
          <a:solidFill>
            <a:schemeClr val="bg1"/>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Movistar Sans" pitchFamily="50" charset="0"/>
                <a:ea typeface="Movistar Sans" pitchFamily="50" charset="0"/>
              </a:rPr>
              <a:t>95%</a:t>
            </a:r>
          </a:p>
        </p:txBody>
      </p:sp>
      <p:sp>
        <p:nvSpPr>
          <p:cNvPr id="128" name="Oval 15">
            <a:extLst>
              <a:ext uri="{FF2B5EF4-FFF2-40B4-BE49-F238E27FC236}">
                <a16:creationId xmlns:a16="http://schemas.microsoft.com/office/drawing/2014/main" id="{D07F4113-9034-23BE-9B05-45D58091FB20}"/>
              </a:ext>
            </a:extLst>
          </p:cNvPr>
          <p:cNvSpPr/>
          <p:nvPr/>
        </p:nvSpPr>
        <p:spPr>
          <a:xfrm>
            <a:off x="7802683" y="1994709"/>
            <a:ext cx="1000532" cy="1000532"/>
          </a:xfrm>
          <a:prstGeom prst="ellipse">
            <a:avLst/>
          </a:prstGeom>
          <a:solidFill>
            <a:schemeClr val="bg1"/>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Movistar Sans" pitchFamily="50" charset="0"/>
                <a:ea typeface="Movistar Sans" pitchFamily="50" charset="0"/>
              </a:rPr>
              <a:t>65%</a:t>
            </a:r>
          </a:p>
        </p:txBody>
      </p:sp>
      <p:sp>
        <p:nvSpPr>
          <p:cNvPr id="129" name="Arc 32">
            <a:extLst>
              <a:ext uri="{FF2B5EF4-FFF2-40B4-BE49-F238E27FC236}">
                <a16:creationId xmlns:a16="http://schemas.microsoft.com/office/drawing/2014/main" id="{53A67859-EA4B-726E-08B4-7616F8DF0407}"/>
              </a:ext>
            </a:extLst>
          </p:cNvPr>
          <p:cNvSpPr/>
          <p:nvPr/>
        </p:nvSpPr>
        <p:spPr>
          <a:xfrm>
            <a:off x="9718914" y="1766070"/>
            <a:ext cx="1476415" cy="1476415"/>
          </a:xfrm>
          <a:prstGeom prst="arc">
            <a:avLst>
              <a:gd name="adj1" fmla="val 7111666"/>
              <a:gd name="adj2" fmla="val 21480644"/>
            </a:avLst>
          </a:prstGeom>
          <a:solidFill>
            <a:schemeClr val="accent3"/>
          </a:solidFill>
          <a:ln w="28575" cap="sq">
            <a:solidFill>
              <a:schemeClr val="bg1">
                <a:lumMod val="85000"/>
                <a:alpha val="26000"/>
              </a:schemeClr>
            </a:solidFill>
            <a:headEnd type="none" w="lg" len="lg"/>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dirty="0">
              <a:latin typeface="Movistar Sans" pitchFamily="50" charset="0"/>
              <a:ea typeface="Movistar Sans" pitchFamily="50" charset="0"/>
            </a:endParaRPr>
          </a:p>
        </p:txBody>
      </p:sp>
      <p:sp>
        <p:nvSpPr>
          <p:cNvPr id="130" name="Oval 33">
            <a:extLst>
              <a:ext uri="{FF2B5EF4-FFF2-40B4-BE49-F238E27FC236}">
                <a16:creationId xmlns:a16="http://schemas.microsoft.com/office/drawing/2014/main" id="{9ABFDBC9-DB6A-1D7B-3D07-DF6D15DF006E}"/>
              </a:ext>
            </a:extLst>
          </p:cNvPr>
          <p:cNvSpPr/>
          <p:nvPr/>
        </p:nvSpPr>
        <p:spPr>
          <a:xfrm>
            <a:off x="9956854" y="1994709"/>
            <a:ext cx="1000532" cy="1000532"/>
          </a:xfrm>
          <a:prstGeom prst="ellipse">
            <a:avLst/>
          </a:prstGeom>
          <a:solidFill>
            <a:schemeClr val="bg1"/>
          </a:solidFill>
          <a:ln w="3175" cap="rnd" cmpd="sng">
            <a:solidFill>
              <a:schemeClr val="bg1">
                <a:lumMod val="95000"/>
              </a:schemeClr>
            </a:solid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latin typeface="Movistar Sans" pitchFamily="50" charset="0"/>
                <a:ea typeface="Movistar Sans" pitchFamily="50" charset="0"/>
              </a:rPr>
              <a:t>70%</a:t>
            </a:r>
          </a:p>
        </p:txBody>
      </p:sp>
      <p:sp>
        <p:nvSpPr>
          <p:cNvPr id="131" name="Freeform 5">
            <a:extLst>
              <a:ext uri="{FF2B5EF4-FFF2-40B4-BE49-F238E27FC236}">
                <a16:creationId xmlns:a16="http://schemas.microsoft.com/office/drawing/2014/main" id="{F8D3B0E9-6A4E-8358-65D9-B07332EE7CE8}"/>
              </a:ext>
            </a:extLst>
          </p:cNvPr>
          <p:cNvSpPr/>
          <p:nvPr/>
        </p:nvSpPr>
        <p:spPr>
          <a:xfrm>
            <a:off x="479426" y="3417509"/>
            <a:ext cx="2257319" cy="2358259"/>
          </a:xfrm>
          <a:custGeom>
            <a:avLst/>
            <a:gdLst>
              <a:gd name="connsiteX0" fmla="*/ 1079941 w 2159882"/>
              <a:gd name="connsiteY0" fmla="*/ 0 h 1799588"/>
              <a:gd name="connsiteX1" fmla="*/ 1263390 w 2159882"/>
              <a:gd name="connsiteY1" fmla="*/ 158145 h 1799588"/>
              <a:gd name="connsiteX2" fmla="*/ 2159882 w 2159882"/>
              <a:gd name="connsiteY2" fmla="*/ 158145 h 1799588"/>
              <a:gd name="connsiteX3" fmla="*/ 2159882 w 2159882"/>
              <a:gd name="connsiteY3" fmla="*/ 1799588 h 1799588"/>
              <a:gd name="connsiteX4" fmla="*/ 0 w 2159882"/>
              <a:gd name="connsiteY4" fmla="*/ 1799588 h 1799588"/>
              <a:gd name="connsiteX5" fmla="*/ 0 w 2159882"/>
              <a:gd name="connsiteY5" fmla="*/ 158145 h 1799588"/>
              <a:gd name="connsiteX6" fmla="*/ 896492 w 2159882"/>
              <a:gd name="connsiteY6" fmla="*/ 158145 h 179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9882" h="1799588">
                <a:moveTo>
                  <a:pt x="1079941" y="0"/>
                </a:moveTo>
                <a:lnTo>
                  <a:pt x="1263390" y="158145"/>
                </a:lnTo>
                <a:lnTo>
                  <a:pt x="2159882" y="158145"/>
                </a:lnTo>
                <a:lnTo>
                  <a:pt x="2159882" y="1799588"/>
                </a:lnTo>
                <a:lnTo>
                  <a:pt x="0" y="1799588"/>
                </a:lnTo>
                <a:lnTo>
                  <a:pt x="0" y="158145"/>
                </a:lnTo>
                <a:lnTo>
                  <a:pt x="896492" y="158145"/>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ovistar Sans" pitchFamily="50" charset="0"/>
              <a:ea typeface="Movistar Sans" pitchFamily="50" charset="0"/>
            </a:endParaRPr>
          </a:p>
        </p:txBody>
      </p:sp>
      <p:sp>
        <p:nvSpPr>
          <p:cNvPr id="132" name="Freeform 17">
            <a:extLst>
              <a:ext uri="{FF2B5EF4-FFF2-40B4-BE49-F238E27FC236}">
                <a16:creationId xmlns:a16="http://schemas.microsoft.com/office/drawing/2014/main" id="{2E0FAD6C-F32E-1B2E-F68C-70A877106E57}"/>
              </a:ext>
            </a:extLst>
          </p:cNvPr>
          <p:cNvSpPr/>
          <p:nvPr/>
        </p:nvSpPr>
        <p:spPr>
          <a:xfrm>
            <a:off x="2722639" y="3417509"/>
            <a:ext cx="2257319" cy="2358259"/>
          </a:xfrm>
          <a:custGeom>
            <a:avLst/>
            <a:gdLst>
              <a:gd name="connsiteX0" fmla="*/ 1079941 w 2159882"/>
              <a:gd name="connsiteY0" fmla="*/ 0 h 1799588"/>
              <a:gd name="connsiteX1" fmla="*/ 1263390 w 2159882"/>
              <a:gd name="connsiteY1" fmla="*/ 158145 h 1799588"/>
              <a:gd name="connsiteX2" fmla="*/ 2159882 w 2159882"/>
              <a:gd name="connsiteY2" fmla="*/ 158145 h 1799588"/>
              <a:gd name="connsiteX3" fmla="*/ 2159882 w 2159882"/>
              <a:gd name="connsiteY3" fmla="*/ 1799588 h 1799588"/>
              <a:gd name="connsiteX4" fmla="*/ 0 w 2159882"/>
              <a:gd name="connsiteY4" fmla="*/ 1799588 h 1799588"/>
              <a:gd name="connsiteX5" fmla="*/ 0 w 2159882"/>
              <a:gd name="connsiteY5" fmla="*/ 158145 h 1799588"/>
              <a:gd name="connsiteX6" fmla="*/ 896492 w 2159882"/>
              <a:gd name="connsiteY6" fmla="*/ 158145 h 179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9882" h="1799588">
                <a:moveTo>
                  <a:pt x="1079941" y="0"/>
                </a:moveTo>
                <a:lnTo>
                  <a:pt x="1263390" y="158145"/>
                </a:lnTo>
                <a:lnTo>
                  <a:pt x="2159882" y="158145"/>
                </a:lnTo>
                <a:lnTo>
                  <a:pt x="2159882" y="1799588"/>
                </a:lnTo>
                <a:lnTo>
                  <a:pt x="0" y="1799588"/>
                </a:lnTo>
                <a:lnTo>
                  <a:pt x="0" y="158145"/>
                </a:lnTo>
                <a:lnTo>
                  <a:pt x="896492" y="158145"/>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bg1"/>
              </a:solidFill>
              <a:latin typeface="Movistar Sans" pitchFamily="50" charset="0"/>
              <a:ea typeface="Movistar Sans" pitchFamily="50" charset="0"/>
            </a:endParaRPr>
          </a:p>
        </p:txBody>
      </p:sp>
      <p:sp>
        <p:nvSpPr>
          <p:cNvPr id="133" name="Freeform 18">
            <a:extLst>
              <a:ext uri="{FF2B5EF4-FFF2-40B4-BE49-F238E27FC236}">
                <a16:creationId xmlns:a16="http://schemas.microsoft.com/office/drawing/2014/main" id="{A05FB584-2DC0-B2C5-45E2-2EFA2575BA14}"/>
              </a:ext>
            </a:extLst>
          </p:cNvPr>
          <p:cNvSpPr/>
          <p:nvPr/>
        </p:nvSpPr>
        <p:spPr>
          <a:xfrm>
            <a:off x="4971823" y="3417509"/>
            <a:ext cx="2257319" cy="2358259"/>
          </a:xfrm>
          <a:custGeom>
            <a:avLst/>
            <a:gdLst>
              <a:gd name="connsiteX0" fmla="*/ 1079941 w 2159882"/>
              <a:gd name="connsiteY0" fmla="*/ 0 h 1799588"/>
              <a:gd name="connsiteX1" fmla="*/ 1263390 w 2159882"/>
              <a:gd name="connsiteY1" fmla="*/ 158145 h 1799588"/>
              <a:gd name="connsiteX2" fmla="*/ 2159882 w 2159882"/>
              <a:gd name="connsiteY2" fmla="*/ 158145 h 1799588"/>
              <a:gd name="connsiteX3" fmla="*/ 2159882 w 2159882"/>
              <a:gd name="connsiteY3" fmla="*/ 1799588 h 1799588"/>
              <a:gd name="connsiteX4" fmla="*/ 0 w 2159882"/>
              <a:gd name="connsiteY4" fmla="*/ 1799588 h 1799588"/>
              <a:gd name="connsiteX5" fmla="*/ 0 w 2159882"/>
              <a:gd name="connsiteY5" fmla="*/ 158145 h 1799588"/>
              <a:gd name="connsiteX6" fmla="*/ 896492 w 2159882"/>
              <a:gd name="connsiteY6" fmla="*/ 158145 h 179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9882" h="1799588">
                <a:moveTo>
                  <a:pt x="1079941" y="0"/>
                </a:moveTo>
                <a:lnTo>
                  <a:pt x="1263390" y="158145"/>
                </a:lnTo>
                <a:lnTo>
                  <a:pt x="2159882" y="158145"/>
                </a:lnTo>
                <a:lnTo>
                  <a:pt x="2159882" y="1799588"/>
                </a:lnTo>
                <a:lnTo>
                  <a:pt x="0" y="1799588"/>
                </a:lnTo>
                <a:lnTo>
                  <a:pt x="0" y="158145"/>
                </a:lnTo>
                <a:lnTo>
                  <a:pt x="896492" y="158145"/>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ovistar Sans" pitchFamily="50" charset="0"/>
              <a:ea typeface="Movistar Sans" pitchFamily="50" charset="0"/>
            </a:endParaRPr>
          </a:p>
        </p:txBody>
      </p:sp>
      <p:sp>
        <p:nvSpPr>
          <p:cNvPr id="134" name="Freeform 19">
            <a:extLst>
              <a:ext uri="{FF2B5EF4-FFF2-40B4-BE49-F238E27FC236}">
                <a16:creationId xmlns:a16="http://schemas.microsoft.com/office/drawing/2014/main" id="{CD1A43ED-5035-0A12-B5F6-FA0827EC3674}"/>
              </a:ext>
            </a:extLst>
          </p:cNvPr>
          <p:cNvSpPr/>
          <p:nvPr/>
        </p:nvSpPr>
        <p:spPr>
          <a:xfrm>
            <a:off x="7206074" y="3417509"/>
            <a:ext cx="2257319" cy="2358259"/>
          </a:xfrm>
          <a:custGeom>
            <a:avLst/>
            <a:gdLst>
              <a:gd name="connsiteX0" fmla="*/ 1079941 w 2159882"/>
              <a:gd name="connsiteY0" fmla="*/ 0 h 1799588"/>
              <a:gd name="connsiteX1" fmla="*/ 1263390 w 2159882"/>
              <a:gd name="connsiteY1" fmla="*/ 158145 h 1799588"/>
              <a:gd name="connsiteX2" fmla="*/ 2159882 w 2159882"/>
              <a:gd name="connsiteY2" fmla="*/ 158145 h 1799588"/>
              <a:gd name="connsiteX3" fmla="*/ 2159882 w 2159882"/>
              <a:gd name="connsiteY3" fmla="*/ 1799588 h 1799588"/>
              <a:gd name="connsiteX4" fmla="*/ 0 w 2159882"/>
              <a:gd name="connsiteY4" fmla="*/ 1799588 h 1799588"/>
              <a:gd name="connsiteX5" fmla="*/ 0 w 2159882"/>
              <a:gd name="connsiteY5" fmla="*/ 158145 h 1799588"/>
              <a:gd name="connsiteX6" fmla="*/ 896492 w 2159882"/>
              <a:gd name="connsiteY6" fmla="*/ 158145 h 179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9882" h="1799588">
                <a:moveTo>
                  <a:pt x="1079941" y="0"/>
                </a:moveTo>
                <a:lnTo>
                  <a:pt x="1263390" y="158145"/>
                </a:lnTo>
                <a:lnTo>
                  <a:pt x="2159882" y="158145"/>
                </a:lnTo>
                <a:lnTo>
                  <a:pt x="2159882" y="1799588"/>
                </a:lnTo>
                <a:lnTo>
                  <a:pt x="0" y="1799588"/>
                </a:lnTo>
                <a:lnTo>
                  <a:pt x="0" y="158145"/>
                </a:lnTo>
                <a:lnTo>
                  <a:pt x="896492" y="15814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ovistar Sans" pitchFamily="50" charset="0"/>
              <a:ea typeface="Movistar Sans" pitchFamily="50" charset="0"/>
            </a:endParaRPr>
          </a:p>
        </p:txBody>
      </p:sp>
      <p:sp>
        <p:nvSpPr>
          <p:cNvPr id="135" name="Freeform 44">
            <a:extLst>
              <a:ext uri="{FF2B5EF4-FFF2-40B4-BE49-F238E27FC236}">
                <a16:creationId xmlns:a16="http://schemas.microsoft.com/office/drawing/2014/main" id="{EFC69EA7-4D65-FA6A-5F71-284E2922BEAD}"/>
              </a:ext>
            </a:extLst>
          </p:cNvPr>
          <p:cNvSpPr/>
          <p:nvPr/>
        </p:nvSpPr>
        <p:spPr>
          <a:xfrm>
            <a:off x="9455258" y="3417509"/>
            <a:ext cx="2257319" cy="2358259"/>
          </a:xfrm>
          <a:custGeom>
            <a:avLst/>
            <a:gdLst>
              <a:gd name="connsiteX0" fmla="*/ 1079941 w 2159882"/>
              <a:gd name="connsiteY0" fmla="*/ 0 h 1799588"/>
              <a:gd name="connsiteX1" fmla="*/ 1263390 w 2159882"/>
              <a:gd name="connsiteY1" fmla="*/ 158145 h 1799588"/>
              <a:gd name="connsiteX2" fmla="*/ 2159882 w 2159882"/>
              <a:gd name="connsiteY2" fmla="*/ 158145 h 1799588"/>
              <a:gd name="connsiteX3" fmla="*/ 2159882 w 2159882"/>
              <a:gd name="connsiteY3" fmla="*/ 1799588 h 1799588"/>
              <a:gd name="connsiteX4" fmla="*/ 0 w 2159882"/>
              <a:gd name="connsiteY4" fmla="*/ 1799588 h 1799588"/>
              <a:gd name="connsiteX5" fmla="*/ 0 w 2159882"/>
              <a:gd name="connsiteY5" fmla="*/ 158145 h 1799588"/>
              <a:gd name="connsiteX6" fmla="*/ 896492 w 2159882"/>
              <a:gd name="connsiteY6" fmla="*/ 158145 h 1799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159882" h="1799588">
                <a:moveTo>
                  <a:pt x="1079941" y="0"/>
                </a:moveTo>
                <a:lnTo>
                  <a:pt x="1263390" y="158145"/>
                </a:lnTo>
                <a:lnTo>
                  <a:pt x="2159882" y="158145"/>
                </a:lnTo>
                <a:lnTo>
                  <a:pt x="2159882" y="1799588"/>
                </a:lnTo>
                <a:lnTo>
                  <a:pt x="0" y="1799588"/>
                </a:lnTo>
                <a:lnTo>
                  <a:pt x="0" y="158145"/>
                </a:lnTo>
                <a:lnTo>
                  <a:pt x="896492" y="15814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latin typeface="Movistar Sans" pitchFamily="50" charset="0"/>
              <a:ea typeface="Movistar Sans" pitchFamily="50" charset="0"/>
            </a:endParaRPr>
          </a:p>
        </p:txBody>
      </p:sp>
      <p:sp>
        <p:nvSpPr>
          <p:cNvPr id="136" name="TextBox 47">
            <a:extLst>
              <a:ext uri="{FF2B5EF4-FFF2-40B4-BE49-F238E27FC236}">
                <a16:creationId xmlns:a16="http://schemas.microsoft.com/office/drawing/2014/main" id="{7318DAF4-FF91-4424-B3EA-0B724E693269}"/>
              </a:ext>
            </a:extLst>
          </p:cNvPr>
          <p:cNvSpPr txBox="1"/>
          <p:nvPr/>
        </p:nvSpPr>
        <p:spPr>
          <a:xfrm>
            <a:off x="633312" y="4486536"/>
            <a:ext cx="1943035" cy="677108"/>
          </a:xfrm>
          <a:prstGeom prst="rect">
            <a:avLst/>
          </a:prstGeom>
          <a:noFill/>
        </p:spPr>
        <p:txBody>
          <a:bodyPr wrap="square" lIns="0" tIns="0" rIns="0" bIns="0" rtlCol="0" anchor="t" anchorCtr="0">
            <a:spAutoFit/>
          </a:bodyPr>
          <a:lstStyle/>
          <a:p>
            <a:pPr algn="ctr"/>
            <a:r>
              <a:rPr lang="en-GB" sz="1100" dirty="0" err="1">
                <a:solidFill>
                  <a:schemeClr val="bg1"/>
                </a:solidFill>
                <a:latin typeface="Movistar Sans" pitchFamily="50" charset="0"/>
                <a:ea typeface="Movistar Sans" pitchFamily="50" charset="0"/>
              </a:rPr>
              <a:t>Rorehenditate</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vel</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ini</a:t>
            </a:r>
            <a:r>
              <a:rPr lang="en-GB" sz="1100" dirty="0">
                <a:solidFill>
                  <a:schemeClr val="bg1"/>
                </a:solidFill>
                <a:latin typeface="Movistar Sans" pitchFamily="50" charset="0"/>
                <a:ea typeface="Movistar Sans" pitchFamily="50" charset="0"/>
              </a:rPr>
              <a:t> que </a:t>
            </a:r>
            <a:r>
              <a:rPr lang="en-GB" sz="1100" dirty="0" err="1">
                <a:solidFill>
                  <a:schemeClr val="bg1"/>
                </a:solidFill>
                <a:latin typeface="Movistar Sans" pitchFamily="50" charset="0"/>
                <a:ea typeface="Movistar Sans" pitchFamily="50" charset="0"/>
              </a:rPr>
              <a:t>eumetures</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aut</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magnimos</a:t>
            </a:r>
            <a:r>
              <a:rPr lang="en-GB" sz="1100" dirty="0">
                <a:solidFill>
                  <a:schemeClr val="bg1"/>
                </a:solidFill>
                <a:latin typeface="Movistar Sans" pitchFamily="50" charset="0"/>
                <a:ea typeface="Movistar Sans" pitchFamily="50" charset="0"/>
              </a:rPr>
              <a:t> et </a:t>
            </a:r>
            <a:r>
              <a:rPr lang="en-GB" sz="1100" dirty="0" err="1">
                <a:solidFill>
                  <a:schemeClr val="bg1"/>
                </a:solidFill>
                <a:latin typeface="Movistar Sans" pitchFamily="50" charset="0"/>
                <a:ea typeface="Movistar Sans" pitchFamily="50" charset="0"/>
              </a:rPr>
              <a:t>harum</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corios</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eossum</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eos</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poribus</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aperumq</a:t>
            </a:r>
            <a:r>
              <a:rPr lang="en-GB" sz="1100" dirty="0">
                <a:solidFill>
                  <a:schemeClr val="bg1"/>
                </a:solidFill>
                <a:latin typeface="Movistar Sans" pitchFamily="50" charset="0"/>
                <a:ea typeface="Movistar Sans" pitchFamily="50" charset="0"/>
              </a:rPr>
              <a:t>.</a:t>
            </a:r>
            <a:endParaRPr lang="en-US" altLang="ko-KR" sz="1100" dirty="0">
              <a:solidFill>
                <a:schemeClr val="bg1"/>
              </a:solidFill>
              <a:latin typeface="Movistar Sans" pitchFamily="50" charset="0"/>
              <a:ea typeface="Movistar Sans" pitchFamily="50" charset="0"/>
              <a:cs typeface="Movistar Sans" pitchFamily="34" charset="0"/>
            </a:endParaRPr>
          </a:p>
        </p:txBody>
      </p:sp>
      <p:sp>
        <p:nvSpPr>
          <p:cNvPr id="137" name="TextBox 48">
            <a:extLst>
              <a:ext uri="{FF2B5EF4-FFF2-40B4-BE49-F238E27FC236}">
                <a16:creationId xmlns:a16="http://schemas.microsoft.com/office/drawing/2014/main" id="{88D32096-70A2-178F-A77B-1D0E8304E18C}"/>
              </a:ext>
            </a:extLst>
          </p:cNvPr>
          <p:cNvSpPr txBox="1"/>
          <p:nvPr/>
        </p:nvSpPr>
        <p:spPr>
          <a:xfrm>
            <a:off x="569351" y="3866567"/>
            <a:ext cx="2070956" cy="492443"/>
          </a:xfrm>
          <a:prstGeom prst="rect">
            <a:avLst/>
          </a:prstGeom>
          <a:noFill/>
        </p:spPr>
        <p:txBody>
          <a:bodyPr wrap="square" lIns="0" tIns="0" rIns="0" bIns="0" rtlCol="0" anchor="t" anchorCtr="0">
            <a:spAutoFit/>
          </a:bodyPr>
          <a:lstStyle/>
          <a:p>
            <a:pPr algn="ctr"/>
            <a:r>
              <a:rPr lang="en-IN" sz="1600" b="1" dirty="0">
                <a:solidFill>
                  <a:schemeClr val="bg1"/>
                </a:solidFill>
                <a:latin typeface="Movistar Sans" pitchFamily="50" charset="0"/>
                <a:ea typeface="Movistar Sans" pitchFamily="50" charset="0"/>
              </a:rPr>
              <a:t>Escribe </a:t>
            </a:r>
            <a:r>
              <a:rPr lang="en-IN" sz="1600" b="1" dirty="0" err="1">
                <a:solidFill>
                  <a:schemeClr val="bg1"/>
                </a:solidFill>
                <a:latin typeface="Movistar Sans" pitchFamily="50" charset="0"/>
                <a:ea typeface="Movistar Sans" pitchFamily="50" charset="0"/>
              </a:rPr>
              <a:t>aqu</a:t>
            </a:r>
            <a:r>
              <a:rPr lang="es-ES" sz="1600" b="1" dirty="0">
                <a:solidFill>
                  <a:schemeClr val="bg1"/>
                </a:solidFill>
                <a:latin typeface="Movistar Sans" pitchFamily="50" charset="0"/>
                <a:ea typeface="Movistar Sans" pitchFamily="50" charset="0"/>
              </a:rPr>
              <a:t>í </a:t>
            </a:r>
            <a:br>
              <a:rPr lang="es-ES" sz="1600" b="1" dirty="0">
                <a:solidFill>
                  <a:schemeClr val="bg1"/>
                </a:solidFill>
                <a:latin typeface="Movistar Sans" pitchFamily="50" charset="0"/>
                <a:ea typeface="Movistar Sans" pitchFamily="50" charset="0"/>
              </a:rPr>
            </a:br>
            <a:r>
              <a:rPr lang="es-ES" sz="1600" b="1" dirty="0">
                <a:solidFill>
                  <a:schemeClr val="bg1"/>
                </a:solidFill>
                <a:latin typeface="Movistar Sans" pitchFamily="50" charset="0"/>
                <a:ea typeface="Movistar Sans" pitchFamily="50" charset="0"/>
              </a:rPr>
              <a:t>el título</a:t>
            </a:r>
            <a:endParaRPr lang="en-IN" sz="1600" b="1" dirty="0">
              <a:solidFill>
                <a:schemeClr val="bg1"/>
              </a:solidFill>
              <a:latin typeface="Movistar Sans" pitchFamily="50" charset="0"/>
              <a:ea typeface="Movistar Sans" pitchFamily="50" charset="0"/>
            </a:endParaRPr>
          </a:p>
        </p:txBody>
      </p:sp>
      <p:sp>
        <p:nvSpPr>
          <p:cNvPr id="138" name="TextBox 55">
            <a:extLst>
              <a:ext uri="{FF2B5EF4-FFF2-40B4-BE49-F238E27FC236}">
                <a16:creationId xmlns:a16="http://schemas.microsoft.com/office/drawing/2014/main" id="{15602657-0D91-102B-166A-0132CF5D64B6}"/>
              </a:ext>
            </a:extLst>
          </p:cNvPr>
          <p:cNvSpPr txBox="1"/>
          <p:nvPr/>
        </p:nvSpPr>
        <p:spPr>
          <a:xfrm>
            <a:off x="2886265" y="4486536"/>
            <a:ext cx="1943035" cy="677108"/>
          </a:xfrm>
          <a:prstGeom prst="rect">
            <a:avLst/>
          </a:prstGeom>
          <a:noFill/>
        </p:spPr>
        <p:txBody>
          <a:bodyPr wrap="square" lIns="0" tIns="0" rIns="0" bIns="0" rtlCol="0" anchor="t" anchorCtr="0">
            <a:spAutoFit/>
          </a:bodyPr>
          <a:lstStyle/>
          <a:p>
            <a:pPr algn="ctr"/>
            <a:r>
              <a:rPr lang="en-GB" sz="1100" dirty="0" err="1">
                <a:solidFill>
                  <a:schemeClr val="bg1"/>
                </a:solidFill>
                <a:latin typeface="Movistar Sans" pitchFamily="50" charset="0"/>
                <a:ea typeface="Movistar Sans" pitchFamily="50" charset="0"/>
              </a:rPr>
              <a:t>Rorehenditate</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vel</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ini</a:t>
            </a:r>
            <a:r>
              <a:rPr lang="en-GB" sz="1100" dirty="0">
                <a:solidFill>
                  <a:schemeClr val="bg1"/>
                </a:solidFill>
                <a:latin typeface="Movistar Sans" pitchFamily="50" charset="0"/>
                <a:ea typeface="Movistar Sans" pitchFamily="50" charset="0"/>
              </a:rPr>
              <a:t> que </a:t>
            </a:r>
            <a:r>
              <a:rPr lang="en-GB" sz="1100" dirty="0" err="1">
                <a:solidFill>
                  <a:schemeClr val="bg1"/>
                </a:solidFill>
                <a:latin typeface="Movistar Sans" pitchFamily="50" charset="0"/>
                <a:ea typeface="Movistar Sans" pitchFamily="50" charset="0"/>
              </a:rPr>
              <a:t>eumetures</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aut</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magnimos</a:t>
            </a:r>
            <a:r>
              <a:rPr lang="en-GB" sz="1100" dirty="0">
                <a:solidFill>
                  <a:schemeClr val="bg1"/>
                </a:solidFill>
                <a:latin typeface="Movistar Sans" pitchFamily="50" charset="0"/>
                <a:ea typeface="Movistar Sans" pitchFamily="50" charset="0"/>
              </a:rPr>
              <a:t> et </a:t>
            </a:r>
            <a:r>
              <a:rPr lang="en-GB" sz="1100" dirty="0" err="1">
                <a:solidFill>
                  <a:schemeClr val="bg1"/>
                </a:solidFill>
                <a:latin typeface="Movistar Sans" pitchFamily="50" charset="0"/>
                <a:ea typeface="Movistar Sans" pitchFamily="50" charset="0"/>
              </a:rPr>
              <a:t>harum</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corios</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eossum</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eos</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poribus</a:t>
            </a:r>
            <a:r>
              <a:rPr lang="en-GB" sz="1100" dirty="0">
                <a:solidFill>
                  <a:schemeClr val="bg1"/>
                </a:solidFill>
                <a:latin typeface="Movistar Sans" pitchFamily="50" charset="0"/>
                <a:ea typeface="Movistar Sans" pitchFamily="50" charset="0"/>
              </a:rPr>
              <a:t> </a:t>
            </a:r>
            <a:r>
              <a:rPr lang="en-GB" sz="1100" dirty="0" err="1">
                <a:solidFill>
                  <a:schemeClr val="bg1"/>
                </a:solidFill>
                <a:latin typeface="Movistar Sans" pitchFamily="50" charset="0"/>
                <a:ea typeface="Movistar Sans" pitchFamily="50" charset="0"/>
              </a:rPr>
              <a:t>aperumq</a:t>
            </a:r>
            <a:r>
              <a:rPr lang="en-GB" sz="1100" dirty="0">
                <a:solidFill>
                  <a:schemeClr val="bg1"/>
                </a:solidFill>
                <a:latin typeface="Movistar Sans" pitchFamily="50" charset="0"/>
                <a:ea typeface="Movistar Sans" pitchFamily="50" charset="0"/>
              </a:rPr>
              <a:t>.</a:t>
            </a:r>
            <a:endParaRPr lang="en-US" altLang="ko-KR" sz="1100" dirty="0">
              <a:solidFill>
                <a:schemeClr val="bg1"/>
              </a:solidFill>
              <a:latin typeface="Movistar Sans" pitchFamily="50" charset="0"/>
              <a:ea typeface="Movistar Sans" pitchFamily="50" charset="0"/>
              <a:cs typeface="Movistar Sans" pitchFamily="34" charset="0"/>
            </a:endParaRPr>
          </a:p>
        </p:txBody>
      </p:sp>
      <p:sp>
        <p:nvSpPr>
          <p:cNvPr id="139" name="TextBox 56">
            <a:extLst>
              <a:ext uri="{FF2B5EF4-FFF2-40B4-BE49-F238E27FC236}">
                <a16:creationId xmlns:a16="http://schemas.microsoft.com/office/drawing/2014/main" id="{F1998240-1374-551A-B9D0-322B5E35DC62}"/>
              </a:ext>
            </a:extLst>
          </p:cNvPr>
          <p:cNvSpPr txBox="1"/>
          <p:nvPr/>
        </p:nvSpPr>
        <p:spPr>
          <a:xfrm>
            <a:off x="2822305" y="3866567"/>
            <a:ext cx="2070956" cy="492443"/>
          </a:xfrm>
          <a:prstGeom prst="rect">
            <a:avLst/>
          </a:prstGeom>
          <a:noFill/>
        </p:spPr>
        <p:txBody>
          <a:bodyPr wrap="square" lIns="0" tIns="0" rIns="0" bIns="0" rtlCol="0" anchor="t" anchorCtr="0">
            <a:spAutoFit/>
          </a:bodyPr>
          <a:lstStyle/>
          <a:p>
            <a:pPr algn="ctr"/>
            <a:r>
              <a:rPr lang="en-IN" sz="1600" b="1" dirty="0">
                <a:solidFill>
                  <a:schemeClr val="bg1"/>
                </a:solidFill>
                <a:latin typeface="Movistar Sans" pitchFamily="50" charset="0"/>
                <a:ea typeface="Movistar Sans" pitchFamily="50" charset="0"/>
              </a:rPr>
              <a:t>Escribe </a:t>
            </a:r>
            <a:r>
              <a:rPr lang="en-IN" sz="1600" b="1" dirty="0" err="1">
                <a:solidFill>
                  <a:schemeClr val="bg1"/>
                </a:solidFill>
                <a:latin typeface="Movistar Sans" pitchFamily="50" charset="0"/>
                <a:ea typeface="Movistar Sans" pitchFamily="50" charset="0"/>
              </a:rPr>
              <a:t>aqu</a:t>
            </a:r>
            <a:r>
              <a:rPr lang="es-ES" sz="1600" b="1" dirty="0">
                <a:solidFill>
                  <a:schemeClr val="bg1"/>
                </a:solidFill>
                <a:latin typeface="Movistar Sans" pitchFamily="50" charset="0"/>
                <a:ea typeface="Movistar Sans" pitchFamily="50" charset="0"/>
              </a:rPr>
              <a:t>í </a:t>
            </a:r>
            <a:br>
              <a:rPr lang="es-ES" sz="1600" b="1" dirty="0">
                <a:solidFill>
                  <a:schemeClr val="bg1"/>
                </a:solidFill>
                <a:latin typeface="Movistar Sans" pitchFamily="50" charset="0"/>
                <a:ea typeface="Movistar Sans" pitchFamily="50" charset="0"/>
              </a:rPr>
            </a:br>
            <a:r>
              <a:rPr lang="es-ES" sz="1600" b="1" dirty="0">
                <a:solidFill>
                  <a:schemeClr val="bg1"/>
                </a:solidFill>
                <a:latin typeface="Movistar Sans" pitchFamily="50" charset="0"/>
                <a:ea typeface="Movistar Sans" pitchFamily="50" charset="0"/>
              </a:rPr>
              <a:t>el título</a:t>
            </a:r>
            <a:endParaRPr lang="en-IN" sz="1600" b="1" dirty="0">
              <a:solidFill>
                <a:schemeClr val="bg1"/>
              </a:solidFill>
              <a:latin typeface="Movistar Sans" pitchFamily="50" charset="0"/>
              <a:ea typeface="Movistar Sans" pitchFamily="50" charset="0"/>
            </a:endParaRPr>
          </a:p>
        </p:txBody>
      </p:sp>
      <p:sp>
        <p:nvSpPr>
          <p:cNvPr id="140" name="TextBox 57">
            <a:extLst>
              <a:ext uri="{FF2B5EF4-FFF2-40B4-BE49-F238E27FC236}">
                <a16:creationId xmlns:a16="http://schemas.microsoft.com/office/drawing/2014/main" id="{C5CD8B94-1801-2D2F-29C7-EF98350445C0}"/>
              </a:ext>
            </a:extLst>
          </p:cNvPr>
          <p:cNvSpPr txBox="1"/>
          <p:nvPr/>
        </p:nvSpPr>
        <p:spPr>
          <a:xfrm>
            <a:off x="5113519" y="4486537"/>
            <a:ext cx="1943035" cy="846386"/>
          </a:xfrm>
          <a:prstGeom prst="rect">
            <a:avLst/>
          </a:prstGeom>
          <a:noFill/>
        </p:spPr>
        <p:txBody>
          <a:bodyPr wrap="square" lIns="0" tIns="0" rIns="0" bIns="0" rtlCol="0" anchor="t" anchorCtr="0">
            <a:spAutoFit/>
          </a:bodyPr>
          <a:lstStyle/>
          <a:p>
            <a:pPr algn="ctr"/>
            <a:r>
              <a:rPr lang="en-GB" sz="1100" dirty="0" err="1">
                <a:solidFill>
                  <a:schemeClr val="bg2">
                    <a:lumMod val="10000"/>
                  </a:schemeClr>
                </a:solidFill>
                <a:latin typeface="Movistar Sans" pitchFamily="50" charset="0"/>
                <a:ea typeface="Movistar Sans" pitchFamily="50" charset="0"/>
              </a:rPr>
              <a:t>Rorehenditate</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vel</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ini</a:t>
            </a:r>
            <a:r>
              <a:rPr lang="en-GB" sz="1100" dirty="0">
                <a:solidFill>
                  <a:schemeClr val="bg2">
                    <a:lumMod val="10000"/>
                  </a:schemeClr>
                </a:solidFill>
                <a:latin typeface="Movistar Sans" pitchFamily="50" charset="0"/>
                <a:ea typeface="Movistar Sans" pitchFamily="50" charset="0"/>
              </a:rPr>
              <a:t> que </a:t>
            </a:r>
            <a:r>
              <a:rPr lang="en-GB" sz="1100" dirty="0" err="1">
                <a:solidFill>
                  <a:schemeClr val="bg2">
                    <a:lumMod val="10000"/>
                  </a:schemeClr>
                </a:solidFill>
                <a:latin typeface="Movistar Sans" pitchFamily="50" charset="0"/>
                <a:ea typeface="Movistar Sans" pitchFamily="50" charset="0"/>
              </a:rPr>
              <a:t>eumetures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aut</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magnimos</a:t>
            </a:r>
            <a:r>
              <a:rPr lang="en-GB" sz="1100" dirty="0">
                <a:solidFill>
                  <a:schemeClr val="bg2">
                    <a:lumMod val="10000"/>
                  </a:schemeClr>
                </a:solidFill>
                <a:latin typeface="Movistar Sans" pitchFamily="50" charset="0"/>
                <a:ea typeface="Movistar Sans" pitchFamily="50" charset="0"/>
              </a:rPr>
              <a:t> et </a:t>
            </a:r>
            <a:r>
              <a:rPr lang="en-GB" sz="1100" dirty="0" err="1">
                <a:solidFill>
                  <a:schemeClr val="bg2">
                    <a:lumMod val="10000"/>
                  </a:schemeClr>
                </a:solidFill>
                <a:latin typeface="Movistar Sans" pitchFamily="50" charset="0"/>
                <a:ea typeface="Movistar Sans" pitchFamily="50" charset="0"/>
              </a:rPr>
              <a:t>harum</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corios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eossum</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eos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poribus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aperumq</a:t>
            </a:r>
            <a:r>
              <a:rPr lang="en-GB" sz="1100" dirty="0">
                <a:solidFill>
                  <a:schemeClr val="bg2">
                    <a:lumMod val="10000"/>
                  </a:schemeClr>
                </a:solidFill>
                <a:latin typeface="Movistar Sans" pitchFamily="50" charset="0"/>
                <a:ea typeface="Movistar Sans" pitchFamily="50" charset="0"/>
              </a:rPr>
              <a:t>.</a:t>
            </a:r>
            <a:endParaRPr lang="en-US" altLang="ko-KR" sz="1100" dirty="0">
              <a:solidFill>
                <a:schemeClr val="bg2">
                  <a:lumMod val="10000"/>
                </a:schemeClr>
              </a:solidFill>
              <a:latin typeface="Movistar Sans" pitchFamily="50" charset="0"/>
              <a:ea typeface="Movistar Sans" pitchFamily="50" charset="0"/>
              <a:cs typeface="Movistar Sans" pitchFamily="34" charset="0"/>
            </a:endParaRPr>
          </a:p>
          <a:p>
            <a:pPr algn="ctr"/>
            <a:endParaRPr lang="en-US" altLang="ko-KR" sz="1100" dirty="0">
              <a:solidFill>
                <a:schemeClr val="bg2">
                  <a:lumMod val="10000"/>
                </a:schemeClr>
              </a:solidFill>
              <a:latin typeface="Movistar Sans" pitchFamily="50" charset="0"/>
              <a:ea typeface="Movistar Sans" pitchFamily="50" charset="0"/>
              <a:cs typeface="Movistar Sans" pitchFamily="34" charset="0"/>
            </a:endParaRPr>
          </a:p>
        </p:txBody>
      </p:sp>
      <p:sp>
        <p:nvSpPr>
          <p:cNvPr id="141" name="TextBox 58">
            <a:extLst>
              <a:ext uri="{FF2B5EF4-FFF2-40B4-BE49-F238E27FC236}">
                <a16:creationId xmlns:a16="http://schemas.microsoft.com/office/drawing/2014/main" id="{0FCFA4B5-7B85-C041-BFDB-1FA37D3DACD5}"/>
              </a:ext>
            </a:extLst>
          </p:cNvPr>
          <p:cNvSpPr txBox="1"/>
          <p:nvPr/>
        </p:nvSpPr>
        <p:spPr>
          <a:xfrm>
            <a:off x="5049558" y="3866567"/>
            <a:ext cx="2070956" cy="492443"/>
          </a:xfrm>
          <a:prstGeom prst="rect">
            <a:avLst/>
          </a:prstGeom>
          <a:noFill/>
        </p:spPr>
        <p:txBody>
          <a:bodyPr wrap="square" lIns="0" tIns="0" rIns="0" bIns="0" rtlCol="0" anchor="t" anchorCtr="0">
            <a:spAutoFit/>
          </a:bodyPr>
          <a:lstStyle/>
          <a:p>
            <a:pPr algn="ctr"/>
            <a:r>
              <a:rPr lang="en-IN" sz="1600" b="1" dirty="0">
                <a:solidFill>
                  <a:schemeClr val="bg2">
                    <a:lumMod val="10000"/>
                  </a:schemeClr>
                </a:solidFill>
                <a:latin typeface="Movistar Sans" pitchFamily="50" charset="0"/>
                <a:ea typeface="Movistar Sans" pitchFamily="50" charset="0"/>
              </a:rPr>
              <a:t>Escribe </a:t>
            </a:r>
            <a:r>
              <a:rPr lang="en-IN" sz="1600" b="1" dirty="0" err="1">
                <a:solidFill>
                  <a:schemeClr val="bg2">
                    <a:lumMod val="10000"/>
                  </a:schemeClr>
                </a:solidFill>
                <a:latin typeface="Movistar Sans" pitchFamily="50" charset="0"/>
                <a:ea typeface="Movistar Sans" pitchFamily="50" charset="0"/>
              </a:rPr>
              <a:t>aqu</a:t>
            </a:r>
            <a:r>
              <a:rPr lang="es-ES" sz="1600" b="1" dirty="0">
                <a:solidFill>
                  <a:schemeClr val="bg2">
                    <a:lumMod val="10000"/>
                  </a:schemeClr>
                </a:solidFill>
                <a:latin typeface="Movistar Sans" pitchFamily="50" charset="0"/>
                <a:ea typeface="Movistar Sans" pitchFamily="50" charset="0"/>
              </a:rPr>
              <a:t>í </a:t>
            </a:r>
            <a:br>
              <a:rPr lang="es-ES" sz="1600" b="1" dirty="0">
                <a:solidFill>
                  <a:schemeClr val="bg2">
                    <a:lumMod val="10000"/>
                  </a:schemeClr>
                </a:solidFill>
                <a:latin typeface="Movistar Sans" pitchFamily="50" charset="0"/>
                <a:ea typeface="Movistar Sans" pitchFamily="50" charset="0"/>
              </a:rPr>
            </a:br>
            <a:r>
              <a:rPr lang="es-ES" sz="1600" b="1" dirty="0">
                <a:solidFill>
                  <a:schemeClr val="bg2">
                    <a:lumMod val="10000"/>
                  </a:schemeClr>
                </a:solidFill>
                <a:latin typeface="Movistar Sans" pitchFamily="50" charset="0"/>
                <a:ea typeface="Movistar Sans" pitchFamily="50" charset="0"/>
              </a:rPr>
              <a:t>el título</a:t>
            </a:r>
            <a:endParaRPr lang="en-IN" sz="1600" b="1" dirty="0">
              <a:solidFill>
                <a:schemeClr val="bg2">
                  <a:lumMod val="10000"/>
                </a:schemeClr>
              </a:solidFill>
              <a:latin typeface="Movistar Sans" pitchFamily="50" charset="0"/>
              <a:ea typeface="Movistar Sans" pitchFamily="50" charset="0"/>
            </a:endParaRPr>
          </a:p>
        </p:txBody>
      </p:sp>
      <p:sp>
        <p:nvSpPr>
          <p:cNvPr id="142" name="TextBox 59">
            <a:extLst>
              <a:ext uri="{FF2B5EF4-FFF2-40B4-BE49-F238E27FC236}">
                <a16:creationId xmlns:a16="http://schemas.microsoft.com/office/drawing/2014/main" id="{EA4F6CE1-3D3C-98F0-17F3-9F82EE06F8E2}"/>
              </a:ext>
            </a:extLst>
          </p:cNvPr>
          <p:cNvSpPr txBox="1"/>
          <p:nvPr/>
        </p:nvSpPr>
        <p:spPr>
          <a:xfrm>
            <a:off x="7295699" y="4486536"/>
            <a:ext cx="1943035" cy="677108"/>
          </a:xfrm>
          <a:prstGeom prst="rect">
            <a:avLst/>
          </a:prstGeom>
          <a:noFill/>
        </p:spPr>
        <p:txBody>
          <a:bodyPr wrap="square" lIns="0" tIns="0" rIns="0" bIns="0" rtlCol="0" anchor="t" anchorCtr="0">
            <a:spAutoFit/>
          </a:bodyPr>
          <a:lstStyle/>
          <a:p>
            <a:pPr algn="ctr"/>
            <a:r>
              <a:rPr lang="en-GB" sz="1100" dirty="0" err="1">
                <a:solidFill>
                  <a:schemeClr val="bg2">
                    <a:lumMod val="10000"/>
                  </a:schemeClr>
                </a:solidFill>
                <a:latin typeface="Movistar Sans" pitchFamily="50" charset="0"/>
                <a:ea typeface="Movistar Sans" pitchFamily="50" charset="0"/>
              </a:rPr>
              <a:t>Rorehenditate</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vel</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ini</a:t>
            </a:r>
            <a:r>
              <a:rPr lang="en-GB" sz="1100" dirty="0">
                <a:solidFill>
                  <a:schemeClr val="bg2">
                    <a:lumMod val="10000"/>
                  </a:schemeClr>
                </a:solidFill>
                <a:latin typeface="Movistar Sans" pitchFamily="50" charset="0"/>
                <a:ea typeface="Movistar Sans" pitchFamily="50" charset="0"/>
              </a:rPr>
              <a:t> que </a:t>
            </a:r>
            <a:r>
              <a:rPr lang="en-GB" sz="1100" dirty="0" err="1">
                <a:solidFill>
                  <a:schemeClr val="bg2">
                    <a:lumMod val="10000"/>
                  </a:schemeClr>
                </a:solidFill>
                <a:latin typeface="Movistar Sans" pitchFamily="50" charset="0"/>
                <a:ea typeface="Movistar Sans" pitchFamily="50" charset="0"/>
              </a:rPr>
              <a:t>eumetures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aut</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magnimos</a:t>
            </a:r>
            <a:r>
              <a:rPr lang="en-GB" sz="1100" dirty="0">
                <a:solidFill>
                  <a:schemeClr val="bg2">
                    <a:lumMod val="10000"/>
                  </a:schemeClr>
                </a:solidFill>
                <a:latin typeface="Movistar Sans" pitchFamily="50" charset="0"/>
                <a:ea typeface="Movistar Sans" pitchFamily="50" charset="0"/>
              </a:rPr>
              <a:t> et </a:t>
            </a:r>
            <a:r>
              <a:rPr lang="en-GB" sz="1100" dirty="0" err="1">
                <a:solidFill>
                  <a:schemeClr val="bg2">
                    <a:lumMod val="10000"/>
                  </a:schemeClr>
                </a:solidFill>
                <a:latin typeface="Movistar Sans" pitchFamily="50" charset="0"/>
                <a:ea typeface="Movistar Sans" pitchFamily="50" charset="0"/>
              </a:rPr>
              <a:t>harum</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corios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eossum</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eos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poribus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aperumq</a:t>
            </a:r>
            <a:r>
              <a:rPr lang="en-GB" sz="1100" dirty="0">
                <a:solidFill>
                  <a:schemeClr val="bg2">
                    <a:lumMod val="10000"/>
                  </a:schemeClr>
                </a:solidFill>
                <a:latin typeface="Movistar Sans" pitchFamily="50" charset="0"/>
                <a:ea typeface="Movistar Sans" pitchFamily="50" charset="0"/>
              </a:rPr>
              <a:t>.</a:t>
            </a:r>
            <a:endParaRPr lang="en-US" altLang="ko-KR" sz="1100" dirty="0">
              <a:solidFill>
                <a:schemeClr val="bg2">
                  <a:lumMod val="10000"/>
                </a:schemeClr>
              </a:solidFill>
              <a:latin typeface="Movistar Sans" pitchFamily="50" charset="0"/>
              <a:ea typeface="Movistar Sans" pitchFamily="50" charset="0"/>
              <a:cs typeface="Movistar Sans" pitchFamily="34" charset="0"/>
            </a:endParaRPr>
          </a:p>
        </p:txBody>
      </p:sp>
      <p:sp>
        <p:nvSpPr>
          <p:cNvPr id="143" name="TextBox 60">
            <a:extLst>
              <a:ext uri="{FF2B5EF4-FFF2-40B4-BE49-F238E27FC236}">
                <a16:creationId xmlns:a16="http://schemas.microsoft.com/office/drawing/2014/main" id="{BFBB4A17-C82D-CE91-4254-19D79A03CC3F}"/>
              </a:ext>
            </a:extLst>
          </p:cNvPr>
          <p:cNvSpPr txBox="1"/>
          <p:nvPr/>
        </p:nvSpPr>
        <p:spPr>
          <a:xfrm>
            <a:off x="7231738" y="3866567"/>
            <a:ext cx="2070956" cy="492443"/>
          </a:xfrm>
          <a:prstGeom prst="rect">
            <a:avLst/>
          </a:prstGeom>
          <a:noFill/>
        </p:spPr>
        <p:txBody>
          <a:bodyPr wrap="square" lIns="0" tIns="0" rIns="0" bIns="0" rtlCol="0" anchor="t" anchorCtr="0">
            <a:spAutoFit/>
          </a:bodyPr>
          <a:lstStyle/>
          <a:p>
            <a:pPr algn="ctr"/>
            <a:r>
              <a:rPr lang="en-IN" sz="1600" b="1" dirty="0">
                <a:solidFill>
                  <a:schemeClr val="bg2">
                    <a:lumMod val="10000"/>
                  </a:schemeClr>
                </a:solidFill>
                <a:latin typeface="Movistar Sans" pitchFamily="50" charset="0"/>
                <a:ea typeface="Movistar Sans" pitchFamily="50" charset="0"/>
              </a:rPr>
              <a:t>Escribe </a:t>
            </a:r>
            <a:r>
              <a:rPr lang="en-IN" sz="1600" b="1" dirty="0" err="1">
                <a:solidFill>
                  <a:schemeClr val="bg2">
                    <a:lumMod val="10000"/>
                  </a:schemeClr>
                </a:solidFill>
                <a:latin typeface="Movistar Sans" pitchFamily="50" charset="0"/>
                <a:ea typeface="Movistar Sans" pitchFamily="50" charset="0"/>
              </a:rPr>
              <a:t>aqu</a:t>
            </a:r>
            <a:r>
              <a:rPr lang="es-ES" sz="1600" b="1" dirty="0">
                <a:solidFill>
                  <a:schemeClr val="bg2">
                    <a:lumMod val="10000"/>
                  </a:schemeClr>
                </a:solidFill>
                <a:latin typeface="Movistar Sans" pitchFamily="50" charset="0"/>
                <a:ea typeface="Movistar Sans" pitchFamily="50" charset="0"/>
              </a:rPr>
              <a:t>í </a:t>
            </a:r>
            <a:br>
              <a:rPr lang="es-ES" sz="1600" b="1" dirty="0">
                <a:solidFill>
                  <a:schemeClr val="bg2">
                    <a:lumMod val="10000"/>
                  </a:schemeClr>
                </a:solidFill>
                <a:latin typeface="Movistar Sans" pitchFamily="50" charset="0"/>
                <a:ea typeface="Movistar Sans" pitchFamily="50" charset="0"/>
              </a:rPr>
            </a:br>
            <a:r>
              <a:rPr lang="es-ES" sz="1600" b="1" dirty="0">
                <a:solidFill>
                  <a:schemeClr val="bg2">
                    <a:lumMod val="10000"/>
                  </a:schemeClr>
                </a:solidFill>
                <a:latin typeface="Movistar Sans" pitchFamily="50" charset="0"/>
                <a:ea typeface="Movistar Sans" pitchFamily="50" charset="0"/>
              </a:rPr>
              <a:t>el título</a:t>
            </a:r>
            <a:endParaRPr lang="en-IN" sz="1600" b="1" dirty="0">
              <a:solidFill>
                <a:schemeClr val="bg2">
                  <a:lumMod val="10000"/>
                </a:schemeClr>
              </a:solidFill>
              <a:latin typeface="Movistar Sans" pitchFamily="50" charset="0"/>
              <a:ea typeface="Movistar Sans" pitchFamily="50" charset="0"/>
            </a:endParaRPr>
          </a:p>
        </p:txBody>
      </p:sp>
      <p:sp>
        <p:nvSpPr>
          <p:cNvPr id="144" name="TextBox 61">
            <a:extLst>
              <a:ext uri="{FF2B5EF4-FFF2-40B4-BE49-F238E27FC236}">
                <a16:creationId xmlns:a16="http://schemas.microsoft.com/office/drawing/2014/main" id="{704A9438-1CE6-3FD3-76B8-4B0508EF0C48}"/>
              </a:ext>
            </a:extLst>
          </p:cNvPr>
          <p:cNvSpPr txBox="1"/>
          <p:nvPr/>
        </p:nvSpPr>
        <p:spPr>
          <a:xfrm>
            <a:off x="9612915" y="4486536"/>
            <a:ext cx="1943035" cy="677108"/>
          </a:xfrm>
          <a:prstGeom prst="rect">
            <a:avLst/>
          </a:prstGeom>
          <a:noFill/>
        </p:spPr>
        <p:txBody>
          <a:bodyPr wrap="square" lIns="0" tIns="0" rIns="0" bIns="0" rtlCol="0" anchor="t" anchorCtr="0">
            <a:spAutoFit/>
          </a:bodyPr>
          <a:lstStyle/>
          <a:p>
            <a:pPr algn="ctr"/>
            <a:r>
              <a:rPr lang="en-GB" sz="1100" dirty="0" err="1">
                <a:solidFill>
                  <a:schemeClr val="bg2">
                    <a:lumMod val="10000"/>
                  </a:schemeClr>
                </a:solidFill>
                <a:latin typeface="Movistar Sans" pitchFamily="50" charset="0"/>
                <a:ea typeface="Movistar Sans" pitchFamily="50" charset="0"/>
              </a:rPr>
              <a:t>Rorehenditate</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vel</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ini</a:t>
            </a:r>
            <a:r>
              <a:rPr lang="en-GB" sz="1100" dirty="0">
                <a:solidFill>
                  <a:schemeClr val="bg2">
                    <a:lumMod val="10000"/>
                  </a:schemeClr>
                </a:solidFill>
                <a:latin typeface="Movistar Sans" pitchFamily="50" charset="0"/>
                <a:ea typeface="Movistar Sans" pitchFamily="50" charset="0"/>
              </a:rPr>
              <a:t> que </a:t>
            </a:r>
            <a:r>
              <a:rPr lang="en-GB" sz="1100" dirty="0" err="1">
                <a:solidFill>
                  <a:schemeClr val="bg2">
                    <a:lumMod val="10000"/>
                  </a:schemeClr>
                </a:solidFill>
                <a:latin typeface="Movistar Sans" pitchFamily="50" charset="0"/>
                <a:ea typeface="Movistar Sans" pitchFamily="50" charset="0"/>
              </a:rPr>
              <a:t>eumetures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aut</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magnimos</a:t>
            </a:r>
            <a:r>
              <a:rPr lang="en-GB" sz="1100" dirty="0">
                <a:solidFill>
                  <a:schemeClr val="bg2">
                    <a:lumMod val="10000"/>
                  </a:schemeClr>
                </a:solidFill>
                <a:latin typeface="Movistar Sans" pitchFamily="50" charset="0"/>
                <a:ea typeface="Movistar Sans" pitchFamily="50" charset="0"/>
              </a:rPr>
              <a:t> et </a:t>
            </a:r>
            <a:r>
              <a:rPr lang="en-GB" sz="1100" dirty="0" err="1">
                <a:solidFill>
                  <a:schemeClr val="bg2">
                    <a:lumMod val="10000"/>
                  </a:schemeClr>
                </a:solidFill>
                <a:latin typeface="Movistar Sans" pitchFamily="50" charset="0"/>
                <a:ea typeface="Movistar Sans" pitchFamily="50" charset="0"/>
              </a:rPr>
              <a:t>harum</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corios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eossum</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eos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poribus</a:t>
            </a:r>
            <a:r>
              <a:rPr lang="en-GB" sz="1100" dirty="0">
                <a:solidFill>
                  <a:schemeClr val="bg2">
                    <a:lumMod val="10000"/>
                  </a:schemeClr>
                </a:solidFill>
                <a:latin typeface="Movistar Sans" pitchFamily="50" charset="0"/>
                <a:ea typeface="Movistar Sans" pitchFamily="50" charset="0"/>
              </a:rPr>
              <a:t> </a:t>
            </a:r>
            <a:r>
              <a:rPr lang="en-GB" sz="1100" dirty="0" err="1">
                <a:solidFill>
                  <a:schemeClr val="bg2">
                    <a:lumMod val="10000"/>
                  </a:schemeClr>
                </a:solidFill>
                <a:latin typeface="Movistar Sans" pitchFamily="50" charset="0"/>
                <a:ea typeface="Movistar Sans" pitchFamily="50" charset="0"/>
              </a:rPr>
              <a:t>aperumq</a:t>
            </a:r>
            <a:r>
              <a:rPr lang="en-GB" sz="1100" dirty="0">
                <a:solidFill>
                  <a:schemeClr val="bg2">
                    <a:lumMod val="10000"/>
                  </a:schemeClr>
                </a:solidFill>
                <a:latin typeface="Movistar Sans" pitchFamily="50" charset="0"/>
                <a:ea typeface="Movistar Sans" pitchFamily="50" charset="0"/>
              </a:rPr>
              <a:t>.</a:t>
            </a:r>
            <a:endParaRPr lang="en-US" altLang="ko-KR" sz="1100" dirty="0">
              <a:solidFill>
                <a:schemeClr val="bg2">
                  <a:lumMod val="10000"/>
                </a:schemeClr>
              </a:solidFill>
              <a:latin typeface="Movistar Sans" pitchFamily="50" charset="0"/>
              <a:ea typeface="Movistar Sans" pitchFamily="50" charset="0"/>
              <a:cs typeface="Movistar Sans" pitchFamily="34" charset="0"/>
            </a:endParaRPr>
          </a:p>
        </p:txBody>
      </p:sp>
      <p:sp>
        <p:nvSpPr>
          <p:cNvPr id="145" name="TextBox 62">
            <a:extLst>
              <a:ext uri="{FF2B5EF4-FFF2-40B4-BE49-F238E27FC236}">
                <a16:creationId xmlns:a16="http://schemas.microsoft.com/office/drawing/2014/main" id="{16EC9E51-180F-01B4-8B02-1AF05DC3701C}"/>
              </a:ext>
            </a:extLst>
          </p:cNvPr>
          <p:cNvSpPr txBox="1"/>
          <p:nvPr/>
        </p:nvSpPr>
        <p:spPr>
          <a:xfrm>
            <a:off x="9548954" y="3866567"/>
            <a:ext cx="2070956" cy="492443"/>
          </a:xfrm>
          <a:prstGeom prst="rect">
            <a:avLst/>
          </a:prstGeom>
          <a:noFill/>
        </p:spPr>
        <p:txBody>
          <a:bodyPr wrap="square" lIns="0" tIns="0" rIns="0" bIns="0" rtlCol="0" anchor="t" anchorCtr="0">
            <a:spAutoFit/>
          </a:bodyPr>
          <a:lstStyle/>
          <a:p>
            <a:pPr algn="ctr"/>
            <a:r>
              <a:rPr lang="en-IN" sz="1600" b="1" dirty="0">
                <a:solidFill>
                  <a:schemeClr val="bg2">
                    <a:lumMod val="10000"/>
                  </a:schemeClr>
                </a:solidFill>
                <a:latin typeface="Movistar Sans" pitchFamily="50" charset="0"/>
                <a:ea typeface="Movistar Sans" pitchFamily="50" charset="0"/>
              </a:rPr>
              <a:t>Escribe </a:t>
            </a:r>
            <a:r>
              <a:rPr lang="en-IN" sz="1600" b="1" dirty="0" err="1">
                <a:solidFill>
                  <a:schemeClr val="bg2">
                    <a:lumMod val="10000"/>
                  </a:schemeClr>
                </a:solidFill>
                <a:latin typeface="Movistar Sans" pitchFamily="50" charset="0"/>
                <a:ea typeface="Movistar Sans" pitchFamily="50" charset="0"/>
              </a:rPr>
              <a:t>aqu</a:t>
            </a:r>
            <a:r>
              <a:rPr lang="es-ES" sz="1600" b="1" dirty="0">
                <a:solidFill>
                  <a:schemeClr val="bg2">
                    <a:lumMod val="10000"/>
                  </a:schemeClr>
                </a:solidFill>
                <a:latin typeface="Movistar Sans" pitchFamily="50" charset="0"/>
                <a:ea typeface="Movistar Sans" pitchFamily="50" charset="0"/>
              </a:rPr>
              <a:t>í </a:t>
            </a:r>
            <a:br>
              <a:rPr lang="es-ES" sz="1600" b="1" dirty="0">
                <a:solidFill>
                  <a:schemeClr val="bg2">
                    <a:lumMod val="10000"/>
                  </a:schemeClr>
                </a:solidFill>
                <a:latin typeface="Movistar Sans" pitchFamily="50" charset="0"/>
                <a:ea typeface="Movistar Sans" pitchFamily="50" charset="0"/>
              </a:rPr>
            </a:br>
            <a:r>
              <a:rPr lang="es-ES" sz="1600" b="1" dirty="0">
                <a:solidFill>
                  <a:schemeClr val="bg2">
                    <a:lumMod val="10000"/>
                  </a:schemeClr>
                </a:solidFill>
                <a:latin typeface="Movistar Sans" pitchFamily="50" charset="0"/>
                <a:ea typeface="Movistar Sans" pitchFamily="50" charset="0"/>
              </a:rPr>
              <a:t>el título</a:t>
            </a:r>
            <a:endParaRPr lang="en-IN" sz="1600" b="1" dirty="0">
              <a:solidFill>
                <a:schemeClr val="bg2">
                  <a:lumMod val="10000"/>
                </a:schemeClr>
              </a:solidFill>
              <a:latin typeface="Movistar Sans" pitchFamily="50" charset="0"/>
              <a:ea typeface="Movistar Sans" pitchFamily="50" charset="0"/>
            </a:endParaRPr>
          </a:p>
        </p:txBody>
      </p:sp>
    </p:spTree>
    <p:extLst>
      <p:ext uri="{BB962C8B-B14F-4D97-AF65-F5344CB8AC3E}">
        <p14:creationId xmlns:p14="http://schemas.microsoft.com/office/powerpoint/2010/main" val="2183670004"/>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erpo">
            <a:extLst>
              <a:ext uri="{FF2B5EF4-FFF2-40B4-BE49-F238E27FC236}">
                <a16:creationId xmlns:a16="http://schemas.microsoft.com/office/drawing/2014/main" id="{7B85EBBC-A4BA-081C-B2C2-AA61C8685673}"/>
              </a:ext>
            </a:extLst>
          </p:cNvPr>
          <p:cNvSpPr>
            <a:spLocks noGrp="1"/>
          </p:cNvSpPr>
          <p:nvPr>
            <p:ph idx="1"/>
          </p:nvPr>
        </p:nvSpPr>
        <p:spPr/>
        <p:txBody>
          <a:bodyPr/>
          <a:lstStyle/>
          <a:p>
            <a:pPr/>
            <a:r>
              <a:rPr lang="en-GB" dirty="0"/>
              <a:t>Aenean </a:t>
            </a:r>
            <a:r>
              <a:rPr lang="en-GB" dirty="0" err="1"/>
              <a:t>fringilla</a:t>
            </a:r>
            <a:r>
              <a:rPr lang="en-GB" dirty="0"/>
              <a:t> </a:t>
            </a:r>
            <a:r>
              <a:rPr lang="en-GB" dirty="0" err="1"/>
              <a:t>urna</a:t>
            </a:r>
            <a:r>
              <a:rPr lang="en-GB" dirty="0"/>
              <a:t> dui, </a:t>
            </a:r>
            <a:r>
              <a:rPr lang="en-GB" dirty="0" err="1"/>
              <a:t>eu</a:t>
            </a:r>
            <a:r>
              <a:rPr lang="en-GB" dirty="0"/>
              <a:t> </a:t>
            </a:r>
            <a:r>
              <a:rPr lang="en-GB" dirty="0" err="1"/>
              <a:t>suscipit</a:t>
            </a:r>
            <a:r>
              <a:rPr lang="en-GB" dirty="0"/>
              <a:t> ante </a:t>
            </a:r>
            <a:r>
              <a:rPr lang="en-GB" dirty="0" err="1"/>
              <a:t>feugiat</a:t>
            </a:r>
            <a:r>
              <a:rPr lang="en-GB" dirty="0"/>
              <a:t>. Proin sit </a:t>
            </a:r>
            <a:r>
              <a:rPr lang="en-GB" dirty="0" err="1"/>
              <a:t>amet</a:t>
            </a:r>
            <a:r>
              <a:rPr lang="en-GB" dirty="0"/>
              <a:t> </a:t>
            </a:r>
            <a:r>
              <a:rPr lang="en-GB" dirty="0" err="1"/>
              <a:t>scelerisque</a:t>
            </a:r>
            <a:r>
              <a:rPr lang="en-GB" dirty="0"/>
              <a:t> ligula, </a:t>
            </a:r>
            <a:r>
              <a:rPr lang="en-GB" dirty="0" err="1"/>
              <a:t>rutrum</a:t>
            </a:r>
            <a:r>
              <a:rPr lang="en-GB" dirty="0"/>
              <a:t> </a:t>
            </a:r>
            <a:r>
              <a:rPr lang="en-GB" dirty="0" err="1"/>
              <a:t>erat</a:t>
            </a:r>
            <a:r>
              <a:rPr lang="en-GB" dirty="0"/>
              <a:t>. </a:t>
            </a:r>
            <a:r>
              <a:rPr lang="en-GB" dirty="0" err="1"/>
              <a:t>Etiam</a:t>
            </a:r>
            <a:r>
              <a:rPr lang="en-GB" dirty="0"/>
              <a:t> </a:t>
            </a:r>
            <a:r>
              <a:rPr lang="en-GB" dirty="0" err="1"/>
              <a:t>accumsan</a:t>
            </a:r>
            <a:r>
              <a:rPr lang="en-GB" dirty="0"/>
              <a:t> </a:t>
            </a:r>
            <a:r>
              <a:rPr lang="en-GB" dirty="0" err="1"/>
              <a:t>tincidunt</a:t>
            </a:r>
            <a:r>
              <a:rPr lang="en-GB" dirty="0"/>
              <a:t> vestibulum. Maecenas </a:t>
            </a:r>
            <a:r>
              <a:rPr lang="en-GB" dirty="0" err="1"/>
              <a:t>lobortis</a:t>
            </a:r>
            <a:r>
              <a:rPr lang="en-GB" dirty="0"/>
              <a:t> </a:t>
            </a:r>
            <a:r>
              <a:rPr lang="en-GB" dirty="0" err="1"/>
              <a:t>sapien</a:t>
            </a:r>
            <a:r>
              <a:rPr lang="en-GB" dirty="0"/>
              <a:t> </a:t>
            </a:r>
            <a:r>
              <a:rPr lang="en-GB" dirty="0" err="1"/>
              <a:t>nibh</a:t>
            </a:r>
            <a:r>
              <a:rPr lang="en-GB" dirty="0"/>
              <a:t>, </a:t>
            </a:r>
            <a:r>
              <a:rPr lang="en-GB" dirty="0" err="1"/>
              <a:t>dapibus</a:t>
            </a:r>
            <a:r>
              <a:rPr lang="en-GB" dirty="0"/>
              <a:t> </a:t>
            </a:r>
            <a:r>
              <a:rPr lang="en-GB" dirty="0" err="1"/>
              <a:t>mauris</a:t>
            </a:r>
            <a:r>
              <a:rPr lang="en-GB" dirty="0"/>
              <a:t> pharetra in. Integer </a:t>
            </a:r>
            <a:r>
              <a:rPr lang="en-GB" dirty="0" err="1"/>
              <a:t>volutpat</a:t>
            </a:r>
            <a:r>
              <a:rPr lang="en-GB" dirty="0"/>
              <a:t>, lacinia </a:t>
            </a:r>
            <a:r>
              <a:rPr lang="en-GB" dirty="0" err="1"/>
              <a:t>risus</a:t>
            </a:r>
            <a:r>
              <a:rPr lang="en-GB" dirty="0"/>
              <a:t> vitae, </a:t>
            </a:r>
            <a:r>
              <a:rPr lang="en-GB" dirty="0" err="1"/>
              <a:t>ultricies</a:t>
            </a:r>
            <a:r>
              <a:rPr lang="en-GB" dirty="0"/>
              <a:t> </a:t>
            </a:r>
            <a:r>
              <a:rPr lang="en-GB" dirty="0" err="1"/>
              <a:t>felis</a:t>
            </a:r>
            <a:r>
              <a:rPr lang="en-GB" dirty="0"/>
              <a:t>. Integer </a:t>
            </a:r>
            <a:r>
              <a:rPr lang="en-GB" dirty="0" err="1"/>
              <a:t>venenatis</a:t>
            </a:r>
            <a:r>
              <a:rPr lang="en-GB" dirty="0"/>
              <a:t> </a:t>
            </a:r>
            <a:r>
              <a:rPr lang="en-GB" dirty="0" err="1"/>
              <a:t>elementum</a:t>
            </a:r>
            <a:r>
              <a:rPr lang="en-GB" dirty="0"/>
              <a:t> </a:t>
            </a:r>
            <a:r>
              <a:rPr lang="en-GB" dirty="0" err="1"/>
              <a:t>venenatis</a:t>
            </a:r>
            <a:r>
              <a:rPr lang="en-GB" dirty="0"/>
              <a:t>.</a:t>
            </a:r>
            <a:br>
              <a:rPr lang="en-GB" dirty="0"/>
            </a:br>
            <a:r>
              <a:rPr lang="en-GB" dirty="0"/>
              <a:t>Eget </a:t>
            </a:r>
            <a:r>
              <a:rPr lang="en-GB" dirty="0" err="1"/>
              <a:t>elementum</a:t>
            </a:r>
            <a:r>
              <a:rPr lang="en-GB" dirty="0"/>
              <a:t> </a:t>
            </a:r>
            <a:r>
              <a:rPr lang="en-GB" dirty="0" err="1"/>
              <a:t>nulla</a:t>
            </a:r>
            <a:r>
              <a:rPr lang="en-GB" dirty="0"/>
              <a:t>, auctor.</a:t>
            </a:r>
          </a:p>
          <a:p>
            <a:pPr/>
            <a:endParaRPr lang="en-GB" dirty="0"/>
          </a:p>
        </p:txBody>
      </p:sp>
      <p:sp>
        <p:nvSpPr>
          <p:cNvPr id="12" name="Footer Placeholder 11">
            <a:extLst>
              <a:ext uri="{FF2B5EF4-FFF2-40B4-BE49-F238E27FC236}">
                <a16:creationId xmlns:a16="http://schemas.microsoft.com/office/drawing/2014/main" id="{6262DA5C-5260-7854-E215-0F648888CD6B}"/>
              </a:ext>
            </a:extLst>
          </p:cNvPr>
          <p:cNvSpPr>
            <a:spLocks noGrp="1"/>
          </p:cNvSpPr>
          <p:nvPr>
            <p:ph type="ftr" sz="quarter" idx="11"/>
          </p:nvPr>
        </p:nvSpPr>
        <p:spPr/>
        <p:txBody>
          <a:bodyPr/>
          <a:lstStyle/>
          <a:p>
            <a:pPr/>
          </a:p>
        </p:txBody>
      </p:sp>
      <p:sp>
        <p:nvSpPr>
          <p:cNvPr id="13" name="Slide Number Placeholder 12">
            <a:extLst>
              <a:ext uri="{FF2B5EF4-FFF2-40B4-BE49-F238E27FC236}">
                <a16:creationId xmlns:a16="http://schemas.microsoft.com/office/drawing/2014/main" id="{4DC3BCB8-77F8-301C-12DC-16CA08508E75}"/>
              </a:ext>
            </a:extLst>
          </p:cNvPr>
          <p:cNvSpPr>
            <a:spLocks noGrp="1"/>
          </p:cNvSpPr>
          <p:nvPr>
            <p:ph type="sldNum" sz="quarter" idx="12"/>
          </p:nvPr>
        </p:nvSpPr>
        <p:spPr/>
        <p:txBody>
          <a:bodyPr/>
          <a:lstStyle/>
          <a:p>
            <a:pPr/>
            <a:fld id="{5F7B1633-95EA-F847-945E-534A0819728C}" type="slidenum">
              <a:rPr lang="en-GB" smtClean="0"/>
              <a:t>18</a:t>
            </a:fld>
            <a:endParaRPr lang="en-GB"/>
          </a:p>
        </p:txBody>
      </p:sp>
      <p:graphicFrame>
        <p:nvGraphicFramePr>
          <p:cNvPr id="8" name="grafico">
            <a:extLst>
              <a:ext uri="{FF2B5EF4-FFF2-40B4-BE49-F238E27FC236}">
                <a16:creationId xmlns:a16="http://schemas.microsoft.com/office/drawing/2014/main" id="{8798453D-A311-32AD-B253-43C40FE50106}"/>
              </a:ext>
            </a:extLst>
          </p:cNvPr>
          <p:cNvGraphicFramePr>
            <a:graphicFrameLocks noGrp="1"/>
          </p:cNvGraphicFramePr>
          <p:nvPr>
            <p:ph type="chart" sz="quarter" idx="14"/>
            <p:extLst>
              <p:ext uri="{D42A27DB-BD31-4B8C-83A1-F6EECF244321}">
                <p14:modId xmlns:p14="http://schemas.microsoft.com/office/powerpoint/2010/main" val="3476513534"/>
              </p:ext>
            </p:extLst>
          </p:nvPr>
        </p:nvGraphicFramePr>
        <p:xfrm>
          <a:off x="4957763" y="1911350"/>
          <a:ext cx="6802437" cy="4521200"/>
        </p:xfrm>
        <a:graphic>
          <a:graphicData uri="http://schemas.openxmlformats.org/drawingml/2006/chart">
            <c:chart xmlns:c="http://schemas.openxmlformats.org/drawingml/2006/chart" xmlns:r="http://schemas.openxmlformats.org/officeDocument/2006/relationships" r:id="rId2"/>
          </a:graphicData>
        </a:graphic>
      </p:graphicFrame>
      <p:sp>
        <p:nvSpPr>
          <p:cNvPr id="2" name="titulo">
            <a:extLst>
              <a:ext uri="{FF2B5EF4-FFF2-40B4-BE49-F238E27FC236}">
                <a16:creationId xmlns:a16="http://schemas.microsoft.com/office/drawing/2014/main" id="{3EC52AF3-3528-4A5C-0D95-A55CF40AE228}"/>
              </a:ext>
            </a:extLst>
          </p:cNvPr>
          <p:cNvSpPr>
            <a:spLocks noGrp="1"/>
          </p:cNvSpPr>
          <p:nvPr>
            <p:ph type="title"/>
          </p:nvPr>
        </p:nvSpPr>
        <p:spPr/>
        <p:txBody>
          <a:bodyPr/>
          <a:lstStyle/>
          <a:p>
            <a:pPr/>
            <a:r>
              <a:rPr lang="en-GB" dirty="0" err="1"/>
              <a:t>Título</a:t>
            </a:r>
            <a:r>
              <a:rPr lang="en-GB" dirty="0"/>
              <a:t> de la </a:t>
            </a:r>
            <a:r>
              <a:rPr lang="en-GB" dirty="0" err="1"/>
              <a:t>sección</a:t>
            </a:r>
            <a:endParaRPr lang="en-GB" dirty="0"/>
          </a:p>
        </p:txBody>
      </p:sp>
      <p:sp>
        <p:nvSpPr>
          <p:cNvPr id="6" name="antetitulo">
            <a:extLst>
              <a:ext uri="{FF2B5EF4-FFF2-40B4-BE49-F238E27FC236}">
                <a16:creationId xmlns:a16="http://schemas.microsoft.com/office/drawing/2014/main" id="{EA90CEA7-142E-5B63-9AA1-6C50EBCE19FB}"/>
              </a:ext>
            </a:extLst>
          </p:cNvPr>
          <p:cNvSpPr>
            <a:spLocks noGrp="1"/>
          </p:cNvSpPr>
          <p:nvPr>
            <p:ph type="body" sz="quarter" idx="3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Tree>
    <p:extLst>
      <p:ext uri="{BB962C8B-B14F-4D97-AF65-F5344CB8AC3E}">
        <p14:creationId xmlns:p14="http://schemas.microsoft.com/office/powerpoint/2010/main" val="150712184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D66468EE-1485-E800-8DF6-CE75C4FA005C}"/>
              </a:ext>
            </a:extLst>
          </p:cNvPr>
          <p:cNvSpPr>
            <a:spLocks noGrp="1"/>
          </p:cNvSpPr>
          <p:nvPr>
            <p:ph type="ftr" sz="quarter" idx="11"/>
          </p:nvPr>
        </p:nvSpPr>
        <p:spPr/>
        <p:txBody>
          <a:bodyPr/>
          <a:lstStyle/>
          <a:p>
            <a:pPr/>
          </a:p>
        </p:txBody>
      </p:sp>
      <p:sp>
        <p:nvSpPr>
          <p:cNvPr id="10" name="Slide Number Placeholder 9">
            <a:extLst>
              <a:ext uri="{FF2B5EF4-FFF2-40B4-BE49-F238E27FC236}">
                <a16:creationId xmlns:a16="http://schemas.microsoft.com/office/drawing/2014/main" id="{ECD51A51-78FD-4623-72BC-E50646D885B4}"/>
              </a:ext>
            </a:extLst>
          </p:cNvPr>
          <p:cNvSpPr>
            <a:spLocks noGrp="1"/>
          </p:cNvSpPr>
          <p:nvPr>
            <p:ph type="sldNum" sz="quarter" idx="12"/>
          </p:nvPr>
        </p:nvSpPr>
        <p:spPr/>
        <p:txBody>
          <a:bodyPr/>
          <a:lstStyle/>
          <a:p>
            <a:pPr/>
            <a:fld id="{5F7B1633-95EA-F847-945E-534A0819728C}" type="slidenum">
              <a:rPr lang="en-GB" smtClean="0"/>
              <a:pPr/>
              <a:t>19</a:t>
            </a:fld>
            <a:endParaRPr lang="en-GB" sz="800"/>
          </a:p>
        </p:txBody>
      </p:sp>
      <p:graphicFrame>
        <p:nvGraphicFramePr>
          <p:cNvPr id="7" name="grafico">
            <a:extLst>
              <a:ext uri="{FF2B5EF4-FFF2-40B4-BE49-F238E27FC236}">
                <a16:creationId xmlns:a16="http://schemas.microsoft.com/office/drawing/2014/main" id="{638836EA-FCD7-659C-88A0-60F3D5C46FA2}"/>
              </a:ext>
            </a:extLst>
          </p:cNvPr>
          <p:cNvGraphicFramePr>
            <a:graphicFrameLocks noGrp="1"/>
          </p:cNvGraphicFramePr>
          <p:nvPr>
            <p:ph type="chart" sz="quarter" idx="14"/>
            <p:extLst>
              <p:ext uri="{D42A27DB-BD31-4B8C-83A1-F6EECF244321}">
                <p14:modId xmlns:p14="http://schemas.microsoft.com/office/powerpoint/2010/main" val="1137111291"/>
              </p:ext>
            </p:extLst>
          </p:nvPr>
        </p:nvGraphicFramePr>
        <p:xfrm>
          <a:off x="5911850" y="722313"/>
          <a:ext cx="5543550" cy="5413375"/>
        </p:xfrm>
        <a:graphic>
          <a:graphicData uri="http://schemas.openxmlformats.org/drawingml/2006/chart">
            <c:chart xmlns:c="http://schemas.openxmlformats.org/drawingml/2006/chart" xmlns:r="http://schemas.openxmlformats.org/officeDocument/2006/relationships" r:id="rId3"/>
          </a:graphicData>
        </a:graphic>
      </p:graphicFrame>
      <p:sp>
        <p:nvSpPr>
          <p:cNvPr id="13" name="etiqueta">
            <a:extLst>
              <a:ext uri="{FF2B5EF4-FFF2-40B4-BE49-F238E27FC236}">
                <a16:creationId xmlns:a16="http://schemas.microsoft.com/office/drawing/2014/main" id="{1414CA8F-A619-60AC-C807-E039FCE1B969}"/>
              </a:ext>
            </a:extLst>
          </p:cNvPr>
          <p:cNvSpPr>
            <a:spLocks noGrp="1"/>
          </p:cNvSpPr>
          <p:nvPr>
            <p:ph type="body" sz="quarter" idx="15"/>
          </p:nvPr>
        </p:nvSpPr>
        <p:spPr/>
        <p:txBody>
          <a:bodyPr/>
          <a:lstStyle/>
          <a:p>
            <a:pPr/>
            <a:r>
              <a:rPr lang="en-GB" dirty="0"/>
              <a:t>Aenean </a:t>
            </a:r>
            <a:r>
              <a:rPr lang="en-GB" dirty="0" err="1"/>
              <a:t>fringilla</a:t>
            </a:r>
            <a:r>
              <a:rPr lang="en-GB" dirty="0"/>
              <a:t> </a:t>
            </a:r>
            <a:r>
              <a:rPr lang="en-GB" dirty="0" err="1"/>
              <a:t>urna</a:t>
            </a:r>
            <a:r>
              <a:rPr lang="en-GB" dirty="0"/>
              <a:t> dui, </a:t>
            </a:r>
            <a:r>
              <a:rPr lang="en-GB" dirty="0" err="1"/>
              <a:t>eu</a:t>
            </a:r>
            <a:r>
              <a:rPr lang="en-GB" dirty="0"/>
              <a:t> </a:t>
            </a:r>
            <a:r>
              <a:rPr lang="en-GB" dirty="0" err="1"/>
              <a:t>suscipit</a:t>
            </a:r>
            <a:r>
              <a:rPr lang="en-GB" dirty="0"/>
              <a:t> ante </a:t>
            </a:r>
            <a:r>
              <a:rPr lang="en-GB" dirty="0" err="1"/>
              <a:t>feugiat</a:t>
            </a:r>
            <a:r>
              <a:rPr lang="en-GB" dirty="0"/>
              <a:t>. Proin sit </a:t>
            </a:r>
            <a:r>
              <a:rPr lang="en-GB" dirty="0" err="1"/>
              <a:t>amet</a:t>
            </a:r>
            <a:r>
              <a:rPr lang="en-GB" dirty="0"/>
              <a:t> </a:t>
            </a:r>
            <a:r>
              <a:rPr lang="en-GB" dirty="0" err="1"/>
              <a:t>scelerisque</a:t>
            </a:r>
            <a:r>
              <a:rPr lang="en-GB" dirty="0"/>
              <a:t> ligula, </a:t>
            </a:r>
            <a:r>
              <a:rPr lang="en-GB" dirty="0" err="1"/>
              <a:t>rutrum</a:t>
            </a:r>
            <a:r>
              <a:rPr lang="en-GB" dirty="0"/>
              <a:t> </a:t>
            </a:r>
            <a:r>
              <a:rPr lang="en-GB" dirty="0" err="1"/>
              <a:t>erat</a:t>
            </a:r>
            <a:r>
              <a:rPr lang="en-GB" dirty="0"/>
              <a:t>. </a:t>
            </a:r>
            <a:r>
              <a:rPr lang="en-GB" dirty="0" err="1"/>
              <a:t>Etiam</a:t>
            </a:r>
            <a:r>
              <a:rPr lang="en-GB" dirty="0"/>
              <a:t> </a:t>
            </a:r>
            <a:r>
              <a:rPr lang="en-GB" dirty="0" err="1"/>
              <a:t>accumsan</a:t>
            </a:r>
            <a:r>
              <a:rPr lang="en-GB" dirty="0"/>
              <a:t> </a:t>
            </a:r>
            <a:r>
              <a:rPr lang="en-GB" dirty="0" err="1"/>
              <a:t>tincidunt</a:t>
            </a:r>
            <a:r>
              <a:rPr lang="en-GB" dirty="0"/>
              <a:t> vestibulum. Maecenas </a:t>
            </a:r>
            <a:r>
              <a:rPr lang="en-GB" dirty="0" err="1"/>
              <a:t>lobortis</a:t>
            </a:r>
            <a:r>
              <a:rPr lang="en-GB" dirty="0"/>
              <a:t> </a:t>
            </a:r>
            <a:r>
              <a:rPr lang="en-GB" dirty="0" err="1"/>
              <a:t>sapien</a:t>
            </a:r>
            <a:r>
              <a:rPr lang="en-GB" dirty="0"/>
              <a:t> </a:t>
            </a:r>
            <a:r>
              <a:rPr lang="en-GB" dirty="0" err="1"/>
              <a:t>nibh</a:t>
            </a:r>
            <a:r>
              <a:rPr lang="en-GB" dirty="0"/>
              <a:t>, </a:t>
            </a:r>
            <a:r>
              <a:rPr lang="en-GB" dirty="0" err="1"/>
              <a:t>dapibus</a:t>
            </a:r>
            <a:r>
              <a:rPr lang="en-GB" dirty="0"/>
              <a:t> </a:t>
            </a:r>
            <a:r>
              <a:rPr lang="en-GB" dirty="0" err="1"/>
              <a:t>mauris</a:t>
            </a:r>
            <a:r>
              <a:rPr lang="en-GB" dirty="0"/>
              <a:t> pharetra in. Integer </a:t>
            </a:r>
            <a:r>
              <a:rPr lang="en-GB" dirty="0" err="1"/>
              <a:t>volutpat</a:t>
            </a:r>
            <a:r>
              <a:rPr lang="en-GB" dirty="0"/>
              <a:t>, lacinia </a:t>
            </a:r>
            <a:r>
              <a:rPr lang="en-GB" dirty="0" err="1"/>
              <a:t>risus</a:t>
            </a:r>
            <a:r>
              <a:rPr lang="en-GB" dirty="0"/>
              <a:t> vitae, </a:t>
            </a:r>
            <a:r>
              <a:rPr lang="en-GB" dirty="0" err="1"/>
              <a:t>ultricies</a:t>
            </a:r>
            <a:r>
              <a:rPr lang="en-GB" dirty="0"/>
              <a:t> </a:t>
            </a:r>
            <a:r>
              <a:rPr lang="en-GB" dirty="0" err="1"/>
              <a:t>felis</a:t>
            </a:r>
            <a:r>
              <a:rPr lang="en-GB" dirty="0"/>
              <a:t>. Integer </a:t>
            </a:r>
            <a:r>
              <a:rPr lang="en-GB" dirty="0" err="1"/>
              <a:t>venenatis</a:t>
            </a:r>
            <a:r>
              <a:rPr lang="en-GB" dirty="0"/>
              <a:t> </a:t>
            </a:r>
            <a:r>
              <a:rPr lang="en-GB" dirty="0" err="1"/>
              <a:t>elementum</a:t>
            </a:r>
            <a:r>
              <a:rPr lang="en-GB" dirty="0"/>
              <a:t> </a:t>
            </a:r>
            <a:r>
              <a:rPr lang="en-GB" dirty="0" err="1"/>
              <a:t>venenatis</a:t>
            </a:r>
            <a:r>
              <a:rPr lang="en-GB" dirty="0"/>
              <a:t>. Morbi </a:t>
            </a:r>
            <a:r>
              <a:rPr lang="en-GB" dirty="0" err="1"/>
              <a:t>eget</a:t>
            </a:r>
            <a:r>
              <a:rPr lang="en-GB" dirty="0"/>
              <a:t> </a:t>
            </a:r>
            <a:r>
              <a:rPr lang="en-GB" dirty="0" err="1"/>
              <a:t>elementum</a:t>
            </a:r>
            <a:r>
              <a:rPr lang="en-GB" dirty="0"/>
              <a:t> </a:t>
            </a:r>
            <a:r>
              <a:rPr lang="en-GB" dirty="0" err="1"/>
              <a:t>nulla</a:t>
            </a:r>
            <a:r>
              <a:rPr lang="en-GB" dirty="0"/>
              <a:t>, auctor.</a:t>
            </a:r>
          </a:p>
        </p:txBody>
      </p:sp>
      <p:sp>
        <p:nvSpPr>
          <p:cNvPr id="20" name="cuerpo">
            <a:extLst>
              <a:ext uri="{FF2B5EF4-FFF2-40B4-BE49-F238E27FC236}">
                <a16:creationId xmlns:a16="http://schemas.microsoft.com/office/drawing/2014/main" id="{89E49789-709D-4890-93E7-B25BC4D57382}"/>
              </a:ext>
            </a:extLst>
          </p:cNvPr>
          <p:cNvSpPr>
            <a:spLocks noGrp="1"/>
          </p:cNvSpPr>
          <p:nvPr>
            <p:ph type="body" sz="quarter" idx="16"/>
          </p:nvPr>
        </p:nvSpPr>
        <p:spPr/>
        <p:txBody>
          <a:bodyPr anchor="ctr" anchorCtr="0"/>
          <a:lstStyle/>
          <a:p>
            <a:pPr/>
            <a:r>
              <a:rPr lang="en-GB" dirty="0"/>
              <a:t>Key point summary goes here. 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a:t>
            </a:r>
          </a:p>
        </p:txBody>
      </p:sp>
      <p:sp>
        <p:nvSpPr>
          <p:cNvPr id="11" name="titulo">
            <a:extLst>
              <a:ext uri="{FF2B5EF4-FFF2-40B4-BE49-F238E27FC236}">
                <a16:creationId xmlns:a16="http://schemas.microsoft.com/office/drawing/2014/main" id="{3C92DCE5-5A2A-1A5C-FBD6-7B1FDC08074C}"/>
              </a:ext>
            </a:extLst>
          </p:cNvPr>
          <p:cNvSpPr>
            <a:spLocks noGrp="1"/>
          </p:cNvSpPr>
          <p:nvPr>
            <p:ph type="title"/>
          </p:nvPr>
        </p:nvSpPr>
        <p:spPr/>
        <p:txBody>
          <a:bodyPr/>
          <a:lstStyle/>
          <a:p>
            <a:pPr/>
            <a:r>
              <a:rPr lang="en-GB" dirty="0" err="1"/>
              <a:t>Titulo</a:t>
            </a:r>
            <a:r>
              <a:rPr lang="en-GB" dirty="0"/>
              <a:t> de la </a:t>
            </a:r>
            <a:r>
              <a:rPr lang="en-GB" dirty="0" err="1"/>
              <a:t>sección</a:t>
            </a:r>
            <a:endParaRPr lang="en-GB" dirty="0"/>
          </a:p>
        </p:txBody>
      </p:sp>
      <p:sp>
        <p:nvSpPr>
          <p:cNvPr id="19" name="antetitulo">
            <a:extLst>
              <a:ext uri="{FF2B5EF4-FFF2-40B4-BE49-F238E27FC236}">
                <a16:creationId xmlns:a16="http://schemas.microsoft.com/office/drawing/2014/main" id="{E27362E1-C691-FB15-1EAA-F1950CC7E327}"/>
              </a:ext>
            </a:extLst>
          </p:cNvPr>
          <p:cNvSpPr>
            <a:spLocks noGrp="1"/>
          </p:cNvSpPr>
          <p:nvPr>
            <p:ph type="body" sz="quarter" idx="3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Tree>
    <p:extLst>
      <p:ext uri="{BB962C8B-B14F-4D97-AF65-F5344CB8AC3E}">
        <p14:creationId xmlns:p14="http://schemas.microsoft.com/office/powerpoint/2010/main" val="2065742853"/>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Footer Placeholder 18">
            <a:extLst>
              <a:ext uri="{FF2B5EF4-FFF2-40B4-BE49-F238E27FC236}">
                <a16:creationId xmlns:a16="http://schemas.microsoft.com/office/drawing/2014/main" id="{010149C0-5B86-4787-55C6-EDF49259589C}"/>
              </a:ext>
            </a:extLst>
          </p:cNvPr>
          <p:cNvSpPr>
            <a:spLocks noGrp="1"/>
          </p:cNvSpPr>
          <p:nvPr>
            <p:ph type="ftr" sz="quarter" idx="11"/>
          </p:nvPr>
        </p:nvSpPr>
        <p:spPr/>
        <p:txBody>
          <a:bodyPr/>
          <a:lstStyle/>
          <a:p>
            <a:pPr/>
          </a:p>
        </p:txBody>
      </p:sp>
      <p:sp>
        <p:nvSpPr>
          <p:cNvPr id="22" name="Slide Number Placeholder 21">
            <a:extLst>
              <a:ext uri="{FF2B5EF4-FFF2-40B4-BE49-F238E27FC236}">
                <a16:creationId xmlns:a16="http://schemas.microsoft.com/office/drawing/2014/main" id="{9FDBE5D3-8899-F892-62C0-9EC1E4353849}"/>
              </a:ext>
            </a:extLst>
          </p:cNvPr>
          <p:cNvSpPr>
            <a:spLocks noGrp="1"/>
          </p:cNvSpPr>
          <p:nvPr>
            <p:ph type="sldNum" sz="quarter" idx="12"/>
          </p:nvPr>
        </p:nvSpPr>
        <p:spPr/>
        <p:txBody>
          <a:bodyPr/>
          <a:lstStyle/>
          <a:p>
            <a:pPr/>
            <a:fld id="{5F7B1633-95EA-F847-945E-534A0819728C}" type="slidenum">
              <a:rPr lang="en-GB" smtClean="0"/>
              <a:pPr/>
              <a:t>20</a:t>
            </a:fld>
            <a:endParaRPr lang="en-GB" sz="800"/>
          </a:p>
        </p:txBody>
      </p:sp>
      <p:graphicFrame>
        <p:nvGraphicFramePr>
          <p:cNvPr id="25" name="grafico_1">
            <a:extLst>
              <a:ext uri="{FF2B5EF4-FFF2-40B4-BE49-F238E27FC236}">
                <a16:creationId xmlns:a16="http://schemas.microsoft.com/office/drawing/2014/main" id="{BB98B9A8-B064-E6DF-C030-36FDB7F1254D}"/>
              </a:ext>
            </a:extLst>
          </p:cNvPr>
          <p:cNvGraphicFramePr>
            <a:graphicFrameLocks noGrp="1"/>
          </p:cNvGraphicFramePr>
          <p:nvPr>
            <p:ph type="chart" sz="quarter" idx="14"/>
            <p:extLst>
              <p:ext uri="{D42A27DB-BD31-4B8C-83A1-F6EECF244321}">
                <p14:modId xmlns:p14="http://schemas.microsoft.com/office/powerpoint/2010/main" val="1864660383"/>
              </p:ext>
            </p:extLst>
          </p:nvPr>
        </p:nvGraphicFramePr>
        <p:xfrm>
          <a:off x="431800" y="1839913"/>
          <a:ext cx="1662113" cy="3170237"/>
        </p:xfrm>
        <a:graphic>
          <a:graphicData uri="http://schemas.openxmlformats.org/drawingml/2006/chart">
            <c:chart xmlns:c="http://schemas.openxmlformats.org/drawingml/2006/chart" xmlns:r="http://schemas.openxmlformats.org/officeDocument/2006/relationships" r:id="rId2"/>
          </a:graphicData>
        </a:graphic>
      </p:graphicFrame>
      <p:sp>
        <p:nvSpPr>
          <p:cNvPr id="7" name="cuerpo_1">
            <a:extLst>
              <a:ext uri="{FF2B5EF4-FFF2-40B4-BE49-F238E27FC236}">
                <a16:creationId xmlns:a16="http://schemas.microsoft.com/office/drawing/2014/main" id="{046B847D-7493-6F7D-B064-2C424D26DEA6}"/>
              </a:ext>
            </a:extLst>
          </p:cNvPr>
          <p:cNvSpPr>
            <a:spLocks noGrp="1"/>
          </p:cNvSpPr>
          <p:nvPr>
            <p:ph type="body" sz="quarter" idx="15"/>
          </p:nvPr>
        </p:nvSpPr>
        <p:spPr>
          <a:xfrm>
            <a:off x="592441" y="5336852"/>
            <a:ext cx="1662051" cy="958538"/>
          </a:xfrm>
        </p:spPr>
        <p:txBody>
          <a:bodyPr/>
          <a:lstStyle/>
          <a:p>
            <a:pPr/>
            <a:r>
              <a:rPr lang="en-GB" dirty="0"/>
              <a:t>Lorem ipsum </a:t>
            </a:r>
            <a:r>
              <a:rPr lang="en-GB" dirty="0" err="1"/>
              <a:t>dolor</a:t>
            </a:r>
            <a:r>
              <a:rPr lang="en-GB" dirty="0"/>
              <a:t> sit </a:t>
            </a:r>
            <a:r>
              <a:rPr lang="en-GB" dirty="0" err="1"/>
              <a:t>amet</a:t>
            </a:r>
            <a:r>
              <a:rPr lang="en-GB" dirty="0"/>
              <a:t>, </a:t>
            </a:r>
            <a:r>
              <a:rPr lang="en-GB" dirty="0" err="1"/>
              <a:t>adipiscing</a:t>
            </a:r>
            <a:r>
              <a:rPr lang="en-GB" dirty="0"/>
              <a:t> </a:t>
            </a:r>
            <a:r>
              <a:rPr lang="en-GB" dirty="0" err="1"/>
              <a:t>elit</a:t>
            </a:r>
            <a:r>
              <a:rPr lang="en-GB" dirty="0"/>
              <a:t>, </a:t>
            </a:r>
            <a:r>
              <a:rPr lang="en-GB" dirty="0" err="1"/>
              <a:t>sed</a:t>
            </a:r>
            <a:r>
              <a:rPr lang="en-GB" dirty="0"/>
              <a:t> Lorem ipsum </a:t>
            </a:r>
            <a:r>
              <a:rPr lang="en-GB" dirty="0" err="1"/>
              <a:t>dolor</a:t>
            </a:r>
            <a:r>
              <a:rPr lang="en-GB" dirty="0"/>
              <a:t>. </a:t>
            </a:r>
          </a:p>
        </p:txBody>
      </p:sp>
      <p:sp>
        <p:nvSpPr>
          <p:cNvPr id="9" name="etiqueta_1">
            <a:extLst>
              <a:ext uri="{FF2B5EF4-FFF2-40B4-BE49-F238E27FC236}">
                <a16:creationId xmlns:a16="http://schemas.microsoft.com/office/drawing/2014/main" id="{58F5C029-F0E4-8EDA-9BF7-ACDAE6C98F41}"/>
              </a:ext>
            </a:extLst>
          </p:cNvPr>
          <p:cNvSpPr>
            <a:spLocks noGrp="1"/>
          </p:cNvSpPr>
          <p:nvPr>
            <p:ph type="body" sz="quarter" idx="16"/>
          </p:nvPr>
        </p:nvSpPr>
        <p:spPr>
          <a:xfrm>
            <a:off x="592441" y="5053854"/>
            <a:ext cx="1662051" cy="252000"/>
          </a:xfrm>
        </p:spPr>
        <p:txBody>
          <a:bodyPr/>
          <a:lstStyle/>
          <a:p>
            <a:pPr/>
            <a:r>
              <a:rPr lang="en-GB" dirty="0"/>
              <a:t>Dato 01</a:t>
            </a:r>
          </a:p>
        </p:txBody>
      </p:sp>
      <p:graphicFrame>
        <p:nvGraphicFramePr>
          <p:cNvPr id="27" name="grafico_2">
            <a:extLst>
              <a:ext uri="{FF2B5EF4-FFF2-40B4-BE49-F238E27FC236}">
                <a16:creationId xmlns:a16="http://schemas.microsoft.com/office/drawing/2014/main" id="{2A61CDE6-9DA7-5DA9-5312-124A9CD42C2E}"/>
              </a:ext>
            </a:extLst>
          </p:cNvPr>
          <p:cNvGraphicFramePr>
            <a:graphicFrameLocks noGrp="1"/>
          </p:cNvGraphicFramePr>
          <p:nvPr>
            <p:ph type="chart" sz="quarter" idx="17"/>
            <p:extLst>
              <p:ext uri="{D42A27DB-BD31-4B8C-83A1-F6EECF244321}">
                <p14:modId xmlns:p14="http://schemas.microsoft.com/office/powerpoint/2010/main" val="1651674490"/>
              </p:ext>
            </p:extLst>
          </p:nvPr>
        </p:nvGraphicFramePr>
        <p:xfrm>
          <a:off x="2363788" y="1839913"/>
          <a:ext cx="1662112" cy="3170237"/>
        </p:xfrm>
        <a:graphic>
          <a:graphicData uri="http://schemas.openxmlformats.org/drawingml/2006/chart">
            <c:chart xmlns:c="http://schemas.openxmlformats.org/drawingml/2006/chart" xmlns:r="http://schemas.openxmlformats.org/officeDocument/2006/relationships" r:id="rId3"/>
          </a:graphicData>
        </a:graphic>
      </p:graphicFrame>
      <p:sp>
        <p:nvSpPr>
          <p:cNvPr id="11" name="cuerpo_2">
            <a:extLst>
              <a:ext uri="{FF2B5EF4-FFF2-40B4-BE49-F238E27FC236}">
                <a16:creationId xmlns:a16="http://schemas.microsoft.com/office/drawing/2014/main" id="{248CD6AA-5843-8423-2A24-5474FB3638D7}"/>
              </a:ext>
            </a:extLst>
          </p:cNvPr>
          <p:cNvSpPr>
            <a:spLocks noGrp="1"/>
          </p:cNvSpPr>
          <p:nvPr>
            <p:ph type="body" sz="quarter" idx="18"/>
          </p:nvPr>
        </p:nvSpPr>
        <p:spPr>
          <a:xfrm>
            <a:off x="2525199" y="5336852"/>
            <a:ext cx="1662051" cy="958538"/>
          </a:xfrm>
        </p:spPr>
        <p:txBody>
          <a:bodyPr/>
          <a:lstStyle/>
          <a:p>
            <a:pPr/>
            <a:r>
              <a:rPr lang="en-GB" dirty="0"/>
              <a:t>Lorem ipsum </a:t>
            </a:r>
            <a:r>
              <a:rPr lang="en-GB" dirty="0" err="1"/>
              <a:t>dolor</a:t>
            </a:r>
            <a:r>
              <a:rPr lang="en-GB" dirty="0"/>
              <a:t> sit </a:t>
            </a:r>
            <a:r>
              <a:rPr lang="en-GB" dirty="0" err="1"/>
              <a:t>amet</a:t>
            </a:r>
            <a:r>
              <a:rPr lang="en-GB" dirty="0"/>
              <a:t>, </a:t>
            </a:r>
            <a:r>
              <a:rPr lang="en-GB" dirty="0" err="1"/>
              <a:t>adipiscing</a:t>
            </a:r>
            <a:r>
              <a:rPr lang="en-GB" dirty="0"/>
              <a:t> </a:t>
            </a:r>
            <a:r>
              <a:rPr lang="en-GB" dirty="0" err="1"/>
              <a:t>elit</a:t>
            </a:r>
            <a:r>
              <a:rPr lang="en-GB" dirty="0"/>
              <a:t>, </a:t>
            </a:r>
            <a:r>
              <a:rPr lang="en-GB" dirty="0" err="1"/>
              <a:t>sed</a:t>
            </a:r>
            <a:r>
              <a:rPr lang="en-GB" dirty="0"/>
              <a:t> Lorem ipsum </a:t>
            </a:r>
            <a:r>
              <a:rPr lang="en-GB" dirty="0" err="1"/>
              <a:t>dolor</a:t>
            </a:r>
            <a:r>
              <a:rPr lang="en-GB" dirty="0"/>
              <a:t>. </a:t>
            </a:r>
          </a:p>
        </p:txBody>
      </p:sp>
      <p:sp>
        <p:nvSpPr>
          <p:cNvPr id="12" name="etiqueta_2">
            <a:extLst>
              <a:ext uri="{FF2B5EF4-FFF2-40B4-BE49-F238E27FC236}">
                <a16:creationId xmlns:a16="http://schemas.microsoft.com/office/drawing/2014/main" id="{523D309D-B13F-2233-9F3C-B8E7081026B1}"/>
              </a:ext>
            </a:extLst>
          </p:cNvPr>
          <p:cNvSpPr>
            <a:spLocks noGrp="1"/>
          </p:cNvSpPr>
          <p:nvPr>
            <p:ph type="body" sz="quarter" idx="19"/>
          </p:nvPr>
        </p:nvSpPr>
        <p:spPr>
          <a:xfrm>
            <a:off x="2525199" y="5053854"/>
            <a:ext cx="1662051" cy="252000"/>
          </a:xfrm>
        </p:spPr>
        <p:txBody>
          <a:bodyPr/>
          <a:lstStyle/>
          <a:p>
            <a:pPr/>
            <a:r>
              <a:rPr lang="en-GB" dirty="0"/>
              <a:t>Dato 02</a:t>
            </a:r>
          </a:p>
        </p:txBody>
      </p:sp>
      <p:graphicFrame>
        <p:nvGraphicFramePr>
          <p:cNvPr id="29" name="grafico_3">
            <a:extLst>
              <a:ext uri="{FF2B5EF4-FFF2-40B4-BE49-F238E27FC236}">
                <a16:creationId xmlns:a16="http://schemas.microsoft.com/office/drawing/2014/main" id="{297D20FF-088D-96C7-7C9F-458FDE01F7D2}"/>
              </a:ext>
            </a:extLst>
          </p:cNvPr>
          <p:cNvGraphicFramePr>
            <a:graphicFrameLocks noGrp="1"/>
          </p:cNvGraphicFramePr>
          <p:nvPr>
            <p:ph type="chart" sz="quarter" idx="20"/>
            <p:extLst>
              <p:ext uri="{D42A27DB-BD31-4B8C-83A1-F6EECF244321}">
                <p14:modId xmlns:p14="http://schemas.microsoft.com/office/powerpoint/2010/main" val="3140913084"/>
              </p:ext>
            </p:extLst>
          </p:nvPr>
        </p:nvGraphicFramePr>
        <p:xfrm>
          <a:off x="4297363" y="1839913"/>
          <a:ext cx="1662112" cy="3170237"/>
        </p:xfrm>
        <a:graphic>
          <a:graphicData uri="http://schemas.openxmlformats.org/drawingml/2006/chart">
            <c:chart xmlns:c="http://schemas.openxmlformats.org/drawingml/2006/chart" xmlns:r="http://schemas.openxmlformats.org/officeDocument/2006/relationships" r:id="rId4"/>
          </a:graphicData>
        </a:graphic>
      </p:graphicFrame>
      <p:sp>
        <p:nvSpPr>
          <p:cNvPr id="14" name="cuerpo_3">
            <a:extLst>
              <a:ext uri="{FF2B5EF4-FFF2-40B4-BE49-F238E27FC236}">
                <a16:creationId xmlns:a16="http://schemas.microsoft.com/office/drawing/2014/main" id="{E8784652-52F4-61E2-8961-C301EF76E2ED}"/>
              </a:ext>
            </a:extLst>
          </p:cNvPr>
          <p:cNvSpPr>
            <a:spLocks noGrp="1"/>
          </p:cNvSpPr>
          <p:nvPr>
            <p:ph type="body" sz="quarter" idx="21"/>
          </p:nvPr>
        </p:nvSpPr>
        <p:spPr>
          <a:xfrm>
            <a:off x="4457957" y="5336852"/>
            <a:ext cx="1662051" cy="958538"/>
          </a:xfrm>
        </p:spPr>
        <p:txBody>
          <a:bodyPr/>
          <a:lstStyle/>
          <a:p>
            <a:pPr/>
            <a:r>
              <a:rPr lang="en-GB" dirty="0"/>
              <a:t>Lorem ipsum </a:t>
            </a:r>
            <a:r>
              <a:rPr lang="en-GB" dirty="0" err="1"/>
              <a:t>dolor</a:t>
            </a:r>
            <a:r>
              <a:rPr lang="en-GB" dirty="0"/>
              <a:t> sit </a:t>
            </a:r>
            <a:r>
              <a:rPr lang="en-GB" dirty="0" err="1"/>
              <a:t>amet</a:t>
            </a:r>
            <a:r>
              <a:rPr lang="en-GB" dirty="0"/>
              <a:t>, </a:t>
            </a:r>
            <a:r>
              <a:rPr lang="en-GB" dirty="0" err="1"/>
              <a:t>adipiscing</a:t>
            </a:r>
            <a:r>
              <a:rPr lang="en-GB" dirty="0"/>
              <a:t> </a:t>
            </a:r>
            <a:r>
              <a:rPr lang="en-GB" dirty="0" err="1"/>
              <a:t>elit</a:t>
            </a:r>
            <a:r>
              <a:rPr lang="en-GB" dirty="0"/>
              <a:t>, </a:t>
            </a:r>
            <a:r>
              <a:rPr lang="en-GB" dirty="0" err="1"/>
              <a:t>sed</a:t>
            </a:r>
            <a:r>
              <a:rPr lang="en-GB" dirty="0"/>
              <a:t> Lorem ipsum </a:t>
            </a:r>
            <a:r>
              <a:rPr lang="en-GB" dirty="0" err="1"/>
              <a:t>dolor</a:t>
            </a:r>
            <a:r>
              <a:rPr lang="en-GB" dirty="0"/>
              <a:t>. </a:t>
            </a:r>
          </a:p>
        </p:txBody>
      </p:sp>
      <p:sp>
        <p:nvSpPr>
          <p:cNvPr id="15" name="etiqueta_3">
            <a:extLst>
              <a:ext uri="{FF2B5EF4-FFF2-40B4-BE49-F238E27FC236}">
                <a16:creationId xmlns:a16="http://schemas.microsoft.com/office/drawing/2014/main" id="{A029D2A8-C7EC-597C-2058-0AD905131754}"/>
              </a:ext>
            </a:extLst>
          </p:cNvPr>
          <p:cNvSpPr>
            <a:spLocks noGrp="1"/>
          </p:cNvSpPr>
          <p:nvPr>
            <p:ph type="body" sz="quarter" idx="22"/>
          </p:nvPr>
        </p:nvSpPr>
        <p:spPr>
          <a:xfrm>
            <a:off x="4457957" y="5053854"/>
            <a:ext cx="1662051" cy="252000"/>
          </a:xfrm>
        </p:spPr>
        <p:txBody>
          <a:bodyPr/>
          <a:lstStyle/>
          <a:p>
            <a:pPr/>
            <a:r>
              <a:rPr lang="en-GB" dirty="0"/>
              <a:t>Dato 03</a:t>
            </a:r>
          </a:p>
        </p:txBody>
      </p:sp>
      <p:graphicFrame>
        <p:nvGraphicFramePr>
          <p:cNvPr id="31" name="grafico_4">
            <a:extLst>
              <a:ext uri="{FF2B5EF4-FFF2-40B4-BE49-F238E27FC236}">
                <a16:creationId xmlns:a16="http://schemas.microsoft.com/office/drawing/2014/main" id="{557B51D1-EB97-ADEE-87C6-1E0557C89C57}"/>
              </a:ext>
            </a:extLst>
          </p:cNvPr>
          <p:cNvGraphicFramePr>
            <a:graphicFrameLocks noGrp="1"/>
          </p:cNvGraphicFramePr>
          <p:nvPr>
            <p:ph type="chart" sz="quarter" idx="23"/>
            <p:extLst>
              <p:ext uri="{D42A27DB-BD31-4B8C-83A1-F6EECF244321}">
                <p14:modId xmlns:p14="http://schemas.microsoft.com/office/powerpoint/2010/main" val="2243137058"/>
              </p:ext>
            </p:extLst>
          </p:nvPr>
        </p:nvGraphicFramePr>
        <p:xfrm>
          <a:off x="6229350" y="1839913"/>
          <a:ext cx="1662113" cy="3170237"/>
        </p:xfrm>
        <a:graphic>
          <a:graphicData uri="http://schemas.openxmlformats.org/drawingml/2006/chart">
            <c:chart xmlns:c="http://schemas.openxmlformats.org/drawingml/2006/chart" xmlns:r="http://schemas.openxmlformats.org/officeDocument/2006/relationships" r:id="rId5"/>
          </a:graphicData>
        </a:graphic>
      </p:graphicFrame>
      <p:sp>
        <p:nvSpPr>
          <p:cNvPr id="17" name="cuerpo_4">
            <a:extLst>
              <a:ext uri="{FF2B5EF4-FFF2-40B4-BE49-F238E27FC236}">
                <a16:creationId xmlns:a16="http://schemas.microsoft.com/office/drawing/2014/main" id="{BE4073FC-7FCE-2EB5-E76C-C2BFE4E44DE2}"/>
              </a:ext>
            </a:extLst>
          </p:cNvPr>
          <p:cNvSpPr>
            <a:spLocks noGrp="1"/>
          </p:cNvSpPr>
          <p:nvPr>
            <p:ph type="body" sz="quarter" idx="24"/>
          </p:nvPr>
        </p:nvSpPr>
        <p:spPr>
          <a:xfrm>
            <a:off x="6390715" y="5336852"/>
            <a:ext cx="1662051" cy="958538"/>
          </a:xfrm>
        </p:spPr>
        <p:txBody>
          <a:bodyPr/>
          <a:lstStyle/>
          <a:p>
            <a:pPr/>
            <a:r>
              <a:rPr lang="en-GB" dirty="0"/>
              <a:t>Lorem ipsum </a:t>
            </a:r>
            <a:r>
              <a:rPr lang="en-GB" dirty="0" err="1"/>
              <a:t>dolor</a:t>
            </a:r>
            <a:r>
              <a:rPr lang="en-GB" dirty="0"/>
              <a:t> sit </a:t>
            </a:r>
            <a:r>
              <a:rPr lang="en-GB" dirty="0" err="1"/>
              <a:t>amet</a:t>
            </a:r>
            <a:r>
              <a:rPr lang="en-GB" dirty="0"/>
              <a:t>, </a:t>
            </a:r>
            <a:r>
              <a:rPr lang="en-GB" dirty="0" err="1"/>
              <a:t>adipiscing</a:t>
            </a:r>
            <a:r>
              <a:rPr lang="en-GB" dirty="0"/>
              <a:t> </a:t>
            </a:r>
            <a:r>
              <a:rPr lang="en-GB" dirty="0" err="1"/>
              <a:t>elit</a:t>
            </a:r>
            <a:r>
              <a:rPr lang="en-GB" dirty="0"/>
              <a:t>, </a:t>
            </a:r>
            <a:r>
              <a:rPr lang="en-GB" dirty="0" err="1"/>
              <a:t>sed</a:t>
            </a:r>
            <a:r>
              <a:rPr lang="en-GB" dirty="0"/>
              <a:t> Lorem ipsum </a:t>
            </a:r>
            <a:r>
              <a:rPr lang="en-GB" dirty="0" err="1"/>
              <a:t>dolor</a:t>
            </a:r>
            <a:r>
              <a:rPr lang="en-GB" dirty="0"/>
              <a:t>. </a:t>
            </a:r>
          </a:p>
        </p:txBody>
      </p:sp>
      <p:sp>
        <p:nvSpPr>
          <p:cNvPr id="18" name="etiqueta_4">
            <a:extLst>
              <a:ext uri="{FF2B5EF4-FFF2-40B4-BE49-F238E27FC236}">
                <a16:creationId xmlns:a16="http://schemas.microsoft.com/office/drawing/2014/main" id="{B707852B-1261-379C-B938-F771FDC10A50}"/>
              </a:ext>
            </a:extLst>
          </p:cNvPr>
          <p:cNvSpPr>
            <a:spLocks noGrp="1"/>
          </p:cNvSpPr>
          <p:nvPr>
            <p:ph type="body" sz="quarter" idx="25"/>
          </p:nvPr>
        </p:nvSpPr>
        <p:spPr>
          <a:xfrm>
            <a:off x="6390715" y="5053854"/>
            <a:ext cx="1662051" cy="252000"/>
          </a:xfrm>
        </p:spPr>
        <p:txBody>
          <a:bodyPr/>
          <a:lstStyle/>
          <a:p>
            <a:pPr/>
            <a:r>
              <a:rPr lang="en-GB" dirty="0"/>
              <a:t>Dato 04</a:t>
            </a:r>
          </a:p>
        </p:txBody>
      </p:sp>
      <p:graphicFrame>
        <p:nvGraphicFramePr>
          <p:cNvPr id="33" name="grafico_5">
            <a:extLst>
              <a:ext uri="{FF2B5EF4-FFF2-40B4-BE49-F238E27FC236}">
                <a16:creationId xmlns:a16="http://schemas.microsoft.com/office/drawing/2014/main" id="{D864AFCF-4756-0CAA-8A7D-4868DBEA37FA}"/>
              </a:ext>
            </a:extLst>
          </p:cNvPr>
          <p:cNvGraphicFramePr>
            <a:graphicFrameLocks noGrp="1"/>
          </p:cNvGraphicFramePr>
          <p:nvPr>
            <p:ph type="chart" sz="quarter" idx="26"/>
            <p:extLst>
              <p:ext uri="{D42A27DB-BD31-4B8C-83A1-F6EECF244321}">
                <p14:modId xmlns:p14="http://schemas.microsoft.com/office/powerpoint/2010/main" val="3978356150"/>
              </p:ext>
            </p:extLst>
          </p:nvPr>
        </p:nvGraphicFramePr>
        <p:xfrm>
          <a:off x="8162925" y="1839913"/>
          <a:ext cx="1662113" cy="3170237"/>
        </p:xfrm>
        <a:graphic>
          <a:graphicData uri="http://schemas.openxmlformats.org/drawingml/2006/chart">
            <c:chart xmlns:c="http://schemas.openxmlformats.org/drawingml/2006/chart" xmlns:r="http://schemas.openxmlformats.org/officeDocument/2006/relationships" r:id="rId6"/>
          </a:graphicData>
        </a:graphic>
      </p:graphicFrame>
      <p:sp>
        <p:nvSpPr>
          <p:cNvPr id="20" name="cuerpo_5">
            <a:extLst>
              <a:ext uri="{FF2B5EF4-FFF2-40B4-BE49-F238E27FC236}">
                <a16:creationId xmlns:a16="http://schemas.microsoft.com/office/drawing/2014/main" id="{CA483EE0-408E-F595-29BA-96189BFFD7FB}"/>
              </a:ext>
            </a:extLst>
          </p:cNvPr>
          <p:cNvSpPr>
            <a:spLocks noGrp="1"/>
          </p:cNvSpPr>
          <p:nvPr>
            <p:ph type="body" sz="quarter" idx="27"/>
          </p:nvPr>
        </p:nvSpPr>
        <p:spPr>
          <a:xfrm>
            <a:off x="8323473" y="5336852"/>
            <a:ext cx="1662051" cy="958538"/>
          </a:xfrm>
        </p:spPr>
        <p:txBody>
          <a:bodyPr/>
          <a:lstStyle/>
          <a:p>
            <a:pPr/>
            <a:r>
              <a:rPr lang="en-GB" dirty="0"/>
              <a:t>Lorem ipsum </a:t>
            </a:r>
            <a:r>
              <a:rPr lang="en-GB" dirty="0" err="1"/>
              <a:t>dolor</a:t>
            </a:r>
            <a:r>
              <a:rPr lang="en-GB" dirty="0"/>
              <a:t> sit </a:t>
            </a:r>
            <a:r>
              <a:rPr lang="en-GB" dirty="0" err="1"/>
              <a:t>amet</a:t>
            </a:r>
            <a:r>
              <a:rPr lang="en-GB" dirty="0"/>
              <a:t>, </a:t>
            </a:r>
            <a:r>
              <a:rPr lang="en-GB" dirty="0" err="1"/>
              <a:t>adipiscing</a:t>
            </a:r>
            <a:r>
              <a:rPr lang="en-GB" dirty="0"/>
              <a:t> </a:t>
            </a:r>
            <a:r>
              <a:rPr lang="en-GB" dirty="0" err="1"/>
              <a:t>elit</a:t>
            </a:r>
            <a:r>
              <a:rPr lang="en-GB" dirty="0"/>
              <a:t>, </a:t>
            </a:r>
            <a:r>
              <a:rPr lang="en-GB" dirty="0" err="1"/>
              <a:t>sed</a:t>
            </a:r>
            <a:r>
              <a:rPr lang="en-GB" dirty="0"/>
              <a:t> Lorem ipsum </a:t>
            </a:r>
            <a:r>
              <a:rPr lang="en-GB" dirty="0" err="1"/>
              <a:t>dolor</a:t>
            </a:r>
            <a:r>
              <a:rPr lang="en-GB" dirty="0"/>
              <a:t>. </a:t>
            </a:r>
          </a:p>
        </p:txBody>
      </p:sp>
      <p:sp>
        <p:nvSpPr>
          <p:cNvPr id="21" name="etiqueta_5">
            <a:extLst>
              <a:ext uri="{FF2B5EF4-FFF2-40B4-BE49-F238E27FC236}">
                <a16:creationId xmlns:a16="http://schemas.microsoft.com/office/drawing/2014/main" id="{0A236232-0C11-D4BB-BC6F-BA89694DA2C0}"/>
              </a:ext>
            </a:extLst>
          </p:cNvPr>
          <p:cNvSpPr>
            <a:spLocks noGrp="1"/>
          </p:cNvSpPr>
          <p:nvPr>
            <p:ph type="body" sz="quarter" idx="28"/>
          </p:nvPr>
        </p:nvSpPr>
        <p:spPr>
          <a:xfrm>
            <a:off x="8323473" y="5053854"/>
            <a:ext cx="1662051" cy="252000"/>
          </a:xfrm>
        </p:spPr>
        <p:txBody>
          <a:bodyPr/>
          <a:lstStyle/>
          <a:p>
            <a:pPr/>
            <a:r>
              <a:rPr lang="en-GB" dirty="0"/>
              <a:t>Dato 05</a:t>
            </a:r>
          </a:p>
        </p:txBody>
      </p:sp>
      <p:graphicFrame>
        <p:nvGraphicFramePr>
          <p:cNvPr id="35" name="grafico_6">
            <a:extLst>
              <a:ext uri="{FF2B5EF4-FFF2-40B4-BE49-F238E27FC236}">
                <a16:creationId xmlns:a16="http://schemas.microsoft.com/office/drawing/2014/main" id="{DF9B5719-3ECA-0C03-C16F-A3429A6FE1DB}"/>
              </a:ext>
            </a:extLst>
          </p:cNvPr>
          <p:cNvGraphicFramePr>
            <a:graphicFrameLocks noGrp="1"/>
          </p:cNvGraphicFramePr>
          <p:nvPr>
            <p:ph type="chart" sz="quarter" idx="29"/>
            <p:extLst>
              <p:ext uri="{D42A27DB-BD31-4B8C-83A1-F6EECF244321}">
                <p14:modId xmlns:p14="http://schemas.microsoft.com/office/powerpoint/2010/main" val="3352029883"/>
              </p:ext>
            </p:extLst>
          </p:nvPr>
        </p:nvGraphicFramePr>
        <p:xfrm>
          <a:off x="10094913" y="1839913"/>
          <a:ext cx="1662112" cy="3170237"/>
        </p:xfrm>
        <a:graphic>
          <a:graphicData uri="http://schemas.openxmlformats.org/drawingml/2006/chart">
            <c:chart xmlns:c="http://schemas.openxmlformats.org/drawingml/2006/chart" xmlns:r="http://schemas.openxmlformats.org/officeDocument/2006/relationships" r:id="rId7"/>
          </a:graphicData>
        </a:graphic>
      </p:graphicFrame>
      <p:sp>
        <p:nvSpPr>
          <p:cNvPr id="23" name="cuerpo_6">
            <a:extLst>
              <a:ext uri="{FF2B5EF4-FFF2-40B4-BE49-F238E27FC236}">
                <a16:creationId xmlns:a16="http://schemas.microsoft.com/office/drawing/2014/main" id="{4EBE4861-DED2-FFC0-0CB9-0EC3DFE00FA9}"/>
              </a:ext>
            </a:extLst>
          </p:cNvPr>
          <p:cNvSpPr>
            <a:spLocks noGrp="1"/>
          </p:cNvSpPr>
          <p:nvPr>
            <p:ph type="body" sz="quarter" idx="30"/>
          </p:nvPr>
        </p:nvSpPr>
        <p:spPr>
          <a:xfrm>
            <a:off x="10256230" y="5336852"/>
            <a:ext cx="1662051" cy="958538"/>
          </a:xfrm>
        </p:spPr>
        <p:txBody>
          <a:bodyPr/>
          <a:lstStyle/>
          <a:p>
            <a:pPr/>
            <a:r>
              <a:rPr lang="en-GB" dirty="0"/>
              <a:t>Lorem ipsum </a:t>
            </a:r>
            <a:r>
              <a:rPr lang="en-GB" dirty="0" err="1"/>
              <a:t>dolor</a:t>
            </a:r>
            <a:r>
              <a:rPr lang="en-GB" dirty="0"/>
              <a:t> sit </a:t>
            </a:r>
            <a:r>
              <a:rPr lang="en-GB" dirty="0" err="1"/>
              <a:t>amet</a:t>
            </a:r>
            <a:r>
              <a:rPr lang="en-GB" dirty="0"/>
              <a:t>, </a:t>
            </a:r>
            <a:r>
              <a:rPr lang="en-GB" dirty="0" err="1"/>
              <a:t>adipiscing</a:t>
            </a:r>
            <a:r>
              <a:rPr lang="en-GB" dirty="0"/>
              <a:t> </a:t>
            </a:r>
            <a:r>
              <a:rPr lang="en-GB" dirty="0" err="1"/>
              <a:t>elit</a:t>
            </a:r>
            <a:r>
              <a:rPr lang="en-GB" dirty="0"/>
              <a:t>, </a:t>
            </a:r>
            <a:r>
              <a:rPr lang="en-GB" dirty="0" err="1"/>
              <a:t>sed</a:t>
            </a:r>
            <a:r>
              <a:rPr lang="en-GB" dirty="0"/>
              <a:t> Lorem ipsum </a:t>
            </a:r>
            <a:r>
              <a:rPr lang="en-GB" dirty="0" err="1"/>
              <a:t>dolor</a:t>
            </a:r>
            <a:r>
              <a:rPr lang="en-GB" dirty="0"/>
              <a:t>. </a:t>
            </a:r>
          </a:p>
        </p:txBody>
      </p:sp>
      <p:sp>
        <p:nvSpPr>
          <p:cNvPr id="24" name="etiqueta_6">
            <a:extLst>
              <a:ext uri="{FF2B5EF4-FFF2-40B4-BE49-F238E27FC236}">
                <a16:creationId xmlns:a16="http://schemas.microsoft.com/office/drawing/2014/main" id="{2A0441B1-7D7D-074E-084C-10DEB7F32E9B}"/>
              </a:ext>
            </a:extLst>
          </p:cNvPr>
          <p:cNvSpPr>
            <a:spLocks noGrp="1"/>
          </p:cNvSpPr>
          <p:nvPr>
            <p:ph type="body" sz="quarter" idx="31"/>
          </p:nvPr>
        </p:nvSpPr>
        <p:spPr>
          <a:xfrm>
            <a:off x="10256230" y="5053854"/>
            <a:ext cx="1662051" cy="252000"/>
          </a:xfrm>
        </p:spPr>
        <p:txBody>
          <a:bodyPr/>
          <a:lstStyle/>
          <a:p>
            <a:pPr/>
            <a:r>
              <a:rPr lang="en-GB" dirty="0"/>
              <a:t>Dato 06</a:t>
            </a:r>
          </a:p>
        </p:txBody>
      </p:sp>
      <p:sp>
        <p:nvSpPr>
          <p:cNvPr id="2" name="titulo">
            <a:extLst>
              <a:ext uri="{FF2B5EF4-FFF2-40B4-BE49-F238E27FC236}">
                <a16:creationId xmlns:a16="http://schemas.microsoft.com/office/drawing/2014/main" id="{314DE2EB-6973-721B-5BAC-CA31E3C0CFC0}"/>
              </a:ext>
            </a:extLst>
          </p:cNvPr>
          <p:cNvSpPr>
            <a:spLocks noGrp="1"/>
          </p:cNvSpPr>
          <p:nvPr>
            <p:ph type="title"/>
          </p:nvPr>
        </p:nvSpPr>
        <p:spPr/>
        <p:txBody>
          <a:bodyPr/>
          <a:lstStyle/>
          <a:p>
            <a:pPr/>
            <a:r>
              <a:rPr lang="en-GB" dirty="0" err="1"/>
              <a:t>Titulo</a:t>
            </a:r>
            <a:r>
              <a:rPr lang="en-GB" dirty="0"/>
              <a:t> de la </a:t>
            </a:r>
            <a:r>
              <a:rPr lang="en-GB" dirty="0" err="1"/>
              <a:t>sección</a:t>
            </a:r>
            <a:endParaRPr lang="en-GB" dirty="0"/>
          </a:p>
        </p:txBody>
      </p:sp>
      <p:sp>
        <p:nvSpPr>
          <p:cNvPr id="5" name="antetitulo">
            <a:extLst>
              <a:ext uri="{FF2B5EF4-FFF2-40B4-BE49-F238E27FC236}">
                <a16:creationId xmlns:a16="http://schemas.microsoft.com/office/drawing/2014/main" id="{F17AE9DB-CF85-3421-81B1-A447F4D3710C}"/>
              </a:ext>
            </a:extLst>
          </p:cNvPr>
          <p:cNvSpPr>
            <a:spLocks noGrp="1"/>
          </p:cNvSpPr>
          <p:nvPr>
            <p:ph type="body" sz="quarter" idx="3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
        <p:nvSpPr>
          <p:cNvPr id="8" name="subtitulo_1">
            <a:extLst>
              <a:ext uri="{FF2B5EF4-FFF2-40B4-BE49-F238E27FC236}">
                <a16:creationId xmlns:a16="http://schemas.microsoft.com/office/drawing/2014/main" id="{232E6407-4154-547D-E7AF-F075F713A1E9}"/>
              </a:ext>
            </a:extLst>
          </p:cNvPr>
          <p:cNvSpPr>
            <a:spLocks noGrp="1"/>
          </p:cNvSpPr>
          <p:nvPr>
            <p:ph idx="1"/>
          </p:nvPr>
        </p:nvSpPr>
        <p:spPr/>
        <p:txBody>
          <a:bodyPr/>
          <a:lstStyle/>
          <a:p>
            <a:pPr/>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Morbi </a:t>
            </a:r>
            <a:r>
              <a:rPr lang="en-GB" dirty="0" err="1"/>
              <a:t>molestie</a:t>
            </a:r>
            <a:r>
              <a:rPr lang="en-GB" dirty="0"/>
              <a:t> </a:t>
            </a:r>
            <a:r>
              <a:rPr lang="en-GB" dirty="0" err="1"/>
              <a:t>imperdiet</a:t>
            </a:r>
            <a:r>
              <a:rPr lang="en-GB" dirty="0"/>
              <a:t> nunc, </a:t>
            </a:r>
            <a:r>
              <a:rPr lang="en-GB" dirty="0" err="1"/>
              <a:t>eu</a:t>
            </a:r>
            <a:r>
              <a:rPr lang="en-GB" dirty="0"/>
              <a:t> </a:t>
            </a:r>
            <a:r>
              <a:rPr lang="en-GB" dirty="0" err="1"/>
              <a:t>aliquet</a:t>
            </a:r>
            <a:r>
              <a:rPr lang="en-GB" dirty="0"/>
              <a:t> </a:t>
            </a:r>
            <a:r>
              <a:rPr lang="en-GB" dirty="0" err="1"/>
              <a:t>nibh</a:t>
            </a:r>
            <a:r>
              <a:rPr lang="en-GB" dirty="0"/>
              <a:t> </a:t>
            </a:r>
            <a:r>
              <a:rPr lang="en-GB" dirty="0" err="1"/>
              <a:t>ullamcorper</a:t>
            </a:r>
            <a:r>
              <a:rPr lang="en-GB" dirty="0"/>
              <a:t> </a:t>
            </a:r>
            <a:r>
              <a:rPr lang="en-GB" dirty="0" err="1"/>
              <a:t>quis</a:t>
            </a:r>
            <a:r>
              <a:rPr lang="en-GB" dirty="0"/>
              <a:t>. Donec </a:t>
            </a:r>
            <a:r>
              <a:rPr lang="en-GB" dirty="0" err="1"/>
              <a:t>pellentesque</a:t>
            </a:r>
            <a:r>
              <a:rPr lang="en-GB" dirty="0"/>
              <a:t> </a:t>
            </a:r>
            <a:r>
              <a:rPr lang="en-GB" dirty="0" err="1"/>
              <a:t>elementum</a:t>
            </a:r>
            <a:r>
              <a:rPr lang="en-GB" dirty="0"/>
              <a:t> ante id </a:t>
            </a:r>
            <a:r>
              <a:rPr lang="en-GB" dirty="0" err="1"/>
              <a:t>condimentum</a:t>
            </a:r>
            <a:r>
              <a:rPr lang="en-GB" dirty="0"/>
              <a:t>. Cras et </a:t>
            </a:r>
            <a:r>
              <a:rPr lang="en-GB" dirty="0" err="1"/>
              <a:t>facilisis</a:t>
            </a:r>
            <a:r>
              <a:rPr lang="en-GB" dirty="0"/>
              <a:t> </a:t>
            </a:r>
            <a:r>
              <a:rPr lang="en-GB" dirty="0" err="1"/>
              <a:t>tortor</a:t>
            </a:r>
            <a:r>
              <a:rPr lang="en-GB" dirty="0"/>
              <a:t>. Ut dui, </a:t>
            </a:r>
            <a:r>
              <a:rPr lang="en-GB" dirty="0" err="1"/>
              <a:t>interdum</a:t>
            </a:r>
            <a:r>
              <a:rPr lang="en-GB" dirty="0"/>
              <a:t> ac </a:t>
            </a:r>
            <a:r>
              <a:rPr lang="en-GB" dirty="0" err="1"/>
              <a:t>molestie</a:t>
            </a:r>
            <a:r>
              <a:rPr lang="en-GB" dirty="0"/>
              <a:t> </a:t>
            </a:r>
            <a:r>
              <a:rPr lang="en-GB" dirty="0" err="1"/>
              <a:t>eu</a:t>
            </a:r>
            <a:r>
              <a:rPr lang="en-GB" dirty="0"/>
              <a:t>, </a:t>
            </a:r>
            <a:r>
              <a:rPr lang="en-GB" dirty="0" err="1"/>
              <a:t>sagittis</a:t>
            </a:r>
            <a:r>
              <a:rPr lang="en-GB" dirty="0"/>
              <a:t>.</a:t>
            </a:r>
          </a:p>
        </p:txBody>
      </p:sp>
      <p:sp>
        <p:nvSpPr>
          <p:cNvPr id="26" name="subtitulo_4">
            <a:extLst>
              <a:ext uri="{FF2B5EF4-FFF2-40B4-BE49-F238E27FC236}">
                <a16:creationId xmlns:a16="http://schemas.microsoft.com/office/drawing/2014/main" id="{5F3ED9F5-64E1-93A5-4969-A7F1D17B889B}"/>
              </a:ext>
            </a:extLst>
          </p:cNvPr>
          <p:cNvSpPr txBox="1"/>
          <p:nvPr/>
        </p:nvSpPr>
        <p:spPr>
          <a:xfrm>
            <a:off x="573354" y="2665676"/>
            <a:ext cx="1364185" cy="459672"/>
          </a:xfrm>
          <a:prstGeom prst="rect">
            <a:avLst/>
          </a:prstGeom>
          <a:noFill/>
        </p:spPr>
        <p:txBody>
          <a:bodyPr wrap="square" lIns="0" tIns="0" rIns="0" bIns="0" rtlCol="0" anchor="ctr" anchorCtr="1">
            <a:noAutofit/>
          </a:bodyPr>
          <a:lstStyle/>
          <a:p>
            <a:pPr algn="l"/>
            <a:r>
              <a:rPr lang="en-GB" sz="3500" b="1" spc="-150" dirty="0">
                <a:latin typeface="Movistar Sans" pitchFamily="2" charset="77"/>
                <a:ea typeface="Movistar Sans" pitchFamily="2" charset="77"/>
              </a:rPr>
              <a:t>60%</a:t>
            </a:r>
          </a:p>
        </p:txBody>
      </p:sp>
      <p:sp>
        <p:nvSpPr>
          <p:cNvPr id="28" name="subtitulo_5">
            <a:extLst>
              <a:ext uri="{FF2B5EF4-FFF2-40B4-BE49-F238E27FC236}">
                <a16:creationId xmlns:a16="http://schemas.microsoft.com/office/drawing/2014/main" id="{D7E1CEF3-334A-917E-7EF4-D427AF661957}"/>
              </a:ext>
            </a:extLst>
          </p:cNvPr>
          <p:cNvSpPr txBox="1"/>
          <p:nvPr/>
        </p:nvSpPr>
        <p:spPr>
          <a:xfrm>
            <a:off x="2499546" y="3125348"/>
            <a:ext cx="1364185" cy="459672"/>
          </a:xfrm>
          <a:prstGeom prst="rect">
            <a:avLst/>
          </a:prstGeom>
          <a:noFill/>
        </p:spPr>
        <p:txBody>
          <a:bodyPr wrap="square" lIns="0" tIns="0" rIns="0" bIns="0" rtlCol="0" anchor="ctr" anchorCtr="1">
            <a:noAutofit/>
          </a:bodyPr>
          <a:lstStyle/>
          <a:p>
            <a:pPr algn="l"/>
            <a:r>
              <a:rPr lang="en-GB" sz="3500" b="1" spc="-150" dirty="0">
                <a:latin typeface="Movistar Sans" pitchFamily="2" charset="77"/>
                <a:ea typeface="Movistar Sans" pitchFamily="2" charset="77"/>
              </a:rPr>
              <a:t>45%</a:t>
            </a:r>
          </a:p>
        </p:txBody>
      </p:sp>
      <p:sp>
        <p:nvSpPr>
          <p:cNvPr id="30" name="subtitulo_6">
            <a:extLst>
              <a:ext uri="{FF2B5EF4-FFF2-40B4-BE49-F238E27FC236}">
                <a16:creationId xmlns:a16="http://schemas.microsoft.com/office/drawing/2014/main" id="{B288FF00-B85C-E264-B427-8039279D91EE}"/>
              </a:ext>
            </a:extLst>
          </p:cNvPr>
          <p:cNvSpPr txBox="1"/>
          <p:nvPr/>
        </p:nvSpPr>
        <p:spPr>
          <a:xfrm>
            <a:off x="4436559" y="3718869"/>
            <a:ext cx="1364185" cy="459672"/>
          </a:xfrm>
          <a:prstGeom prst="rect">
            <a:avLst/>
          </a:prstGeom>
          <a:noFill/>
        </p:spPr>
        <p:txBody>
          <a:bodyPr wrap="square" lIns="0" tIns="0" rIns="0" bIns="0" rtlCol="0" anchor="ctr" anchorCtr="1">
            <a:noAutofit/>
          </a:bodyPr>
          <a:lstStyle/>
          <a:p>
            <a:pPr algn="l"/>
            <a:r>
              <a:rPr lang="en-GB" sz="3500" b="1" spc="-150" dirty="0">
                <a:latin typeface="Movistar Sans" pitchFamily="2" charset="77"/>
                <a:ea typeface="Movistar Sans" pitchFamily="2" charset="77"/>
              </a:rPr>
              <a:t>25%</a:t>
            </a:r>
          </a:p>
        </p:txBody>
      </p:sp>
      <p:sp>
        <p:nvSpPr>
          <p:cNvPr id="32" name="subtitulo_3">
            <a:extLst>
              <a:ext uri="{FF2B5EF4-FFF2-40B4-BE49-F238E27FC236}">
                <a16:creationId xmlns:a16="http://schemas.microsoft.com/office/drawing/2014/main" id="{CC1D6989-5B69-A426-B713-032CA9D4684A}"/>
              </a:ext>
            </a:extLst>
          </p:cNvPr>
          <p:cNvSpPr txBox="1"/>
          <p:nvPr/>
        </p:nvSpPr>
        <p:spPr>
          <a:xfrm>
            <a:off x="6368161" y="2435840"/>
            <a:ext cx="1364185" cy="459672"/>
          </a:xfrm>
          <a:prstGeom prst="rect">
            <a:avLst/>
          </a:prstGeom>
          <a:noFill/>
        </p:spPr>
        <p:txBody>
          <a:bodyPr wrap="square" lIns="0" tIns="0" rIns="0" bIns="0" rtlCol="0" anchor="ctr" anchorCtr="1">
            <a:noAutofit/>
          </a:bodyPr>
          <a:lstStyle/>
          <a:p>
            <a:pPr algn="l"/>
            <a:r>
              <a:rPr lang="en-GB" sz="3500" b="1" spc="-150" dirty="0">
                <a:latin typeface="Movistar Sans" pitchFamily="2" charset="77"/>
                <a:ea typeface="Movistar Sans" pitchFamily="2" charset="77"/>
              </a:rPr>
              <a:t>68%</a:t>
            </a:r>
          </a:p>
        </p:txBody>
      </p:sp>
      <p:sp>
        <p:nvSpPr>
          <p:cNvPr id="34" name="subtitulo_2">
            <a:extLst>
              <a:ext uri="{FF2B5EF4-FFF2-40B4-BE49-F238E27FC236}">
                <a16:creationId xmlns:a16="http://schemas.microsoft.com/office/drawing/2014/main" id="{E3D15AF7-3246-B136-AE08-B721F4CB6105}"/>
              </a:ext>
            </a:extLst>
          </p:cNvPr>
          <p:cNvSpPr txBox="1"/>
          <p:nvPr/>
        </p:nvSpPr>
        <p:spPr>
          <a:xfrm>
            <a:off x="8299763" y="2278931"/>
            <a:ext cx="1364185" cy="459672"/>
          </a:xfrm>
          <a:prstGeom prst="rect">
            <a:avLst/>
          </a:prstGeom>
          <a:noFill/>
        </p:spPr>
        <p:txBody>
          <a:bodyPr wrap="square" lIns="0" tIns="0" rIns="0" bIns="0" rtlCol="0" anchor="ctr" anchorCtr="1">
            <a:noAutofit/>
          </a:bodyPr>
          <a:lstStyle/>
          <a:p>
            <a:pPr algn="l"/>
            <a:r>
              <a:rPr lang="en-GB" sz="3500" b="1" spc="-150" dirty="0">
                <a:latin typeface="Movistar Sans" pitchFamily="2" charset="77"/>
                <a:ea typeface="Movistar Sans" pitchFamily="2" charset="77"/>
              </a:rPr>
              <a:t>91%</a:t>
            </a:r>
          </a:p>
        </p:txBody>
      </p:sp>
      <p:sp>
        <p:nvSpPr>
          <p:cNvPr id="36" name="subtitulo_7">
            <a:extLst>
              <a:ext uri="{FF2B5EF4-FFF2-40B4-BE49-F238E27FC236}">
                <a16:creationId xmlns:a16="http://schemas.microsoft.com/office/drawing/2014/main" id="{FD651300-B8CF-62C5-EAE9-2E08A07C11F3}"/>
              </a:ext>
            </a:extLst>
          </p:cNvPr>
          <p:cNvSpPr txBox="1"/>
          <p:nvPr/>
        </p:nvSpPr>
        <p:spPr>
          <a:xfrm>
            <a:off x="10242187" y="4059740"/>
            <a:ext cx="1364185" cy="459672"/>
          </a:xfrm>
          <a:prstGeom prst="rect">
            <a:avLst/>
          </a:prstGeom>
          <a:noFill/>
        </p:spPr>
        <p:txBody>
          <a:bodyPr wrap="square" lIns="0" tIns="0" rIns="0" bIns="0" rtlCol="0" anchor="ctr" anchorCtr="1">
            <a:noAutofit/>
          </a:bodyPr>
          <a:lstStyle/>
          <a:p>
            <a:pPr algn="l"/>
            <a:r>
              <a:rPr lang="en-GB" sz="3500" b="1" spc="-150" dirty="0">
                <a:latin typeface="Movistar Sans" pitchFamily="2" charset="77"/>
                <a:ea typeface="Movistar Sans" pitchFamily="2" charset="77"/>
              </a:rPr>
              <a:t>12%</a:t>
            </a:r>
          </a:p>
        </p:txBody>
      </p:sp>
    </p:spTree>
    <p:extLst>
      <p:ext uri="{BB962C8B-B14F-4D97-AF65-F5344CB8AC3E}">
        <p14:creationId xmlns:p14="http://schemas.microsoft.com/office/powerpoint/2010/main" val="139536512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C4E94B96-7FCF-54BA-4E1E-65F7CD02066D}"/>
              </a:ext>
            </a:extLst>
          </p:cNvPr>
          <p:cNvSpPr>
            <a:spLocks noGrp="1"/>
          </p:cNvSpPr>
          <p:nvPr>
            <p:ph type="ftr" sz="quarter" idx="11"/>
          </p:nvPr>
        </p:nvSpPr>
        <p:spPr/>
        <p:txBody>
          <a:bodyPr/>
          <a:lstStyle/>
          <a:p>
            <a:pPr/>
          </a:p>
        </p:txBody>
      </p:sp>
      <p:sp>
        <p:nvSpPr>
          <p:cNvPr id="13" name="Slide Number Placeholder 12">
            <a:extLst>
              <a:ext uri="{FF2B5EF4-FFF2-40B4-BE49-F238E27FC236}">
                <a16:creationId xmlns:a16="http://schemas.microsoft.com/office/drawing/2014/main" id="{1D9A7F0B-BBB0-CB26-397F-ADAF308F3D5A}"/>
              </a:ext>
            </a:extLst>
          </p:cNvPr>
          <p:cNvSpPr>
            <a:spLocks noGrp="1"/>
          </p:cNvSpPr>
          <p:nvPr>
            <p:ph type="sldNum" sz="quarter" idx="12"/>
          </p:nvPr>
        </p:nvSpPr>
        <p:spPr/>
        <p:txBody>
          <a:bodyPr/>
          <a:lstStyle/>
          <a:p>
            <a:pPr/>
            <a:fld id="{5F7B1633-95EA-F847-945E-534A0819728C}" type="slidenum">
              <a:rPr lang="en-GB" smtClean="0"/>
              <a:pPr/>
              <a:t>22</a:t>
            </a:fld>
            <a:endParaRPr lang="en-GB" sz="800"/>
          </a:p>
        </p:txBody>
      </p:sp>
      <p:graphicFrame>
        <p:nvGraphicFramePr>
          <p:cNvPr id="8" name="tabla">
            <a:extLst>
              <a:ext uri="{FF2B5EF4-FFF2-40B4-BE49-F238E27FC236}">
                <a16:creationId xmlns:a16="http://schemas.microsoft.com/office/drawing/2014/main" id="{91E33778-6527-8233-D96C-44753B8D193C}"/>
              </a:ext>
            </a:extLst>
          </p:cNvPr>
          <p:cNvGraphicFramePr>
            <a:graphicFrameLocks noGrp="1"/>
          </p:cNvGraphicFramePr>
          <p:nvPr>
            <p:ph type="tbl" sz="quarter" idx="14"/>
            <p:extLst>
              <p:ext uri="{D42A27DB-BD31-4B8C-83A1-F6EECF244321}">
                <p14:modId xmlns:p14="http://schemas.microsoft.com/office/powerpoint/2010/main" val="4069710093"/>
              </p:ext>
            </p:extLst>
          </p:nvPr>
        </p:nvGraphicFramePr>
        <p:xfrm>
          <a:off x="425450" y="1908175"/>
          <a:ext cx="11334744" cy="4525200"/>
        </p:xfrm>
        <a:graphic>
          <a:graphicData uri="http://schemas.openxmlformats.org/drawingml/2006/table">
            <a:tbl>
              <a:tblPr firstRow="1" bandRow="1">
                <a:tableStyleId>{5940675A-B579-460E-94D1-54222C63F5DA}</a:tableStyleId>
              </a:tblPr>
              <a:tblGrid>
                <a:gridCol w="1999047">
                  <a:extLst>
                    <a:ext uri="{9D8B030D-6E8A-4147-A177-3AD203B41FA5}">
                      <a16:colId xmlns:a16="http://schemas.microsoft.com/office/drawing/2014/main" val="4167789340"/>
                    </a:ext>
                  </a:extLst>
                </a:gridCol>
                <a:gridCol w="1333671">
                  <a:extLst>
                    <a:ext uri="{9D8B030D-6E8A-4147-A177-3AD203B41FA5}">
                      <a16:colId xmlns:a16="http://schemas.microsoft.com/office/drawing/2014/main" val="1331301481"/>
                    </a:ext>
                  </a:extLst>
                </a:gridCol>
                <a:gridCol w="1333671">
                  <a:extLst>
                    <a:ext uri="{9D8B030D-6E8A-4147-A177-3AD203B41FA5}">
                      <a16:colId xmlns:a16="http://schemas.microsoft.com/office/drawing/2014/main" val="3360666217"/>
                    </a:ext>
                  </a:extLst>
                </a:gridCol>
                <a:gridCol w="1333671">
                  <a:extLst>
                    <a:ext uri="{9D8B030D-6E8A-4147-A177-3AD203B41FA5}">
                      <a16:colId xmlns:a16="http://schemas.microsoft.com/office/drawing/2014/main" val="1895431722"/>
                    </a:ext>
                  </a:extLst>
                </a:gridCol>
                <a:gridCol w="1333671">
                  <a:extLst>
                    <a:ext uri="{9D8B030D-6E8A-4147-A177-3AD203B41FA5}">
                      <a16:colId xmlns:a16="http://schemas.microsoft.com/office/drawing/2014/main" val="3149555030"/>
                    </a:ext>
                  </a:extLst>
                </a:gridCol>
                <a:gridCol w="1333671">
                  <a:extLst>
                    <a:ext uri="{9D8B030D-6E8A-4147-A177-3AD203B41FA5}">
                      <a16:colId xmlns:a16="http://schemas.microsoft.com/office/drawing/2014/main" val="2403605265"/>
                    </a:ext>
                  </a:extLst>
                </a:gridCol>
                <a:gridCol w="1333671">
                  <a:extLst>
                    <a:ext uri="{9D8B030D-6E8A-4147-A177-3AD203B41FA5}">
                      <a16:colId xmlns:a16="http://schemas.microsoft.com/office/drawing/2014/main" val="3415457969"/>
                    </a:ext>
                  </a:extLst>
                </a:gridCol>
                <a:gridCol w="1333671">
                  <a:extLst>
                    <a:ext uri="{9D8B030D-6E8A-4147-A177-3AD203B41FA5}">
                      <a16:colId xmlns:a16="http://schemas.microsoft.com/office/drawing/2014/main" val="1635959185"/>
                    </a:ext>
                  </a:extLst>
                </a:gridCol>
              </a:tblGrid>
              <a:tr h="754200">
                <a:tc>
                  <a:txBody>
                    <a:bodyPr/>
                    <a:lstStyle/>
                    <a:p>
                      <a:endParaRPr lang="en-GB" sz="1500" b="1" i="0" dirty="0">
                        <a:solidFill>
                          <a:schemeClr val="bg1"/>
                        </a:solidFill>
                        <a:latin typeface="Movistar Sans" pitchFamily="2" charset="77"/>
                        <a:ea typeface="Movistar Sans" pitchFamily="2" charset="77"/>
                      </a:endParaRPr>
                    </a:p>
                  </a:txBody>
                  <a:tcPr>
                    <a:lnL w="12700" cmpd="sng">
                      <a:noFill/>
                    </a:lnL>
                    <a:lnR w="19050"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GB" sz="1500" b="1" i="0" dirty="0">
                          <a:solidFill>
                            <a:schemeClr val="bg1"/>
                          </a:solidFill>
                          <a:latin typeface="Movistar Sans" pitchFamily="2" charset="77"/>
                          <a:ea typeface="Movistar Sans" pitchFamily="2" charset="77"/>
                        </a:rPr>
                        <a:t>Nombre de</a:t>
                      </a:r>
                    </a:p>
                    <a:p>
                      <a:pPr algn="ctr"/>
                      <a:r>
                        <a:rPr lang="en-GB" sz="1500" b="1" i="0" dirty="0">
                          <a:solidFill>
                            <a:schemeClr val="bg1"/>
                          </a:solidFill>
                          <a:latin typeface="Movistar Sans" pitchFamily="2" charset="77"/>
                          <a:ea typeface="Movistar Sans" pitchFamily="2" charset="77"/>
                        </a:rPr>
                        <a:t>la columna</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Nombre 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la columna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Nombre 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la columna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Nombre 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la columna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Nombre 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la columna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Nombre 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a:ln>
                            <a:noFill/>
                          </a:ln>
                          <a:solidFill>
                            <a:srgbClr val="FFFAF5"/>
                          </a:solidFill>
                          <a:effectLst/>
                          <a:uLnTx/>
                          <a:uFillTx/>
                          <a:latin typeface="Movistar Sans" pitchFamily="2" charset="77"/>
                          <a:ea typeface="Movistar Sans" pitchFamily="2" charset="77"/>
                          <a:cs typeface="+mn-cs"/>
                        </a:rPr>
                        <a:t>la columna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rPr>
                        <a:t>Nombre de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rPr>
                        <a:t>la columna</a:t>
                      </a:r>
                    </a:p>
                  </a:txBody>
                  <a:tcPr anchor="ctr">
                    <a:lnL w="19050" cap="flat" cmpd="sng" algn="ctr">
                      <a:solidFill>
                        <a:schemeClr val="bg1"/>
                      </a:solidFill>
                      <a:prstDash val="solid"/>
                      <a:round/>
                      <a:headEnd type="none" w="med" len="med"/>
                      <a:tailEnd type="none" w="med" len="med"/>
                    </a:lnL>
                    <a:lnR w="12700" cmpd="sng">
                      <a:noFill/>
                    </a:lnR>
                    <a:lnT w="12700" cmpd="sng">
                      <a:noFill/>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987310666"/>
                  </a:ext>
                </a:extLst>
              </a:tr>
              <a:tr h="754200">
                <a:tc>
                  <a:txBody>
                    <a:bodyPr/>
                    <a:lstStyle/>
                    <a:p>
                      <a:r>
                        <a:rPr lang="en-GB" sz="1500" b="1" i="0" dirty="0">
                          <a:solidFill>
                            <a:schemeClr val="bg1"/>
                          </a:solidFill>
                          <a:latin typeface="Movistar Sans" pitchFamily="2" charset="77"/>
                          <a:ea typeface="Movistar Sans" pitchFamily="2" charset="77"/>
                        </a:rPr>
                        <a:t>Nombre de la </a:t>
                      </a:r>
                      <a:r>
                        <a:rPr lang="en-GB" sz="1500" b="1" i="0" dirty="0" err="1">
                          <a:solidFill>
                            <a:schemeClr val="bg1"/>
                          </a:solidFill>
                          <a:latin typeface="Movistar Sans" pitchFamily="2" charset="77"/>
                          <a:ea typeface="Movistar Sans" pitchFamily="2" charset="77"/>
                        </a:rPr>
                        <a:t>línea</a:t>
                      </a:r>
                      <a:endParaRPr lang="en-GB" sz="1500" b="1" i="0" dirty="0">
                        <a:solidFill>
                          <a:schemeClr val="bg1"/>
                        </a:solidFill>
                        <a:latin typeface="Movistar Sans" pitchFamily="2" charset="77"/>
                        <a:ea typeface="Movistar Sans" pitchFamily="2" charset="77"/>
                      </a:endParaRPr>
                    </a:p>
                  </a:txBody>
                  <a:tcPr anchor="ctr">
                    <a:lnL w="12700" cmpd="sng">
                      <a:noFill/>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1250" b="0" i="0" dirty="0">
                          <a:solidFill>
                            <a:schemeClr val="tx1"/>
                          </a:solidFill>
                          <a:latin typeface="Movistar Sans" pitchFamily="2" charset="77"/>
                          <a:ea typeface="Movistar Sans" pitchFamily="2" charset="77"/>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2700" cmpd="sng">
                      <a:no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97133324"/>
                  </a:ext>
                </a:extLst>
              </a:tr>
              <a:tr h="754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rPr>
                        <a:t>Nombre de la </a:t>
                      </a:r>
                      <a:r>
                        <a:rPr kumimoji="0" lang="en-GB" sz="1500" b="1" i="0" u="none" strike="noStrike" kern="1200" cap="none" spc="0" normalizeH="0" baseline="0" noProof="0" dirty="0" err="1">
                          <a:ln>
                            <a:noFill/>
                          </a:ln>
                          <a:solidFill>
                            <a:srgbClr val="FFFAF5"/>
                          </a:solidFill>
                          <a:effectLst/>
                          <a:uLnTx/>
                          <a:uFillTx/>
                          <a:latin typeface="Movistar Sans" pitchFamily="2" charset="77"/>
                          <a:ea typeface="Movistar Sans" pitchFamily="2" charset="77"/>
                          <a:cs typeface="+mn-cs"/>
                        </a:rPr>
                        <a:t>línea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2700" cmpd="sng">
                      <a:noFill/>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1250" b="0" i="0" dirty="0">
                          <a:solidFill>
                            <a:schemeClr val="tx1"/>
                          </a:solidFill>
                          <a:latin typeface="Movistar Sans" pitchFamily="2" charset="77"/>
                          <a:ea typeface="Movistar Sans" pitchFamily="2" charset="77"/>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2700" cmpd="sng">
                      <a:no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451717472"/>
                  </a:ext>
                </a:extLst>
              </a:tr>
              <a:tr h="754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rPr>
                        <a:t>Nombre de la </a:t>
                      </a:r>
                      <a:r>
                        <a:rPr kumimoji="0" lang="en-GB" sz="1500" b="1" i="0" u="none" strike="noStrike" kern="1200" cap="none" spc="0" normalizeH="0" baseline="0" noProof="0" dirty="0" err="1">
                          <a:ln>
                            <a:noFill/>
                          </a:ln>
                          <a:solidFill>
                            <a:srgbClr val="FFFAF5"/>
                          </a:solidFill>
                          <a:effectLst/>
                          <a:uLnTx/>
                          <a:uFillTx/>
                          <a:latin typeface="Movistar Sans" pitchFamily="2" charset="77"/>
                          <a:ea typeface="Movistar Sans" pitchFamily="2" charset="77"/>
                          <a:cs typeface="+mn-cs"/>
                        </a:rPr>
                        <a:t>línea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2700" cmpd="sng">
                      <a:noFill/>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1250" b="0" i="0" dirty="0">
                          <a:solidFill>
                            <a:schemeClr val="tx1"/>
                          </a:solidFill>
                          <a:latin typeface="Movistar Sans" pitchFamily="2" charset="77"/>
                          <a:ea typeface="Movistar Sans" pitchFamily="2" charset="77"/>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2700" cmpd="sng">
                      <a:no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898967646"/>
                  </a:ext>
                </a:extLst>
              </a:tr>
              <a:tr h="754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rPr>
                        <a:t>Nombre de la </a:t>
                      </a:r>
                      <a:r>
                        <a:rPr kumimoji="0" lang="en-GB" sz="1500" b="1" i="0" u="none" strike="noStrike" kern="1200" cap="none" spc="0" normalizeH="0" baseline="0" noProof="0" dirty="0" err="1">
                          <a:ln>
                            <a:noFill/>
                          </a:ln>
                          <a:solidFill>
                            <a:srgbClr val="FFFAF5"/>
                          </a:solidFill>
                          <a:effectLst/>
                          <a:uLnTx/>
                          <a:uFillTx/>
                          <a:latin typeface="Movistar Sans" pitchFamily="2" charset="77"/>
                          <a:ea typeface="Movistar Sans" pitchFamily="2" charset="77"/>
                          <a:cs typeface="+mn-cs"/>
                        </a:rPr>
                        <a:t>línea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2700" cmpd="sng">
                      <a:noFill/>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GB" sz="1250" b="0" i="0" dirty="0">
                          <a:solidFill>
                            <a:schemeClr val="tx1"/>
                          </a:solidFill>
                          <a:latin typeface="Movistar Sans" pitchFamily="2" charset="77"/>
                          <a:ea typeface="Movistar Sans" pitchFamily="2" charset="77"/>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2700" cmpd="sng">
                      <a:noFill/>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787546206"/>
                  </a:ext>
                </a:extLst>
              </a:tr>
              <a:tr h="7542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rPr>
                        <a:t>Nombre de la </a:t>
                      </a:r>
                      <a:r>
                        <a:rPr kumimoji="0" lang="en-GB" sz="1500" b="1" i="0" u="none" strike="noStrike" kern="1200" cap="none" spc="0" normalizeH="0" baseline="0" noProof="0" dirty="0" err="1">
                          <a:ln>
                            <a:noFill/>
                          </a:ln>
                          <a:solidFill>
                            <a:srgbClr val="FFFAF5"/>
                          </a:solidFill>
                          <a:effectLst/>
                          <a:uLnTx/>
                          <a:uFillTx/>
                          <a:latin typeface="Movistar Sans" pitchFamily="2" charset="77"/>
                          <a:ea typeface="Movistar Sans" pitchFamily="2" charset="77"/>
                          <a:cs typeface="+mn-cs"/>
                        </a:rPr>
                        <a:t>línea</a:t>
                      </a:r>
                      <a:endParaRPr kumimoji="0" lang="en-GB" sz="1500" b="1" i="0" u="none" strike="noStrike" kern="1200" cap="none" spc="0" normalizeH="0" baseline="0" noProof="0" dirty="0">
                        <a:ln>
                          <a:noFill/>
                        </a:ln>
                        <a:solidFill>
                          <a:srgbClr val="FFFAF5"/>
                        </a:solidFill>
                        <a:effectLst/>
                        <a:uLnTx/>
                        <a:uFillTx/>
                        <a:latin typeface="Movistar Sans" pitchFamily="2" charset="77"/>
                        <a:ea typeface="Movistar Sans" pitchFamily="2" charset="77"/>
                        <a:cs typeface="+mn-cs"/>
                      </a:endParaRPr>
                    </a:p>
                  </a:txBody>
                  <a:tcPr anchor="ctr">
                    <a:lnL w="12700" cmpd="sng">
                      <a:noFill/>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tx2"/>
                    </a:solidFill>
                  </a:tcPr>
                </a:tc>
                <a:tc>
                  <a:txBody>
                    <a:bodyPr/>
                    <a:lstStyle/>
                    <a:p>
                      <a:pPr algn="ctr"/>
                      <a:r>
                        <a:rPr lang="en-GB" sz="1250" b="0" i="0" dirty="0">
                          <a:solidFill>
                            <a:schemeClr val="tx1"/>
                          </a:solidFill>
                          <a:latin typeface="Movistar Sans" pitchFamily="2" charset="77"/>
                          <a:ea typeface="Movistar Sans" pitchFamily="2" charset="77"/>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50" b="0" i="0" u="none" strike="noStrike" kern="1200" cap="none" spc="0" normalizeH="0" baseline="0" noProof="0" dirty="0">
                          <a:ln>
                            <a:noFill/>
                          </a:ln>
                          <a:solidFill>
                            <a:srgbClr val="262423"/>
                          </a:solidFill>
                          <a:effectLst/>
                          <a:uLnTx/>
                          <a:uFillTx/>
                          <a:latin typeface="Movistar Sans" pitchFamily="2" charset="77"/>
                          <a:ea typeface="Movistar Sans" pitchFamily="2" charset="77"/>
                          <a:cs typeface="+mn-cs"/>
                        </a:rPr>
                        <a:t>xxx</a:t>
                      </a:r>
                    </a:p>
                  </a:txBody>
                  <a:tcPr anchor="ctr">
                    <a:lnL w="19050" cap="flat" cmpd="sng" algn="ctr">
                      <a:solidFill>
                        <a:schemeClr val="bg1"/>
                      </a:solidFill>
                      <a:prstDash val="solid"/>
                      <a:round/>
                      <a:headEnd type="none" w="med" len="med"/>
                      <a:tailEnd type="none" w="med" len="med"/>
                    </a:lnL>
                    <a:lnR w="12700" cmpd="sng">
                      <a:noFill/>
                    </a:lnR>
                    <a:lnT w="19050"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2941076859"/>
                  </a:ext>
                </a:extLst>
              </a:tr>
            </a:tbl>
          </a:graphicData>
        </a:graphic>
      </p:graphicFrame>
      <p:sp>
        <p:nvSpPr>
          <p:cNvPr id="2" name="titulo">
            <a:extLst>
              <a:ext uri="{FF2B5EF4-FFF2-40B4-BE49-F238E27FC236}">
                <a16:creationId xmlns:a16="http://schemas.microsoft.com/office/drawing/2014/main" id="{94A66149-48A5-2985-5E56-BC66DEB17490}"/>
              </a:ext>
            </a:extLst>
          </p:cNvPr>
          <p:cNvSpPr>
            <a:spLocks noGrp="1"/>
          </p:cNvSpPr>
          <p:nvPr>
            <p:ph type="title"/>
          </p:nvPr>
        </p:nvSpPr>
        <p:spPr/>
        <p:txBody>
          <a:bodyPr/>
          <a:lstStyle/>
          <a:p>
            <a:pPr/>
            <a:r>
              <a:rPr lang="en-GB" dirty="0" err="1"/>
              <a:t>Ejemplo</a:t>
            </a:r>
            <a:r>
              <a:rPr lang="en-GB" dirty="0"/>
              <a:t> </a:t>
            </a:r>
            <a:r>
              <a:rPr lang="en-GB" dirty="0" err="1"/>
              <a:t>Tabla</a:t>
            </a:r>
            <a:endParaRPr lang="en-GB" dirty="0"/>
          </a:p>
        </p:txBody>
      </p:sp>
      <p:sp>
        <p:nvSpPr>
          <p:cNvPr id="6" name="antetitulo">
            <a:extLst>
              <a:ext uri="{FF2B5EF4-FFF2-40B4-BE49-F238E27FC236}">
                <a16:creationId xmlns:a16="http://schemas.microsoft.com/office/drawing/2014/main" id="{20AD4CBB-6661-4A79-A874-1C9CECB28D17}"/>
              </a:ext>
            </a:extLst>
          </p:cNvPr>
          <p:cNvSpPr>
            <a:spLocks noGrp="1"/>
          </p:cNvSpPr>
          <p:nvPr>
            <p:ph type="body" sz="quarter" idx="3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
        <p:nvSpPr>
          <p:cNvPr id="5" name="subtitulo">
            <a:extLst>
              <a:ext uri="{FF2B5EF4-FFF2-40B4-BE49-F238E27FC236}">
                <a16:creationId xmlns:a16="http://schemas.microsoft.com/office/drawing/2014/main" id="{118F584D-4EDC-53FA-33FA-5833ACCB2325}"/>
              </a:ext>
            </a:extLst>
          </p:cNvPr>
          <p:cNvSpPr>
            <a:spLocks noGrp="1"/>
          </p:cNvSpPr>
          <p:nvPr>
            <p:ph idx="1"/>
          </p:nvPr>
        </p:nvSpPr>
        <p:spPr/>
        <p:txBody>
          <a:bodyPr/>
          <a:lstStyle/>
          <a:p>
            <a:pPr/>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Morbi </a:t>
            </a:r>
            <a:r>
              <a:rPr lang="en-GB" dirty="0" err="1"/>
              <a:t>molestie</a:t>
            </a:r>
            <a:r>
              <a:rPr lang="en-GB" dirty="0"/>
              <a:t> </a:t>
            </a:r>
            <a:r>
              <a:rPr lang="en-GB" dirty="0" err="1"/>
              <a:t>imperdiet</a:t>
            </a:r>
            <a:r>
              <a:rPr lang="en-GB" dirty="0"/>
              <a:t> nunc, </a:t>
            </a:r>
            <a:r>
              <a:rPr lang="en-GB" dirty="0" err="1"/>
              <a:t>eu</a:t>
            </a:r>
            <a:r>
              <a:rPr lang="en-GB" dirty="0"/>
              <a:t> </a:t>
            </a:r>
            <a:r>
              <a:rPr lang="en-GB" dirty="0" err="1"/>
              <a:t>aliquet</a:t>
            </a:r>
            <a:r>
              <a:rPr lang="en-GB" dirty="0"/>
              <a:t> </a:t>
            </a:r>
            <a:r>
              <a:rPr lang="en-GB" dirty="0" err="1"/>
              <a:t>nibh</a:t>
            </a:r>
            <a:r>
              <a:rPr lang="en-GB" dirty="0"/>
              <a:t> </a:t>
            </a:r>
            <a:r>
              <a:rPr lang="en-GB" dirty="0" err="1"/>
              <a:t>ullamcorper</a:t>
            </a:r>
            <a:r>
              <a:rPr lang="en-GB" dirty="0"/>
              <a:t> </a:t>
            </a:r>
            <a:r>
              <a:rPr lang="en-GB" dirty="0" err="1"/>
              <a:t>quis</a:t>
            </a:r>
            <a:r>
              <a:rPr lang="en-GB" dirty="0"/>
              <a:t>. Donec </a:t>
            </a:r>
            <a:r>
              <a:rPr lang="en-GB" dirty="0" err="1"/>
              <a:t>pellentesque</a:t>
            </a:r>
            <a:r>
              <a:rPr lang="en-GB" dirty="0"/>
              <a:t> </a:t>
            </a:r>
            <a:r>
              <a:rPr lang="en-GB" dirty="0" err="1"/>
              <a:t>elementum</a:t>
            </a:r>
            <a:r>
              <a:rPr lang="en-GB" dirty="0"/>
              <a:t> ante id </a:t>
            </a:r>
            <a:r>
              <a:rPr lang="en-GB" dirty="0" err="1"/>
              <a:t>condimentum</a:t>
            </a:r>
            <a:r>
              <a:rPr lang="en-GB" dirty="0"/>
              <a:t>. Cras et </a:t>
            </a:r>
            <a:r>
              <a:rPr lang="en-GB" dirty="0" err="1"/>
              <a:t>facilisis</a:t>
            </a:r>
            <a:r>
              <a:rPr lang="en-GB" dirty="0"/>
              <a:t> </a:t>
            </a:r>
            <a:r>
              <a:rPr lang="en-GB" dirty="0" err="1"/>
              <a:t>tortor</a:t>
            </a:r>
            <a:r>
              <a:rPr lang="en-GB" dirty="0"/>
              <a:t>. Ut dui, </a:t>
            </a:r>
            <a:r>
              <a:rPr lang="en-GB" dirty="0" err="1"/>
              <a:t>interdum</a:t>
            </a:r>
            <a:r>
              <a:rPr lang="en-GB" dirty="0"/>
              <a:t> ac </a:t>
            </a:r>
            <a:r>
              <a:rPr lang="en-GB" dirty="0" err="1"/>
              <a:t>molestie</a:t>
            </a:r>
            <a:r>
              <a:rPr lang="en-GB" dirty="0"/>
              <a:t> </a:t>
            </a:r>
            <a:r>
              <a:rPr lang="en-GB" dirty="0" err="1"/>
              <a:t>eu</a:t>
            </a:r>
            <a:r>
              <a:rPr lang="en-GB" dirty="0"/>
              <a:t>, </a:t>
            </a:r>
            <a:r>
              <a:rPr lang="en-GB" dirty="0" err="1"/>
              <a:t>sagittis</a:t>
            </a:r>
            <a:r>
              <a:rPr lang="en-GB" dirty="0"/>
              <a:t>.</a:t>
            </a:r>
          </a:p>
        </p:txBody>
      </p:sp>
    </p:spTree>
    <p:extLst>
      <p:ext uri="{BB962C8B-B14F-4D97-AF65-F5344CB8AC3E}">
        <p14:creationId xmlns:p14="http://schemas.microsoft.com/office/powerpoint/2010/main" val="245475761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11">
            <a:extLst>
              <a:ext uri="{FF2B5EF4-FFF2-40B4-BE49-F238E27FC236}">
                <a16:creationId xmlns:a16="http://schemas.microsoft.com/office/drawing/2014/main" id="{DC421974-1842-A026-E38B-CF7E32DA6E68}"/>
              </a:ext>
            </a:extLst>
          </p:cNvPr>
          <p:cNvSpPr txBox="1">
            <a:spLocks/>
          </p:cNvSpPr>
          <p:nvPr/>
        </p:nvSpPr>
        <p:spPr>
          <a:xfrm>
            <a:off x="515936" y="1559256"/>
            <a:ext cx="11160125" cy="3521123"/>
          </a:xfrm>
          <a:prstGeom prst="rect">
            <a:avLst/>
          </a:prstGeom>
        </p:spPr>
        <p:txBody>
          <a:bodyPr anchor="ctr">
            <a:normAutofit/>
          </a:bodyPr>
          <a:lstStyle>
            <a:lvl1pPr marL="0" indent="0" algn="l" defTabSz="914377" rtl="0" eaLnBrk="1" latinLnBrk="0" hangingPunct="1">
              <a:lnSpc>
                <a:spcPct val="90000"/>
              </a:lnSpc>
              <a:spcBef>
                <a:spcPts val="1000"/>
              </a:spcBef>
              <a:buFontTx/>
              <a:buNone/>
              <a:defRPr sz="1800" b="0" i="0" kern="1200" baseline="0">
                <a:solidFill>
                  <a:schemeClr val="tx1"/>
                </a:solidFill>
                <a:latin typeface="Movistar Sans Medium" pitchFamily="2" charset="77"/>
                <a:ea typeface="+mn-ea"/>
                <a:cs typeface="+mn-cs"/>
              </a:defRPr>
            </a:lvl1pPr>
            <a:lvl2pPr marL="457189"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2pPr>
            <a:lvl3pPr marL="914377"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3pPr>
            <a:lvl4pPr marL="1371566"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4pPr>
            <a:lvl5pPr marL="1828754"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5pPr>
            <a:lvl6pPr marL="2514537"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9pPr>
          </a:lstStyle>
          <a:p>
            <a:pPr algn="ctr">
              <a:lnSpc>
                <a:spcPts val="8500"/>
              </a:lnSpc>
            </a:pPr>
            <a:r>
              <a:rPr lang="es-ES" sz="8000" dirty="0">
                <a:solidFill>
                  <a:schemeClr val="tx2"/>
                </a:solidFill>
              </a:rPr>
              <a:t>“Inserta una frase inspiradora. ”</a:t>
            </a:r>
          </a:p>
        </p:txBody>
      </p:sp>
      <p:sp>
        <p:nvSpPr>
          <p:cNvPr id="4" name="Content Placeholder 5">
            <a:extLst>
              <a:ext uri="{FF2B5EF4-FFF2-40B4-BE49-F238E27FC236}">
                <a16:creationId xmlns:a16="http://schemas.microsoft.com/office/drawing/2014/main" id="{6257C7A2-AB25-0BA6-67DE-74DAA0552D47}"/>
              </a:ext>
            </a:extLst>
          </p:cNvPr>
          <p:cNvSpPr txBox="1">
            <a:spLocks/>
          </p:cNvSpPr>
          <p:nvPr/>
        </p:nvSpPr>
        <p:spPr>
          <a:xfrm>
            <a:off x="2242632" y="4661885"/>
            <a:ext cx="7706735" cy="278605"/>
          </a:xfrm>
          <a:prstGeom prst="rect">
            <a:avLst/>
          </a:prstGeom>
        </p:spPr>
        <p:txBody>
          <a:bodyPr>
            <a:normAutofit fontScale="77500" lnSpcReduction="20000"/>
          </a:bodyPr>
          <a:lstStyle>
            <a:lvl1pPr marL="0" indent="0" algn="l" defTabSz="914377" rtl="0" eaLnBrk="1" latinLnBrk="0" hangingPunct="1">
              <a:lnSpc>
                <a:spcPct val="90000"/>
              </a:lnSpc>
              <a:spcBef>
                <a:spcPts val="1000"/>
              </a:spcBef>
              <a:buFontTx/>
              <a:buNone/>
              <a:defRPr sz="1800" b="0" i="0" kern="1200" baseline="0">
                <a:solidFill>
                  <a:schemeClr val="tx1"/>
                </a:solidFill>
                <a:latin typeface="Movistar Sans Medium" pitchFamily="2" charset="77"/>
                <a:ea typeface="+mn-ea"/>
                <a:cs typeface="+mn-cs"/>
              </a:defRPr>
            </a:lvl1pPr>
            <a:lvl2pPr marL="457189"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2pPr>
            <a:lvl3pPr marL="914377"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3pPr>
            <a:lvl4pPr marL="1371566"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4pPr>
            <a:lvl5pPr marL="1828754"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5pPr>
            <a:lvl6pPr marL="2514537"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9pPr>
          </a:lstStyle>
          <a:p>
            <a:pPr algn="ctr"/>
            <a:r>
              <a:rPr lang="en-GB" sz="2000" dirty="0"/>
              <a:t>Autor</a:t>
            </a:r>
          </a:p>
        </p:txBody>
      </p:sp>
    </p:spTree>
    <p:extLst>
      <p:ext uri="{BB962C8B-B14F-4D97-AF65-F5344CB8AC3E}">
        <p14:creationId xmlns:p14="http://schemas.microsoft.com/office/powerpoint/2010/main" val="119943532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5E701C-5B32-524E-3742-8EBC8EBE5728}"/>
            </a:ext>
          </a:extLst>
        </p:cNvPr>
        <p:cNvGrpSpPr/>
        <p:nvPr/>
      </p:nvGrpSpPr>
      <p:grpSpPr>
        <a:xfrm>
          <a:off x="0" y="0"/>
          <a:ext cx="0" cy="0"/>
          <a:chOff x="0" y="0"/>
          <a:chExt cx="0" cy="0"/>
        </a:xfrm>
      </p:grpSpPr>
      <p:pic>
        <p:nvPicPr>
          <p:cNvPr id="2" name="Picture 1" descr="A person petting a dog&#10;&#10;AI-generated content may be incorrect.">
            <a:extLst>
              <a:ext uri="{FF2B5EF4-FFF2-40B4-BE49-F238E27FC236}">
                <a16:creationId xmlns:a16="http://schemas.microsoft.com/office/drawing/2014/main" id="{B1E8BC79-587B-E7BD-02BC-BC8F3FB9C777}"/>
              </a:ext>
            </a:extLst>
          </p:cNvPr>
          <p:cNvPicPr>
            <a:picLocks noChangeAspect="1"/>
          </p:cNvPicPr>
          <p:nvPr/>
        </p:nvPicPr>
        <p:blipFill>
          <a:blip r:embed="rId2"/>
          <a:srcRect b="15880"/>
          <a:stretch>
            <a:fillRect/>
          </a:stretch>
        </p:blipFill>
        <p:spPr>
          <a:xfrm>
            <a:off x="-36963" y="0"/>
            <a:ext cx="12228963" cy="6858000"/>
          </a:xfrm>
          <a:prstGeom prst="rect">
            <a:avLst/>
          </a:prstGeom>
        </p:spPr>
      </p:pic>
      <p:sp>
        <p:nvSpPr>
          <p:cNvPr id="5" name="Rectangle 4">
            <a:extLst>
              <a:ext uri="{FF2B5EF4-FFF2-40B4-BE49-F238E27FC236}">
                <a16:creationId xmlns:a16="http://schemas.microsoft.com/office/drawing/2014/main" id="{1CAD80B5-E525-4722-A936-3DE2C1932D51}"/>
              </a:ext>
            </a:extLst>
          </p:cNvPr>
          <p:cNvSpPr/>
          <p:nvPr/>
        </p:nvSpPr>
        <p:spPr>
          <a:xfrm rot="10800000">
            <a:off x="-36964" y="0"/>
            <a:ext cx="11940634" cy="6858000"/>
          </a:xfrm>
          <a:prstGeom prst="rect">
            <a:avLst/>
          </a:prstGeom>
          <a:gradFill>
            <a:gsLst>
              <a:gs pos="0">
                <a:schemeClr val="tx1">
                  <a:alpha val="0"/>
                </a:schemeClr>
              </a:gs>
              <a:gs pos="100000">
                <a:schemeClr val="tx1">
                  <a:alpha val="52109"/>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11">
            <a:extLst>
              <a:ext uri="{FF2B5EF4-FFF2-40B4-BE49-F238E27FC236}">
                <a16:creationId xmlns:a16="http://schemas.microsoft.com/office/drawing/2014/main" id="{750D4CC6-BD7A-8742-6D4B-A5EDC22845D6}"/>
              </a:ext>
            </a:extLst>
          </p:cNvPr>
          <p:cNvSpPr txBox="1">
            <a:spLocks/>
          </p:cNvSpPr>
          <p:nvPr/>
        </p:nvSpPr>
        <p:spPr>
          <a:xfrm>
            <a:off x="515936" y="1559256"/>
            <a:ext cx="11160125" cy="3521123"/>
          </a:xfrm>
          <a:prstGeom prst="rect">
            <a:avLst/>
          </a:prstGeom>
        </p:spPr>
        <p:txBody>
          <a:bodyPr anchor="ctr">
            <a:noAutofit/>
          </a:bodyPr>
          <a:lstStyle>
            <a:lvl1pPr marL="0" indent="0" algn="l" defTabSz="914377" rtl="0" eaLnBrk="1" latinLnBrk="0" hangingPunct="1">
              <a:lnSpc>
                <a:spcPct val="90000"/>
              </a:lnSpc>
              <a:spcBef>
                <a:spcPts val="1000"/>
              </a:spcBef>
              <a:buFontTx/>
              <a:buNone/>
              <a:defRPr sz="1800" b="0" i="0" kern="1200" baseline="0">
                <a:solidFill>
                  <a:schemeClr val="tx1"/>
                </a:solidFill>
                <a:latin typeface="Movistar Sans Medium" pitchFamily="2" charset="77"/>
                <a:ea typeface="+mn-ea"/>
                <a:cs typeface="+mn-cs"/>
              </a:defRPr>
            </a:lvl1pPr>
            <a:lvl2pPr marL="457189"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2pPr>
            <a:lvl3pPr marL="914377"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3pPr>
            <a:lvl4pPr marL="1371566"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4pPr>
            <a:lvl5pPr marL="1828754"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5pPr>
            <a:lvl6pPr marL="2514537"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9pPr>
          </a:lstStyle>
          <a:p>
            <a:pPr algn="ctr">
              <a:lnSpc>
                <a:spcPts val="8500"/>
              </a:lnSpc>
            </a:pPr>
            <a:r>
              <a:rPr lang="es-ES" sz="8000" dirty="0">
                <a:solidFill>
                  <a:schemeClr val="bg2"/>
                </a:solidFill>
              </a:rPr>
              <a:t>“Inserta una frase inspiradora. ”</a:t>
            </a:r>
          </a:p>
        </p:txBody>
      </p:sp>
      <p:sp>
        <p:nvSpPr>
          <p:cNvPr id="4" name="Content Placeholder 5">
            <a:extLst>
              <a:ext uri="{FF2B5EF4-FFF2-40B4-BE49-F238E27FC236}">
                <a16:creationId xmlns:a16="http://schemas.microsoft.com/office/drawing/2014/main" id="{9B47B495-479F-BA8E-4A97-EC9D789FCF39}"/>
              </a:ext>
            </a:extLst>
          </p:cNvPr>
          <p:cNvSpPr txBox="1">
            <a:spLocks/>
          </p:cNvSpPr>
          <p:nvPr/>
        </p:nvSpPr>
        <p:spPr>
          <a:xfrm>
            <a:off x="2242632" y="4661885"/>
            <a:ext cx="7706735" cy="278605"/>
          </a:xfrm>
          <a:prstGeom prst="rect">
            <a:avLst/>
          </a:prstGeom>
        </p:spPr>
        <p:txBody>
          <a:bodyPr>
            <a:normAutofit fontScale="77500" lnSpcReduction="20000"/>
          </a:bodyPr>
          <a:lstStyle>
            <a:lvl1pPr marL="0" indent="0" algn="l" defTabSz="914377" rtl="0" eaLnBrk="1" latinLnBrk="0" hangingPunct="1">
              <a:lnSpc>
                <a:spcPct val="90000"/>
              </a:lnSpc>
              <a:spcBef>
                <a:spcPts val="1000"/>
              </a:spcBef>
              <a:buFontTx/>
              <a:buNone/>
              <a:defRPr sz="1800" b="0" i="0" kern="1200" baseline="0">
                <a:solidFill>
                  <a:schemeClr val="tx1"/>
                </a:solidFill>
                <a:latin typeface="Movistar Sans Medium" pitchFamily="2" charset="77"/>
                <a:ea typeface="+mn-ea"/>
                <a:cs typeface="+mn-cs"/>
              </a:defRPr>
            </a:lvl1pPr>
            <a:lvl2pPr marL="457189"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2pPr>
            <a:lvl3pPr marL="914377"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3pPr>
            <a:lvl4pPr marL="1371566" indent="0" algn="l" defTabSz="914377" rtl="0" eaLnBrk="1" latinLnBrk="0" hangingPunct="1">
              <a:lnSpc>
                <a:spcPct val="90000"/>
              </a:lnSpc>
              <a:spcBef>
                <a:spcPts val="500"/>
              </a:spcBef>
              <a:buFontTx/>
              <a:buNone/>
              <a:defRPr sz="1800" kern="1200" cap="none" baseline="0">
                <a:solidFill>
                  <a:schemeClr val="tx1">
                    <a:lumMod val="75000"/>
                    <a:lumOff val="25000"/>
                  </a:schemeClr>
                </a:solidFill>
                <a:latin typeface="+mn-lt"/>
                <a:ea typeface="+mn-ea"/>
                <a:cs typeface="+mn-cs"/>
              </a:defRPr>
            </a:lvl4pPr>
            <a:lvl5pPr marL="1828754" indent="0" algn="l" defTabSz="914377" rtl="0" eaLnBrk="1" latinLnBrk="0" hangingPunct="1">
              <a:lnSpc>
                <a:spcPct val="90000"/>
              </a:lnSpc>
              <a:spcBef>
                <a:spcPts val="500"/>
              </a:spcBef>
              <a:buFontTx/>
              <a:buNone/>
              <a:defRPr sz="1800" kern="1200" baseline="0">
                <a:solidFill>
                  <a:schemeClr val="tx1">
                    <a:lumMod val="75000"/>
                    <a:lumOff val="25000"/>
                  </a:schemeClr>
                </a:solidFill>
                <a:latin typeface="+mn-lt"/>
                <a:ea typeface="+mn-ea"/>
                <a:cs typeface="+mn-cs"/>
              </a:defRPr>
            </a:lvl5pPr>
            <a:lvl6pPr marL="2514537"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Movistar Sans" panose="020B0604020202020204" pitchFamily="34" charset="0"/>
              <a:buChar char="•"/>
              <a:defRPr sz="1800" kern="1200">
                <a:solidFill>
                  <a:schemeClr val="tx1"/>
                </a:solidFill>
                <a:latin typeface="+mn-lt"/>
                <a:ea typeface="+mn-ea"/>
                <a:cs typeface="+mn-cs"/>
              </a:defRPr>
            </a:lvl9pPr>
          </a:lstStyle>
          <a:p>
            <a:pPr algn="ctr"/>
            <a:r>
              <a:rPr lang="en-GB" sz="2000" dirty="0">
                <a:solidFill>
                  <a:schemeClr val="tx2"/>
                </a:solidFill>
              </a:rPr>
              <a:t>Autor</a:t>
            </a:r>
          </a:p>
        </p:txBody>
      </p:sp>
      <p:pic>
        <p:nvPicPr>
          <p:cNvPr id="6" name="Gráfico 44">
            <a:extLst>
              <a:ext uri="{FF2B5EF4-FFF2-40B4-BE49-F238E27FC236}">
                <a16:creationId xmlns:a16="http://schemas.microsoft.com/office/drawing/2014/main" id="{3F5C0004-90B3-5538-B638-4C9AFF63022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01144" y="6355461"/>
            <a:ext cx="454166" cy="336962"/>
          </a:xfrm>
          <a:prstGeom prst="rect">
            <a:avLst/>
          </a:prstGeom>
        </p:spPr>
      </p:pic>
      <p:pic>
        <p:nvPicPr>
          <p:cNvPr id="7" name="Gráfico 5">
            <a:extLst>
              <a:ext uri="{FF2B5EF4-FFF2-40B4-BE49-F238E27FC236}">
                <a16:creationId xmlns:a16="http://schemas.microsoft.com/office/drawing/2014/main" id="{1033506E-F56F-AC8A-2BA3-77C910676E67}"/>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493944" y="6421060"/>
            <a:ext cx="738639" cy="205764"/>
          </a:xfrm>
          <a:prstGeom prst="rect">
            <a:avLst/>
          </a:prstGeom>
        </p:spPr>
      </p:pic>
    </p:spTree>
    <p:extLst>
      <p:ext uri="{BB962C8B-B14F-4D97-AF65-F5344CB8AC3E}">
        <p14:creationId xmlns:p14="http://schemas.microsoft.com/office/powerpoint/2010/main" val="105656731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1">
            <a:extLst>
              <a:ext uri="{FF2B5EF4-FFF2-40B4-BE49-F238E27FC236}">
                <a16:creationId xmlns:a16="http://schemas.microsoft.com/office/drawing/2014/main" id="{FB9DC509-D575-EA1F-BFB4-1204B4A4E0FC}"/>
              </a:ext>
            </a:extLst>
          </p:cNvPr>
          <p:cNvSpPr>
            <a:spLocks noGrp="1"/>
          </p:cNvSpPr>
          <p:nvPr>
            <p:ph type="ftr" sz="quarter" idx="11"/>
          </p:nvPr>
        </p:nvSpPr>
        <p:spPr/>
        <p:txBody>
          <a:bodyPr/>
          <a:lstStyle/>
          <a:p>
            <a:pPr/>
          </a:p>
        </p:txBody>
      </p:sp>
      <p:sp>
        <p:nvSpPr>
          <p:cNvPr id="13" name="Slide Number Placeholder 12">
            <a:extLst>
              <a:ext uri="{FF2B5EF4-FFF2-40B4-BE49-F238E27FC236}">
                <a16:creationId xmlns:a16="http://schemas.microsoft.com/office/drawing/2014/main" id="{F92FC034-5D3F-7011-50B5-89786270FBE7}"/>
              </a:ext>
            </a:extLst>
          </p:cNvPr>
          <p:cNvSpPr>
            <a:spLocks noGrp="1"/>
          </p:cNvSpPr>
          <p:nvPr>
            <p:ph type="sldNum" sz="quarter" idx="12"/>
          </p:nvPr>
        </p:nvSpPr>
        <p:spPr/>
        <p:txBody>
          <a:bodyPr/>
          <a:lstStyle/>
          <a:p>
            <a:pPr/>
            <a:fld id="{5F7B1633-95EA-F847-945E-534A0819728C}" type="slidenum">
              <a:rPr lang="en-GB" smtClean="0"/>
              <a:pPr/>
              <a:t>15</a:t>
            </a:fld>
            <a:endParaRPr lang="en-GB" sz="800"/>
          </a:p>
        </p:txBody>
      </p:sp>
      <p:sp>
        <p:nvSpPr>
          <p:cNvPr id="4" name="frase">
            <a:extLst>
              <a:ext uri="{FF2B5EF4-FFF2-40B4-BE49-F238E27FC236}">
                <a16:creationId xmlns:a16="http://schemas.microsoft.com/office/drawing/2014/main" id="{78E8ED28-887B-FA0E-AB1A-863FFCD0D105}"/>
              </a:ext>
            </a:extLst>
          </p:cNvPr>
          <p:cNvSpPr>
            <a:spLocks noGrp="1"/>
          </p:cNvSpPr>
          <p:nvPr>
            <p:ph type="body" sz="quarter" idx="14"/>
          </p:nvPr>
        </p:nvSpPr>
        <p:spPr/>
        <p:txBody>
          <a:bodyPr>
            <a:normAutofit/>
          </a:bodyPr>
          <a:lstStyle/>
          <a:p>
            <a:pPr/>
            <a:r>
              <a:rPr lang="en-GB" dirty="0"/>
              <a:t>“</a:t>
            </a:r>
            <a:r>
              <a:rPr lang="en-GB" dirty="0" err="1"/>
              <a:t>Texto</a:t>
            </a:r>
            <a:r>
              <a:rPr lang="en-GB" dirty="0"/>
              <a:t> </a:t>
            </a:r>
            <a:r>
              <a:rPr lang="en-GB" dirty="0" err="1"/>
              <a:t>potente</a:t>
            </a:r>
            <a:r>
              <a:rPr lang="en-GB" dirty="0"/>
              <a:t> para </a:t>
            </a:r>
            <a:r>
              <a:rPr lang="en-GB" dirty="0" err="1"/>
              <a:t>impactar</a:t>
            </a:r>
            <a:r>
              <a:rPr lang="en-GB" dirty="0"/>
              <a:t>”</a:t>
            </a:r>
          </a:p>
        </p:txBody>
      </p:sp>
      <p:sp>
        <p:nvSpPr>
          <p:cNvPr id="6" name="TextBox 5">
            <a:extLst>
              <a:ext uri="{FF2B5EF4-FFF2-40B4-BE49-F238E27FC236}">
                <a16:creationId xmlns:a16="http://schemas.microsoft.com/office/drawing/2014/main" id="{9C9FD664-8CDF-3730-B6B2-ADE9DADEDB1A}"/>
              </a:ext>
            </a:extLst>
          </p:cNvPr>
          <p:cNvSpPr txBox="1"/>
          <p:nvPr/>
        </p:nvSpPr>
        <p:spPr>
          <a:xfrm>
            <a:off x="200416" y="5649238"/>
            <a:ext cx="0" cy="0"/>
          </a:xfrm>
          <a:prstGeom prst="rect">
            <a:avLst/>
          </a:prstGeom>
          <a:noFill/>
        </p:spPr>
        <p:txBody>
          <a:bodyPr wrap="none" lIns="0" tIns="0" rIns="0" bIns="0" rtlCol="0">
            <a:noAutofit/>
          </a:bodyPr>
          <a:lstStyle/>
          <a:p>
            <a:pPr algn="l"/>
            <a:endParaRPr lang="en-US" sz="1600" b="0" i="0" dirty="0">
              <a:latin typeface="Movistar Sans Medium" pitchFamily="2" charset="77"/>
              <a:ea typeface="Movistar Sans Medium" pitchFamily="2" charset="77"/>
            </a:endParaRPr>
          </a:p>
        </p:txBody>
      </p:sp>
    </p:spTree>
    <p:extLst>
      <p:ext uri="{BB962C8B-B14F-4D97-AF65-F5344CB8AC3E}">
        <p14:creationId xmlns:p14="http://schemas.microsoft.com/office/powerpoint/2010/main" val="918228708"/>
      </p:ext>
    </p:extLst>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ase"/>
          <p:cNvSpPr>
            <a:spLocks noGrp="1"/>
          </p:cNvSpPr>
          <p:nvPr>
            <p:ph type="body" idx="14" sz="quarter"/>
          </p:nvPr>
        </p:nvSpPr>
        <p:spPr/>
        <p:txBody>
          <a:bodyPr/>
          <a:lstStyle/>
          <a:p>
            <a:pPr/>
            <a:r>
              <a:t>“Frase potente que resume”</a:t>
            </a:r>
          </a:p>
        </p:txBody>
      </p:sp>
      <p:sp>
        <p:nvSpPr>
          <p:cNvPr id="3"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pPr/>
          </a:p>
        </p:txBody>
      </p:sp>
      <p:sp>
        <p:nvSpPr>
          <p:cNvPr id="4"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ase"/>
          <p:cNvSpPr>
            <a:spLocks noGrp="1"/>
          </p:cNvSpPr>
          <p:nvPr>
            <p:ph type="body" idx="14" sz="quarter"/>
          </p:nvPr>
        </p:nvSpPr>
        <p:spPr/>
        <p:txBody>
          <a:bodyPr/>
          <a:lstStyle/>
          <a:p>
            <a:pPr/>
            <a:r>
              <a:t>“Frase potente que resume”</a:t>
            </a:r>
          </a:p>
        </p:txBody>
      </p:sp>
      <p:sp>
        <p:nvSpPr>
          <p:cNvPr id="3"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pPr/>
          </a:p>
        </p:txBody>
      </p:sp>
      <p:sp>
        <p:nvSpPr>
          <p:cNvPr id="4"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ase"/>
          <p:cNvSpPr>
            <a:spLocks noGrp="1"/>
          </p:cNvSpPr>
          <p:nvPr>
            <p:ph type="body" idx="14" sz="quarter"/>
          </p:nvPr>
        </p:nvSpPr>
        <p:spPr/>
        <p:txBody>
          <a:bodyPr/>
          <a:lstStyle/>
          <a:p>
            <a:pPr/>
            <a:r>
              <a:t>“Frase potente que resume”</a:t>
            </a:r>
          </a:p>
        </p:txBody>
      </p:sp>
      <p:sp>
        <p:nvSpPr>
          <p:cNvPr id="3"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pPr/>
          </a:p>
        </p:txBody>
      </p:sp>
      <p:sp>
        <p:nvSpPr>
          <p:cNvPr id="4"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ase"/>
          <p:cNvSpPr>
            <a:spLocks noGrp="1"/>
          </p:cNvSpPr>
          <p:nvPr>
            <p:ph type="body" idx="14" sz="quarter"/>
          </p:nvPr>
        </p:nvSpPr>
        <p:spPr/>
        <p:txBody>
          <a:bodyPr/>
          <a:lstStyle/>
          <a:p>
            <a:pPr/>
            <a:r>
              <a:t>“Frase potente que resume”</a:t>
            </a:r>
          </a:p>
        </p:txBody>
      </p:sp>
      <p:sp>
        <p:nvSpPr>
          <p:cNvPr id="3" name="Footer Placeholder 3">
            <a:extLst>
              <a:ext uri="{FF2B5EF4-FFF2-40B4-BE49-F238E27FC236}">
                <a16:creationId xmlns:a16="http://schemas.microsoft.com/office/drawing/2014/main" id="{45F886D6-F73D-8E40-F8D2-EF7E7E51AAF1}"/>
              </a:ext>
            </a:extLst>
          </p:cNvPr>
          <p:cNvSpPr>
            <a:spLocks noGrp="1" noRot="1" noMove="1" noResize="1" noEditPoints="1" noAdjustHandles="1" noChangeArrowheads="1" noChangeShapeType="1"/>
          </p:cNvSpPr>
          <p:nvPr>
            <p:ph type="ftr" sz="quarter" idx="11"/>
          </p:nvPr>
        </p:nvSpPr>
        <p:spPr/>
        <p:txBody>
          <a:bodyPr/>
          <a:lstStyle/>
          <a:p>
            <a:pPr/>
          </a:p>
        </p:txBody>
      </p:sp>
      <p:sp>
        <p:nvSpPr>
          <p:cNvPr id="4" name="Slide Number Placeholder 4">
            <a:extLst>
              <a:ext uri="{FF2B5EF4-FFF2-40B4-BE49-F238E27FC236}">
                <a16:creationId xmlns:a16="http://schemas.microsoft.com/office/drawing/2014/main" id="{67A1890C-362A-6AF5-AEA5-41552E0951BE}"/>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45950-0E74-7B7C-E7F7-7C6F8EB4E7BC}"/>
            </a:ext>
          </a:extLst>
        </p:cNvPr>
        <p:cNvGrpSpPr/>
        <p:nvPr/>
      </p:nvGrpSpPr>
      <p:grpSpPr>
        <a:xfrm>
          <a:off x="0" y="0"/>
          <a:ext cx="0" cy="0"/>
          <a:chOff x="0" y="0"/>
          <a:chExt cx="0" cy="0"/>
        </a:xfrm>
      </p:grpSpPr>
      <p:sp>
        <p:nvSpPr>
          <p:cNvPr id="16" name="Footer Placeholder 15">
            <a:extLst>
              <a:ext uri="{FF2B5EF4-FFF2-40B4-BE49-F238E27FC236}">
                <a16:creationId xmlns:a16="http://schemas.microsoft.com/office/drawing/2014/main" id="{FB387BEA-36EB-EBF1-41F0-F5CAAC80C138}"/>
              </a:ext>
            </a:extLst>
          </p:cNvPr>
          <p:cNvSpPr>
            <a:spLocks noGrp="1"/>
          </p:cNvSpPr>
          <p:nvPr>
            <p:ph type="ftr" sz="quarter" idx="11"/>
          </p:nvPr>
        </p:nvSpPr>
        <p:spPr/>
        <p:txBody>
          <a:bodyPr/>
          <a:lstStyle/>
          <a:p>
            <a:pPr/>
          </a:p>
        </p:txBody>
      </p:sp>
      <p:sp>
        <p:nvSpPr>
          <p:cNvPr id="17" name="Slide Number Placeholder 16">
            <a:extLst>
              <a:ext uri="{FF2B5EF4-FFF2-40B4-BE49-F238E27FC236}">
                <a16:creationId xmlns:a16="http://schemas.microsoft.com/office/drawing/2014/main" id="{711A37B5-39D8-46A8-2C6F-8037818D1D48}"/>
              </a:ext>
            </a:extLst>
          </p:cNvPr>
          <p:cNvSpPr>
            <a:spLocks noGrp="1"/>
          </p:cNvSpPr>
          <p:nvPr>
            <p:ph type="sldNum" sz="quarter" idx="12"/>
          </p:nvPr>
        </p:nvSpPr>
        <p:spPr/>
        <p:txBody>
          <a:bodyPr/>
          <a:lstStyle/>
          <a:p>
            <a:pPr/>
            <a:fld id="{5F7B1633-95EA-F847-945E-534A0819728C}" type="slidenum">
              <a:rPr lang="en-GB" smtClean="0"/>
              <a:pPr/>
              <a:t>16</a:t>
            </a:fld>
            <a:endParaRPr lang="en-GB" sz="800"/>
          </a:p>
        </p:txBody>
      </p:sp>
      <p:sp>
        <p:nvSpPr>
          <p:cNvPr id="6" name="numero_1">
            <a:extLst>
              <a:ext uri="{FF2B5EF4-FFF2-40B4-BE49-F238E27FC236}">
                <a16:creationId xmlns:a16="http://schemas.microsoft.com/office/drawing/2014/main" id="{B8AA8358-B754-1249-43EB-4A87B52687DB}"/>
              </a:ext>
            </a:extLst>
          </p:cNvPr>
          <p:cNvSpPr>
            <a:spLocks noGrp="1"/>
          </p:cNvSpPr>
          <p:nvPr>
            <p:ph type="body" sz="quarter" idx="13"/>
          </p:nvPr>
        </p:nvSpPr>
        <p:spPr/>
        <p:txBody>
          <a:bodyPr/>
          <a:lstStyle/>
          <a:p>
            <a:pPr/>
            <a:r>
              <a:rPr lang="en-GB" dirty="0"/>
              <a:t>1</a:t>
            </a:r>
          </a:p>
        </p:txBody>
      </p:sp>
      <p:sp>
        <p:nvSpPr>
          <p:cNvPr id="7" name="numero_2">
            <a:extLst>
              <a:ext uri="{FF2B5EF4-FFF2-40B4-BE49-F238E27FC236}">
                <a16:creationId xmlns:a16="http://schemas.microsoft.com/office/drawing/2014/main" id="{09A004E5-7C43-9933-6F11-C06BFBD27641}"/>
              </a:ext>
            </a:extLst>
          </p:cNvPr>
          <p:cNvSpPr>
            <a:spLocks noGrp="1"/>
          </p:cNvSpPr>
          <p:nvPr>
            <p:ph type="body" sz="quarter" idx="16"/>
          </p:nvPr>
        </p:nvSpPr>
        <p:spPr/>
        <p:txBody>
          <a:bodyPr/>
          <a:lstStyle/>
          <a:p>
            <a:pPr/>
            <a:r>
              <a:rPr lang="en-GB" dirty="0"/>
              <a:t>2</a:t>
            </a:r>
          </a:p>
        </p:txBody>
      </p:sp>
      <p:sp>
        <p:nvSpPr>
          <p:cNvPr id="8" name="etiqueta_2">
            <a:extLst>
              <a:ext uri="{FF2B5EF4-FFF2-40B4-BE49-F238E27FC236}">
                <a16:creationId xmlns:a16="http://schemas.microsoft.com/office/drawing/2014/main" id="{4450BF2E-1CEE-0D2E-B803-8ECB74E6F6E4}"/>
              </a:ext>
            </a:extLst>
          </p:cNvPr>
          <p:cNvSpPr>
            <a:spLocks noGrp="1"/>
          </p:cNvSpPr>
          <p:nvPr>
            <p:ph type="body" sz="quarter" idx="22"/>
          </p:nvPr>
        </p:nvSpPr>
        <p:spPr/>
        <p:txBody>
          <a:bodyPr/>
          <a:lstStyle/>
          <a:p>
            <a:pPr/>
            <a:r>
              <a:rPr lang="en-GB" dirty="0" err="1"/>
              <a:t>Título</a:t>
            </a:r>
            <a:r>
              <a:rPr lang="en-GB" dirty="0"/>
              <a:t> de columna</a:t>
            </a:r>
          </a:p>
        </p:txBody>
      </p:sp>
      <p:sp>
        <p:nvSpPr>
          <p:cNvPr id="9" name="cuerpo_2">
            <a:extLst>
              <a:ext uri="{FF2B5EF4-FFF2-40B4-BE49-F238E27FC236}">
                <a16:creationId xmlns:a16="http://schemas.microsoft.com/office/drawing/2014/main" id="{76F0E70E-48E3-36FC-5988-76217ABEE44C}"/>
              </a:ext>
            </a:extLst>
          </p:cNvPr>
          <p:cNvSpPr>
            <a:spLocks noGrp="1"/>
          </p:cNvSpPr>
          <p:nvPr>
            <p:ph type="body" sz="quarter" idx="30"/>
          </p:nvPr>
        </p:nvSpPr>
        <p:spPr/>
        <p:txBody>
          <a:bodyPr/>
          <a:lstStyle/>
          <a:p>
            <a:pPr/>
            <a:r>
              <a:rPr lang="en-GB" dirty="0"/>
              <a:t>Tema 01 (</a:t>
            </a:r>
            <a:r>
              <a:rPr lang="en-GB" dirty="0" err="1"/>
              <a:t>texto</a:t>
            </a:r>
            <a:r>
              <a:rPr lang="en-GB" dirty="0"/>
              <a:t> de primer </a:t>
            </a:r>
            <a:r>
              <a:rPr lang="en-GB" dirty="0" err="1"/>
              <a:t>nivel</a:t>
            </a:r>
            <a:r>
              <a:rPr lang="en-GB" dirty="0"/>
              <a:t>)
</a:t>
            </a:r>
            <a:r>
              <a:rPr lang="en-GB" b="0" dirty="0" err="1"/>
              <a:t>Texto</a:t>
            </a:r>
            <a:r>
              <a:rPr lang="en-GB" b="0" dirty="0"/>
              <a:t> del </a:t>
            </a:r>
            <a:r>
              <a:rPr lang="en-GB" b="0" dirty="0" err="1"/>
              <a:t>cuerpo</a:t>
            </a:r>
            <a:r>
              <a:rPr lang="en-GB" b="0" dirty="0"/>
              <a:t> (</a:t>
            </a:r>
            <a:r>
              <a:rPr lang="en-GB" b="0" dirty="0" err="1"/>
              <a:t>texto</a:t>
            </a:r>
            <a:r>
              <a:rPr lang="en-GB" b="0" dirty="0"/>
              <a:t> de </a:t>
            </a:r>
            <a:r>
              <a:rPr lang="en-GB" b="0" dirty="0" err="1"/>
              <a:t>segundo</a:t>
            </a:r>
            <a:r>
              <a:rPr lang="en-GB" b="0" dirty="0"/>
              <a:t> </a:t>
            </a:r>
            <a:r>
              <a:rPr lang="en-GB" b="0" dirty="0" err="1"/>
              <a:t>nivel</a:t>
            </a:r>
            <a:r>
              <a:rPr lang="en-GB" b="0" dirty="0"/>
              <a:t>). </a:t>
            </a:r>
            <a:r>
              <a:rPr lang="en-GB" b="0" dirty="0" err="1"/>
              <a:t>Suscipit</a:t>
            </a:r>
            <a:r>
              <a:rPr lang="en-GB" b="0" dirty="0"/>
              <a:t> ante la </a:t>
            </a:r>
            <a:r>
              <a:rPr lang="en-GB" b="0" dirty="0" err="1"/>
              <a:t>felicidad</a:t>
            </a:r>
            <a:r>
              <a:rPr lang="en-GB" b="0" dirty="0"/>
              <a:t>. Proin </a:t>
            </a:r>
            <a:r>
              <a:rPr lang="en-GB" b="0" dirty="0" err="1"/>
              <a:t>amet</a:t>
            </a:r>
            <a:r>
              <a:rPr lang="en-GB" b="0" dirty="0"/>
              <a:t> ligula, </a:t>
            </a:r>
            <a:r>
              <a:rPr lang="en-GB" b="0" dirty="0" err="1"/>
              <a:t>súper</a:t>
            </a:r>
            <a:r>
              <a:rPr lang="en-GB" b="0" dirty="0"/>
              <a:t> </a:t>
            </a:r>
            <a:r>
              <a:rPr lang="en-GB" b="0" dirty="0" err="1"/>
              <a:t>súbdo</a:t>
            </a:r>
            <a:r>
              <a:rPr lang="en-GB" b="0" dirty="0"/>
              <a:t>, </a:t>
            </a:r>
            <a:r>
              <a:rPr lang="en-GB" b="0" dirty="0" err="1"/>
              <a:t>pero</a:t>
            </a:r>
            <a:r>
              <a:rPr lang="en-GB" b="0" dirty="0"/>
              <a:t> </a:t>
            </a:r>
            <a:r>
              <a:rPr lang="en-GB" b="0" dirty="0" err="1"/>
              <a:t>en</a:t>
            </a:r>
            <a:r>
              <a:rPr lang="en-GB" b="0" dirty="0"/>
              <a:t> </a:t>
            </a:r>
            <a:r>
              <a:rPr lang="en-GB" b="0" dirty="0" err="1"/>
              <a:t>el</a:t>
            </a:r>
            <a:r>
              <a:rPr lang="en-GB" b="0" dirty="0"/>
              <a:t> </a:t>
            </a:r>
            <a:r>
              <a:rPr lang="en-GB" b="0" dirty="0" err="1"/>
              <a:t>rutrum</a:t>
            </a:r>
            <a:r>
              <a:rPr lang="en-GB" b="0" dirty="0"/>
              <a:t> </a:t>
            </a:r>
            <a:r>
              <a:rPr lang="en-GB" b="0" dirty="0" err="1"/>
              <a:t>erat</a:t>
            </a:r>
            <a:r>
              <a:rPr lang="en-GB" b="0" dirty="0"/>
              <a:t>. </a:t>
            </a:r>
            <a:r>
              <a:rPr lang="en-GB" b="0" dirty="0" err="1"/>
              <a:t>Etiam</a:t>
            </a:r>
            <a:r>
              <a:rPr lang="en-GB" b="0" dirty="0"/>
              <a:t> </a:t>
            </a:r>
            <a:r>
              <a:rPr lang="en-GB" b="0" dirty="0" err="1"/>
              <a:t>accunguado</a:t>
            </a:r>
            <a:r>
              <a:rPr lang="en-GB" b="0" dirty="0"/>
              <a:t> hasta </a:t>
            </a:r>
            <a:r>
              <a:rPr lang="en-GB" b="0" dirty="0" err="1"/>
              <a:t>el</a:t>
            </a:r>
            <a:r>
              <a:rPr lang="en-GB" b="0" dirty="0"/>
              <a:t> vestibulum. Maecenas </a:t>
            </a:r>
            <a:r>
              <a:rPr lang="en-GB" b="0" dirty="0" err="1"/>
              <a:t>sapien</a:t>
            </a:r>
            <a:r>
              <a:rPr lang="en-GB" b="0" dirty="0"/>
              <a:t> </a:t>
            </a:r>
            <a:r>
              <a:rPr lang="en-GB" b="0" dirty="0" err="1"/>
              <a:t>nibh</a:t>
            </a:r>
            <a:r>
              <a:rPr lang="en-GB" b="0" dirty="0"/>
              <a:t>, </a:t>
            </a:r>
            <a:r>
              <a:rPr lang="en-GB" b="0" dirty="0" err="1"/>
              <a:t>daurado</a:t>
            </a:r>
            <a:r>
              <a:rPr lang="en-GB" b="0" dirty="0"/>
              <a:t> </a:t>
            </a:r>
            <a:r>
              <a:rPr lang="en-GB" b="0" dirty="0" err="1"/>
              <a:t>mauris</a:t>
            </a:r>
            <a:r>
              <a:rPr lang="en-GB" b="0" dirty="0"/>
              <a:t> pharetra in.</a:t>
            </a:r>
            <a:r>
              <a:rPr lang="en-GB" dirty="0"/>
              <a:t>
Tema 02
</a:t>
            </a:r>
            <a:r>
              <a:rPr lang="en-GB" b="0" dirty="0"/>
              <a:t>Proin </a:t>
            </a:r>
            <a:r>
              <a:rPr lang="en-GB" b="0" dirty="0" err="1"/>
              <a:t>amet</a:t>
            </a:r>
            <a:r>
              <a:rPr lang="en-GB" b="0" dirty="0"/>
              <a:t> ligula, </a:t>
            </a:r>
            <a:r>
              <a:rPr lang="en-GB" b="0" dirty="0" err="1"/>
              <a:t>súper</a:t>
            </a:r>
            <a:r>
              <a:rPr lang="en-GB" b="0" dirty="0"/>
              <a:t> </a:t>
            </a:r>
            <a:r>
              <a:rPr lang="en-GB" b="0" dirty="0" err="1"/>
              <a:t>súbdo</a:t>
            </a:r>
            <a:r>
              <a:rPr lang="en-GB" b="0" dirty="0"/>
              <a:t>, </a:t>
            </a:r>
            <a:r>
              <a:rPr lang="en-GB" b="0" dirty="0" err="1"/>
              <a:t>pero</a:t>
            </a:r>
            <a:r>
              <a:rPr lang="en-GB" b="0" dirty="0"/>
              <a:t> </a:t>
            </a:r>
            <a:r>
              <a:rPr lang="en-GB" b="0" dirty="0" err="1"/>
              <a:t>en</a:t>
            </a:r>
            <a:r>
              <a:rPr lang="en-GB" b="0" dirty="0"/>
              <a:t> </a:t>
            </a:r>
            <a:r>
              <a:rPr lang="en-GB" b="0" dirty="0" err="1"/>
              <a:t>el</a:t>
            </a:r>
            <a:r>
              <a:rPr lang="en-GB" b="0" dirty="0"/>
              <a:t> </a:t>
            </a:r>
            <a:r>
              <a:rPr lang="en-GB" b="0" dirty="0" err="1"/>
              <a:t>rutrum</a:t>
            </a:r>
            <a:r>
              <a:rPr lang="en-GB" b="0" dirty="0"/>
              <a:t> </a:t>
            </a:r>
            <a:r>
              <a:rPr lang="en-GB" b="0" dirty="0" err="1"/>
              <a:t>erat</a:t>
            </a:r>
            <a:r>
              <a:rPr lang="en-GB" b="0" dirty="0"/>
              <a:t>. </a:t>
            </a:r>
            <a:r>
              <a:rPr lang="en-GB" b="0" dirty="0" err="1"/>
              <a:t>Etiam</a:t>
            </a:r>
            <a:r>
              <a:rPr lang="en-GB" b="0" dirty="0"/>
              <a:t> </a:t>
            </a:r>
            <a:r>
              <a:rPr lang="en-GB" b="0" dirty="0" err="1"/>
              <a:t>accunguado</a:t>
            </a:r>
            <a:r>
              <a:rPr lang="en-GB" b="0" dirty="0"/>
              <a:t> hasta </a:t>
            </a:r>
            <a:r>
              <a:rPr lang="en-GB" b="0" dirty="0" err="1"/>
              <a:t>el</a:t>
            </a:r>
            <a:r>
              <a:rPr lang="en-GB" b="0" dirty="0"/>
              <a:t> vestibulum. Maecenas </a:t>
            </a:r>
            <a:r>
              <a:rPr lang="en-GB" b="0" dirty="0" err="1"/>
              <a:t>sapien</a:t>
            </a:r>
            <a:r>
              <a:rPr lang="en-GB" b="0" dirty="0"/>
              <a:t> </a:t>
            </a:r>
            <a:r>
              <a:rPr lang="en-GB" b="0" dirty="0" err="1"/>
              <a:t>nibh</a:t>
            </a:r>
            <a:r>
              <a:rPr lang="en-GB" b="0" dirty="0"/>
              <a:t>, </a:t>
            </a:r>
            <a:r>
              <a:rPr lang="en-GB" b="0" dirty="0" err="1"/>
              <a:t>sanguinarios</a:t>
            </a:r>
            <a:r>
              <a:rPr lang="en-GB" b="0" dirty="0"/>
              <a:t> de </a:t>
            </a:r>
            <a:r>
              <a:rPr lang="en-GB" b="0" dirty="0" err="1"/>
              <a:t>los</a:t>
            </a:r>
            <a:r>
              <a:rPr lang="en-GB" b="0" dirty="0"/>
              <a:t> </a:t>
            </a:r>
            <a:r>
              <a:rPr lang="en-GB" b="0" dirty="0" err="1"/>
              <a:t>bogados</a:t>
            </a:r>
            <a:r>
              <a:rPr lang="en-GB" b="0" dirty="0"/>
              <a:t> de </a:t>
            </a:r>
            <a:r>
              <a:rPr lang="en-GB" b="0" dirty="0" err="1"/>
              <a:t>los</a:t>
            </a:r>
            <a:r>
              <a:rPr lang="en-GB" b="0" dirty="0"/>
              <a:t> </a:t>
            </a:r>
            <a:r>
              <a:rPr lang="en-GB" b="0" dirty="0" err="1"/>
              <a:t>habitantes</a:t>
            </a:r>
            <a:endParaRPr lang="en-GB" b="0" dirty="0"/>
          </a:p>
        </p:txBody>
      </p:sp>
      <p:sp>
        <p:nvSpPr>
          <p:cNvPr id="10" name="etiqueta_1">
            <a:extLst>
              <a:ext uri="{FF2B5EF4-FFF2-40B4-BE49-F238E27FC236}">
                <a16:creationId xmlns:a16="http://schemas.microsoft.com/office/drawing/2014/main" id="{774C41AE-8162-DA4A-AAB7-98D233372E08}"/>
              </a:ext>
            </a:extLst>
          </p:cNvPr>
          <p:cNvSpPr>
            <a:spLocks noGrp="1"/>
          </p:cNvSpPr>
          <p:nvPr>
            <p:ph type="body" sz="quarter" idx="31"/>
          </p:nvPr>
        </p:nvSpPr>
        <p:spPr/>
        <p:txBody>
          <a:bodyPr/>
          <a:lstStyle/>
          <a:p>
            <a:pPr/>
            <a:r>
              <a:rPr lang="en-GB" dirty="0" err="1"/>
              <a:t>Título</a:t>
            </a:r>
            <a:r>
              <a:rPr lang="en-GB" dirty="0"/>
              <a:t> de columna</a:t>
            </a:r>
          </a:p>
        </p:txBody>
      </p:sp>
      <p:sp>
        <p:nvSpPr>
          <p:cNvPr id="11" name="cuerpo_1">
            <a:extLst>
              <a:ext uri="{FF2B5EF4-FFF2-40B4-BE49-F238E27FC236}">
                <a16:creationId xmlns:a16="http://schemas.microsoft.com/office/drawing/2014/main" id="{0199E29C-F984-76DA-3F15-94B1A3BC77AD}"/>
              </a:ext>
            </a:extLst>
          </p:cNvPr>
          <p:cNvSpPr>
            <a:spLocks noGrp="1"/>
          </p:cNvSpPr>
          <p:nvPr>
            <p:ph type="body" sz="quarter" idx="32"/>
          </p:nvPr>
        </p:nvSpPr>
        <p:spPr/>
        <p:txBody>
          <a:bodyPr/>
          <a:lstStyle/>
          <a:p>
            <a:pPr/>
            <a:r>
              <a:rPr lang="en-GB" dirty="0"/>
              <a:t>Tema 01 (</a:t>
            </a:r>
            <a:r>
              <a:rPr lang="en-GB" dirty="0" err="1"/>
              <a:t>texto</a:t>
            </a:r>
            <a:r>
              <a:rPr lang="en-GB" dirty="0"/>
              <a:t> de primer </a:t>
            </a:r>
            <a:r>
              <a:rPr lang="en-GB" dirty="0" err="1"/>
              <a:t>nivel</a:t>
            </a:r>
            <a:r>
              <a:rPr lang="en-GB" dirty="0"/>
              <a:t>)
</a:t>
            </a:r>
            <a:r>
              <a:rPr lang="en-GB" b="0" dirty="0" err="1"/>
              <a:t>Texto</a:t>
            </a:r>
            <a:r>
              <a:rPr lang="en-GB" b="0" dirty="0"/>
              <a:t> del </a:t>
            </a:r>
            <a:r>
              <a:rPr lang="en-GB" b="0" dirty="0" err="1"/>
              <a:t>cuerpo</a:t>
            </a:r>
            <a:r>
              <a:rPr lang="en-GB" b="0" dirty="0"/>
              <a:t> (</a:t>
            </a:r>
            <a:r>
              <a:rPr lang="en-GB" b="0" dirty="0" err="1"/>
              <a:t>texto</a:t>
            </a:r>
            <a:r>
              <a:rPr lang="en-GB" b="0" dirty="0"/>
              <a:t> de </a:t>
            </a:r>
            <a:r>
              <a:rPr lang="en-GB" b="0" dirty="0" err="1"/>
              <a:t>segundo</a:t>
            </a:r>
            <a:r>
              <a:rPr lang="en-GB" b="0" dirty="0"/>
              <a:t> </a:t>
            </a:r>
            <a:r>
              <a:rPr lang="en-GB" b="0" dirty="0" err="1"/>
              <a:t>nivel</a:t>
            </a:r>
            <a:r>
              <a:rPr lang="en-GB" b="0" dirty="0"/>
              <a:t>). </a:t>
            </a:r>
            <a:r>
              <a:rPr lang="en-GB" b="0" dirty="0" err="1"/>
              <a:t>Suscipit</a:t>
            </a:r>
            <a:r>
              <a:rPr lang="en-GB" b="0" dirty="0"/>
              <a:t> ante la </a:t>
            </a:r>
            <a:r>
              <a:rPr lang="en-GB" b="0" dirty="0" err="1"/>
              <a:t>felicidad</a:t>
            </a:r>
            <a:r>
              <a:rPr lang="en-GB" b="0" dirty="0"/>
              <a:t>. </a:t>
            </a:r>
            <a:r>
              <a:rPr lang="en-GB" b="0" dirty="0" err="1"/>
              <a:t>amet</a:t>
            </a:r>
            <a:r>
              <a:rPr lang="en-GB" b="0" dirty="0"/>
              <a:t> Proin ligula, </a:t>
            </a:r>
            <a:r>
              <a:rPr lang="en-GB" b="0" dirty="0" err="1"/>
              <a:t>súper</a:t>
            </a:r>
            <a:r>
              <a:rPr lang="en-GB" b="0" dirty="0"/>
              <a:t> </a:t>
            </a:r>
            <a:r>
              <a:rPr lang="en-GB" b="0" dirty="0" err="1"/>
              <a:t>súbdo</a:t>
            </a:r>
            <a:r>
              <a:rPr lang="en-GB" b="0" dirty="0"/>
              <a:t>, </a:t>
            </a:r>
            <a:r>
              <a:rPr lang="en-GB" b="0" dirty="0" err="1"/>
              <a:t>pero</a:t>
            </a:r>
            <a:r>
              <a:rPr lang="en-GB" b="0" dirty="0"/>
              <a:t> </a:t>
            </a:r>
            <a:r>
              <a:rPr lang="en-GB" b="0" dirty="0" err="1"/>
              <a:t>en</a:t>
            </a:r>
            <a:r>
              <a:rPr lang="en-GB" b="0" dirty="0"/>
              <a:t> </a:t>
            </a:r>
            <a:r>
              <a:rPr lang="en-GB" b="0" dirty="0" err="1"/>
              <a:t>el</a:t>
            </a:r>
            <a:r>
              <a:rPr lang="en-GB" b="0" dirty="0"/>
              <a:t> </a:t>
            </a:r>
            <a:r>
              <a:rPr lang="en-GB" b="0" dirty="0" err="1"/>
              <a:t>rutrum</a:t>
            </a:r>
            <a:r>
              <a:rPr lang="en-GB" b="0" dirty="0"/>
              <a:t> </a:t>
            </a:r>
            <a:r>
              <a:rPr lang="en-GB" b="0" dirty="0" err="1"/>
              <a:t>erat</a:t>
            </a:r>
            <a:r>
              <a:rPr lang="en-GB" b="0" dirty="0"/>
              <a:t>. </a:t>
            </a:r>
            <a:r>
              <a:rPr lang="en-GB" b="0" dirty="0" err="1"/>
              <a:t>Etiam</a:t>
            </a:r>
            <a:r>
              <a:rPr lang="en-GB" b="0" dirty="0"/>
              <a:t> </a:t>
            </a:r>
            <a:r>
              <a:rPr lang="en-GB" b="0" dirty="0" err="1"/>
              <a:t>accunguado</a:t>
            </a:r>
            <a:r>
              <a:rPr lang="en-GB" b="0" dirty="0"/>
              <a:t> hasta </a:t>
            </a:r>
            <a:r>
              <a:rPr lang="en-GB" b="0" dirty="0" err="1"/>
              <a:t>el</a:t>
            </a:r>
            <a:r>
              <a:rPr lang="en-GB" b="0" dirty="0"/>
              <a:t> vestibulum. Maecenas </a:t>
            </a:r>
            <a:r>
              <a:rPr lang="en-GB" b="0" dirty="0" err="1"/>
              <a:t>sapien</a:t>
            </a:r>
            <a:r>
              <a:rPr lang="en-GB" b="0" dirty="0"/>
              <a:t> </a:t>
            </a:r>
            <a:r>
              <a:rPr lang="en-GB" b="0" dirty="0" err="1"/>
              <a:t>nibh</a:t>
            </a:r>
            <a:r>
              <a:rPr lang="en-GB" b="0" dirty="0"/>
              <a:t>, </a:t>
            </a:r>
            <a:r>
              <a:rPr lang="en-GB" b="0" dirty="0" err="1"/>
              <a:t>daurado</a:t>
            </a:r>
            <a:r>
              <a:rPr lang="en-GB" b="0" dirty="0"/>
              <a:t> </a:t>
            </a:r>
            <a:r>
              <a:rPr lang="en-GB" b="0" dirty="0" err="1"/>
              <a:t>mauris</a:t>
            </a:r>
            <a:r>
              <a:rPr lang="en-GB" b="0" dirty="0"/>
              <a:t> pharetra in.</a:t>
            </a:r>
            <a:r>
              <a:rPr lang="en-GB" dirty="0"/>
              <a:t>
Tema 02
</a:t>
            </a:r>
            <a:r>
              <a:rPr lang="en-GB" b="0" dirty="0"/>
              <a:t>Proin </a:t>
            </a:r>
            <a:r>
              <a:rPr lang="en-GB" b="0" dirty="0" err="1"/>
              <a:t>amet</a:t>
            </a:r>
            <a:r>
              <a:rPr lang="en-GB" b="0" dirty="0"/>
              <a:t> ligula, </a:t>
            </a:r>
            <a:r>
              <a:rPr lang="en-GB" b="0" dirty="0" err="1"/>
              <a:t>súper</a:t>
            </a:r>
            <a:r>
              <a:rPr lang="en-GB" b="0" dirty="0"/>
              <a:t> </a:t>
            </a:r>
            <a:r>
              <a:rPr lang="en-GB" b="0" dirty="0" err="1"/>
              <a:t>súbdo</a:t>
            </a:r>
            <a:r>
              <a:rPr lang="en-GB" b="0" dirty="0"/>
              <a:t>, </a:t>
            </a:r>
            <a:r>
              <a:rPr lang="en-GB" b="0" dirty="0" err="1"/>
              <a:t>pero</a:t>
            </a:r>
            <a:r>
              <a:rPr lang="en-GB" b="0" dirty="0"/>
              <a:t> </a:t>
            </a:r>
            <a:r>
              <a:rPr lang="en-GB" b="0" dirty="0" err="1"/>
              <a:t>en</a:t>
            </a:r>
            <a:r>
              <a:rPr lang="en-GB" b="0" dirty="0"/>
              <a:t> </a:t>
            </a:r>
            <a:r>
              <a:rPr lang="en-GB" b="0" dirty="0" err="1"/>
              <a:t>el</a:t>
            </a:r>
            <a:r>
              <a:rPr lang="en-GB" b="0" dirty="0"/>
              <a:t> </a:t>
            </a:r>
            <a:r>
              <a:rPr lang="en-GB" b="0" dirty="0" err="1"/>
              <a:t>rutrum</a:t>
            </a:r>
            <a:r>
              <a:rPr lang="en-GB" b="0" dirty="0"/>
              <a:t> </a:t>
            </a:r>
            <a:r>
              <a:rPr lang="en-GB" b="0" dirty="0" err="1"/>
              <a:t>erat</a:t>
            </a:r>
            <a:r>
              <a:rPr lang="en-GB" b="0" dirty="0"/>
              <a:t>. </a:t>
            </a:r>
            <a:r>
              <a:rPr lang="en-GB" b="0" dirty="0" err="1"/>
              <a:t>Etiam</a:t>
            </a:r>
            <a:r>
              <a:rPr lang="en-GB" b="0" dirty="0"/>
              <a:t> </a:t>
            </a:r>
            <a:r>
              <a:rPr lang="en-GB" b="0" dirty="0" err="1"/>
              <a:t>accunguado</a:t>
            </a:r>
            <a:r>
              <a:rPr lang="en-GB" b="0" dirty="0"/>
              <a:t> hasta </a:t>
            </a:r>
            <a:r>
              <a:rPr lang="en-GB" b="0" dirty="0" err="1"/>
              <a:t>el</a:t>
            </a:r>
            <a:r>
              <a:rPr lang="en-GB" b="0" dirty="0"/>
              <a:t> vestibulum. Maecenas </a:t>
            </a:r>
            <a:r>
              <a:rPr lang="en-GB" b="0" dirty="0" err="1"/>
              <a:t>sapien</a:t>
            </a:r>
            <a:r>
              <a:rPr lang="en-GB" b="0" dirty="0"/>
              <a:t> </a:t>
            </a:r>
            <a:r>
              <a:rPr lang="en-GB" b="0" dirty="0" err="1"/>
              <a:t>nibh</a:t>
            </a:r>
            <a:r>
              <a:rPr lang="en-GB" b="0" dirty="0"/>
              <a:t>, </a:t>
            </a:r>
            <a:r>
              <a:rPr lang="en-GB" b="0" dirty="0" err="1"/>
              <a:t>sanguinarios</a:t>
            </a:r>
            <a:r>
              <a:rPr lang="en-GB" b="0" dirty="0"/>
              <a:t> de </a:t>
            </a:r>
            <a:r>
              <a:rPr lang="en-GB" b="0" dirty="0" err="1"/>
              <a:t>los</a:t>
            </a:r>
            <a:r>
              <a:rPr lang="en-GB" b="0" dirty="0"/>
              <a:t> </a:t>
            </a:r>
            <a:r>
              <a:rPr lang="en-GB" b="0" dirty="0" err="1"/>
              <a:t>bogados</a:t>
            </a:r>
            <a:r>
              <a:rPr lang="en-GB" b="0" dirty="0"/>
              <a:t> de </a:t>
            </a:r>
            <a:r>
              <a:rPr lang="en-GB" b="0" dirty="0" err="1"/>
              <a:t>los</a:t>
            </a:r>
            <a:r>
              <a:rPr lang="en-GB" b="0" dirty="0"/>
              <a:t> </a:t>
            </a:r>
            <a:r>
              <a:rPr lang="en-GB" b="0" dirty="0" err="1"/>
              <a:t>habitantes</a:t>
            </a:r>
            <a:endParaRPr lang="en-GB" b="0" dirty="0"/>
          </a:p>
        </p:txBody>
      </p:sp>
      <p:sp>
        <p:nvSpPr>
          <p:cNvPr id="2" name="titulo">
            <a:extLst>
              <a:ext uri="{FF2B5EF4-FFF2-40B4-BE49-F238E27FC236}">
                <a16:creationId xmlns:a16="http://schemas.microsoft.com/office/drawing/2014/main" id="{088C6263-D1C3-5F25-8532-A5588BC1083A}"/>
              </a:ext>
            </a:extLst>
          </p:cNvPr>
          <p:cNvSpPr>
            <a:spLocks noGrp="1"/>
          </p:cNvSpPr>
          <p:nvPr>
            <p:ph type="title"/>
          </p:nvPr>
        </p:nvSpPr>
        <p:spPr/>
        <p:txBody>
          <a:bodyPr/>
          <a:lstStyle/>
          <a:p>
            <a:pPr/>
            <a:r>
              <a:rPr lang="en-GB" dirty="0" err="1"/>
              <a:t>Título</a:t>
            </a:r>
            <a:r>
              <a:rPr lang="en-GB" dirty="0"/>
              <a:t> de la </a:t>
            </a:r>
            <a:r>
              <a:rPr lang="en-GB" dirty="0" err="1"/>
              <a:t>sección</a:t>
            </a:r>
            <a:r>
              <a:rPr lang="en-GB" dirty="0"/>
              <a:t>. </a:t>
            </a:r>
            <a:br>
              <a:rPr lang="en-GB" dirty="0"/>
            </a:br>
            <a:r>
              <a:rPr lang="en-GB" dirty="0" err="1"/>
              <a:t>Ejemplo</a:t>
            </a:r>
            <a:r>
              <a:rPr lang="en-GB" dirty="0"/>
              <a:t> 2 </a:t>
            </a:r>
            <a:r>
              <a:rPr lang="en-GB" dirty="0" err="1"/>
              <a:t>paneles</a:t>
            </a:r>
            <a:endParaRPr lang="en-GB" dirty="0"/>
          </a:p>
        </p:txBody>
      </p:sp>
      <p:sp>
        <p:nvSpPr>
          <p:cNvPr id="3" name="antetitulo">
            <a:extLst>
              <a:ext uri="{FF2B5EF4-FFF2-40B4-BE49-F238E27FC236}">
                <a16:creationId xmlns:a16="http://schemas.microsoft.com/office/drawing/2014/main" id="{DB331642-A961-AFAF-358E-F332CE23AAB8}"/>
              </a:ext>
            </a:extLst>
          </p:cNvPr>
          <p:cNvSpPr>
            <a:spLocks noGrp="1"/>
          </p:cNvSpPr>
          <p:nvPr>
            <p:ph type="body" sz="quarter" idx="3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Tree>
    <p:extLst>
      <p:ext uri="{BB962C8B-B14F-4D97-AF65-F5344CB8AC3E}">
        <p14:creationId xmlns:p14="http://schemas.microsoft.com/office/powerpoint/2010/main" val="259141259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9154A-2AC7-705D-3533-0F866EFF97F9}"/>
            </a:ext>
          </a:extLst>
        </p:cNvPr>
        <p:cNvGrpSpPr/>
        <p:nvPr/>
      </p:nvGrpSpPr>
      <p:grpSpPr>
        <a:xfrm>
          <a:off x="0" y="0"/>
          <a:ext cx="0" cy="0"/>
          <a:chOff x="0" y="0"/>
          <a:chExt cx="0" cy="0"/>
        </a:xfrm>
      </p:grpSpPr>
      <p:sp>
        <p:nvSpPr>
          <p:cNvPr id="22" name="Footer Placeholder 21">
            <a:extLst>
              <a:ext uri="{FF2B5EF4-FFF2-40B4-BE49-F238E27FC236}">
                <a16:creationId xmlns:a16="http://schemas.microsoft.com/office/drawing/2014/main" id="{8305F16D-85B4-D5A4-5F51-5040DAE8B208}"/>
              </a:ext>
            </a:extLst>
          </p:cNvPr>
          <p:cNvSpPr>
            <a:spLocks noGrp="1"/>
          </p:cNvSpPr>
          <p:nvPr>
            <p:ph type="ftr" sz="quarter" idx="11"/>
          </p:nvPr>
        </p:nvSpPr>
        <p:spPr/>
        <p:txBody>
          <a:bodyPr/>
          <a:lstStyle/>
          <a:p>
            <a:pPr/>
          </a:p>
        </p:txBody>
      </p:sp>
      <p:sp>
        <p:nvSpPr>
          <p:cNvPr id="23" name="Slide Number Placeholder 22">
            <a:extLst>
              <a:ext uri="{FF2B5EF4-FFF2-40B4-BE49-F238E27FC236}">
                <a16:creationId xmlns:a16="http://schemas.microsoft.com/office/drawing/2014/main" id="{E364AA12-1F03-8F64-A2B2-75AD354E441E}"/>
              </a:ext>
            </a:extLst>
          </p:cNvPr>
          <p:cNvSpPr>
            <a:spLocks noGrp="1"/>
          </p:cNvSpPr>
          <p:nvPr>
            <p:ph type="sldNum" sz="quarter" idx="12"/>
          </p:nvPr>
        </p:nvSpPr>
        <p:spPr/>
        <p:txBody>
          <a:bodyPr/>
          <a:lstStyle/>
          <a:p>
            <a:pPr/>
            <a:fld id="{5F7B1633-95EA-F847-945E-534A0819728C}" type="slidenum">
              <a:rPr lang="en-GB" smtClean="0"/>
              <a:pPr/>
              <a:t>17</a:t>
            </a:fld>
            <a:endParaRPr lang="en-GB" sz="800"/>
          </a:p>
        </p:txBody>
      </p:sp>
      <p:sp>
        <p:nvSpPr>
          <p:cNvPr id="6" name="numero_1">
            <a:extLst>
              <a:ext uri="{FF2B5EF4-FFF2-40B4-BE49-F238E27FC236}">
                <a16:creationId xmlns:a16="http://schemas.microsoft.com/office/drawing/2014/main" id="{FBBFE8DD-DF90-5574-A0E3-A369457ED716}"/>
              </a:ext>
            </a:extLst>
          </p:cNvPr>
          <p:cNvSpPr>
            <a:spLocks noGrp="1"/>
          </p:cNvSpPr>
          <p:nvPr>
            <p:ph type="body" sz="quarter" idx="13"/>
          </p:nvPr>
        </p:nvSpPr>
        <p:spPr/>
        <p:txBody>
          <a:bodyPr/>
          <a:lstStyle/>
          <a:p>
            <a:pPr/>
            <a:r>
              <a:rPr lang="en-GB" dirty="0"/>
              <a:t>1</a:t>
            </a:r>
          </a:p>
        </p:txBody>
      </p:sp>
      <p:sp>
        <p:nvSpPr>
          <p:cNvPr id="7" name="numero_2">
            <a:extLst>
              <a:ext uri="{FF2B5EF4-FFF2-40B4-BE49-F238E27FC236}">
                <a16:creationId xmlns:a16="http://schemas.microsoft.com/office/drawing/2014/main" id="{240D61D0-8145-BC33-2B41-D022034FC180}"/>
              </a:ext>
            </a:extLst>
          </p:cNvPr>
          <p:cNvSpPr>
            <a:spLocks noGrp="1"/>
          </p:cNvSpPr>
          <p:nvPr>
            <p:ph type="body" sz="quarter" idx="16"/>
          </p:nvPr>
        </p:nvSpPr>
        <p:spPr/>
        <p:txBody>
          <a:bodyPr/>
          <a:lstStyle/>
          <a:p>
            <a:pPr/>
            <a:r>
              <a:rPr lang="en-GB" dirty="0"/>
              <a:t>2</a:t>
            </a:r>
          </a:p>
        </p:txBody>
      </p:sp>
      <p:sp>
        <p:nvSpPr>
          <p:cNvPr id="8" name="numero_3">
            <a:extLst>
              <a:ext uri="{FF2B5EF4-FFF2-40B4-BE49-F238E27FC236}">
                <a16:creationId xmlns:a16="http://schemas.microsoft.com/office/drawing/2014/main" id="{D4A05906-7617-FF9D-9504-2115281BB5BC}"/>
              </a:ext>
            </a:extLst>
          </p:cNvPr>
          <p:cNvSpPr>
            <a:spLocks noGrp="1"/>
          </p:cNvSpPr>
          <p:nvPr>
            <p:ph type="body" sz="quarter" idx="19"/>
          </p:nvPr>
        </p:nvSpPr>
        <p:spPr/>
        <p:txBody>
          <a:bodyPr/>
          <a:lstStyle/>
          <a:p>
            <a:pPr/>
            <a:r>
              <a:rPr lang="en-GB" dirty="0"/>
              <a:t>3</a:t>
            </a:r>
          </a:p>
        </p:txBody>
      </p:sp>
      <p:sp>
        <p:nvSpPr>
          <p:cNvPr id="3" name="etiqueta_3">
            <a:extLst>
              <a:ext uri="{FF2B5EF4-FFF2-40B4-BE49-F238E27FC236}">
                <a16:creationId xmlns:a16="http://schemas.microsoft.com/office/drawing/2014/main" id="{7290EFF0-81FF-7C8D-61E5-0382D7FFBB3F}"/>
              </a:ext>
            </a:extLst>
          </p:cNvPr>
          <p:cNvSpPr>
            <a:spLocks noGrp="1"/>
          </p:cNvSpPr>
          <p:nvPr>
            <p:ph type="body" sz="quarter" idx="20"/>
          </p:nvPr>
        </p:nvSpPr>
        <p:spPr/>
        <p:txBody>
          <a:bodyPr/>
          <a:lstStyle/>
          <a:p>
            <a:pPr/>
            <a:r>
              <a:rPr lang="en-GB" dirty="0" err="1"/>
              <a:t>Título</a:t>
            </a:r>
            <a:r>
              <a:rPr lang="en-GB" dirty="0"/>
              <a:t> de columna</a:t>
            </a:r>
          </a:p>
        </p:txBody>
      </p:sp>
      <p:sp>
        <p:nvSpPr>
          <p:cNvPr id="9" name="subetiqueta_3">
            <a:extLst>
              <a:ext uri="{FF2B5EF4-FFF2-40B4-BE49-F238E27FC236}">
                <a16:creationId xmlns:a16="http://schemas.microsoft.com/office/drawing/2014/main" id="{AE0D8D37-9A13-75DC-62D1-B756BB36655A}"/>
              </a:ext>
            </a:extLst>
          </p:cNvPr>
          <p:cNvSpPr>
            <a:spLocks noGrp="1"/>
          </p:cNvSpPr>
          <p:nvPr>
            <p:ph type="body" sz="quarter" idx="21"/>
          </p:nvPr>
        </p:nvSpPr>
        <p:spPr/>
        <p:txBody>
          <a:bodyPr/>
          <a:lstStyle/>
          <a:p>
            <a:pPr/>
            <a:r>
              <a:rPr lang="en-GB" dirty="0" err="1"/>
              <a:t>Subtítulo</a:t>
            </a:r>
            <a:r>
              <a:rPr lang="en-GB" dirty="0"/>
              <a:t> de la columna</a:t>
            </a:r>
          </a:p>
        </p:txBody>
      </p:sp>
      <p:sp>
        <p:nvSpPr>
          <p:cNvPr id="10" name="etiqueta_2">
            <a:extLst>
              <a:ext uri="{FF2B5EF4-FFF2-40B4-BE49-F238E27FC236}">
                <a16:creationId xmlns:a16="http://schemas.microsoft.com/office/drawing/2014/main" id="{ADFEE369-5439-EDE4-87EB-3F6C683C99C5}"/>
              </a:ext>
            </a:extLst>
          </p:cNvPr>
          <p:cNvSpPr>
            <a:spLocks noGrp="1"/>
          </p:cNvSpPr>
          <p:nvPr>
            <p:ph type="body" sz="quarter" idx="22"/>
          </p:nvPr>
        </p:nvSpPr>
        <p:spPr/>
        <p:txBody>
          <a:bodyPr/>
          <a:lstStyle/>
          <a:p>
            <a:pPr/>
            <a:r>
              <a:rPr lang="en-GB" dirty="0" err="1"/>
              <a:t>Título</a:t>
            </a:r>
            <a:r>
              <a:rPr lang="en-GB" dirty="0"/>
              <a:t> de columna</a:t>
            </a:r>
          </a:p>
        </p:txBody>
      </p:sp>
      <p:sp>
        <p:nvSpPr>
          <p:cNvPr id="11" name="subetiqueta_2">
            <a:extLst>
              <a:ext uri="{FF2B5EF4-FFF2-40B4-BE49-F238E27FC236}">
                <a16:creationId xmlns:a16="http://schemas.microsoft.com/office/drawing/2014/main" id="{6807BCC6-1171-10EB-1F5D-FF2E74F50CC0}"/>
              </a:ext>
            </a:extLst>
          </p:cNvPr>
          <p:cNvSpPr>
            <a:spLocks noGrp="1"/>
          </p:cNvSpPr>
          <p:nvPr>
            <p:ph type="body" sz="quarter" idx="23"/>
          </p:nvPr>
        </p:nvSpPr>
        <p:spPr/>
        <p:txBody>
          <a:bodyPr/>
          <a:lstStyle/>
          <a:p>
            <a:pPr/>
            <a:r>
              <a:rPr lang="en-GB" dirty="0" err="1"/>
              <a:t>Subtítulo</a:t>
            </a:r>
            <a:r>
              <a:rPr lang="en-GB" dirty="0"/>
              <a:t> de la columna</a:t>
            </a:r>
          </a:p>
        </p:txBody>
      </p:sp>
      <p:sp>
        <p:nvSpPr>
          <p:cNvPr id="12" name="etiqueta_1">
            <a:extLst>
              <a:ext uri="{FF2B5EF4-FFF2-40B4-BE49-F238E27FC236}">
                <a16:creationId xmlns:a16="http://schemas.microsoft.com/office/drawing/2014/main" id="{CC2A7326-3663-1F85-CEBF-6C61F49AD067}"/>
              </a:ext>
            </a:extLst>
          </p:cNvPr>
          <p:cNvSpPr>
            <a:spLocks noGrp="1"/>
          </p:cNvSpPr>
          <p:nvPr>
            <p:ph type="body" sz="quarter" idx="24"/>
          </p:nvPr>
        </p:nvSpPr>
        <p:spPr/>
        <p:txBody>
          <a:bodyPr/>
          <a:lstStyle/>
          <a:p>
            <a:pPr/>
            <a:r>
              <a:rPr lang="en-GB" dirty="0" err="1"/>
              <a:t>Título</a:t>
            </a:r>
            <a:r>
              <a:rPr lang="en-GB" dirty="0"/>
              <a:t> de columna</a:t>
            </a:r>
          </a:p>
        </p:txBody>
      </p:sp>
      <p:sp>
        <p:nvSpPr>
          <p:cNvPr id="13" name="subetiqueta_1">
            <a:extLst>
              <a:ext uri="{FF2B5EF4-FFF2-40B4-BE49-F238E27FC236}">
                <a16:creationId xmlns:a16="http://schemas.microsoft.com/office/drawing/2014/main" id="{8CFFAD10-3AE2-061C-CC21-A3E9315D5FE9}"/>
              </a:ext>
            </a:extLst>
          </p:cNvPr>
          <p:cNvSpPr>
            <a:spLocks noGrp="1"/>
          </p:cNvSpPr>
          <p:nvPr>
            <p:ph type="body" sz="quarter" idx="25"/>
          </p:nvPr>
        </p:nvSpPr>
        <p:spPr/>
        <p:txBody>
          <a:bodyPr/>
          <a:lstStyle/>
          <a:p>
            <a:pPr/>
            <a:r>
              <a:rPr lang="en-GB" dirty="0" err="1"/>
              <a:t>Subtítulo</a:t>
            </a:r>
            <a:r>
              <a:rPr lang="en-GB" dirty="0"/>
              <a:t> de la columna</a:t>
            </a:r>
          </a:p>
        </p:txBody>
      </p:sp>
      <p:sp>
        <p:nvSpPr>
          <p:cNvPr id="14" name="cuerpo_3">
            <a:extLst>
              <a:ext uri="{FF2B5EF4-FFF2-40B4-BE49-F238E27FC236}">
                <a16:creationId xmlns:a16="http://schemas.microsoft.com/office/drawing/2014/main" id="{BCC20DD6-D07A-3A78-8DEB-D46CB3BC6C5E}"/>
              </a:ext>
            </a:extLst>
          </p:cNvPr>
          <p:cNvSpPr>
            <a:spLocks noGrp="1"/>
          </p:cNvSpPr>
          <p:nvPr>
            <p:ph type="body" sz="quarter" idx="26"/>
          </p:nvPr>
        </p:nvSpPr>
        <p:spPr/>
        <p:txBody>
          <a:bodyPr/>
          <a:lstStyle/>
          <a:p>
            <a:pPr/>
            <a:r>
              <a:rPr lang="en-GB" dirty="0"/>
              <a:t>Aenean </a:t>
            </a:r>
            <a:r>
              <a:rPr lang="en-GB" dirty="0" err="1"/>
              <a:t>fringilla</a:t>
            </a:r>
            <a:r>
              <a:rPr lang="en-GB" dirty="0"/>
              <a:t> </a:t>
            </a:r>
            <a:r>
              <a:rPr lang="en-GB" dirty="0" err="1"/>
              <a:t>urna</a:t>
            </a:r>
            <a:r>
              <a:rPr lang="en-GB" dirty="0"/>
              <a:t> dui, </a:t>
            </a:r>
            <a:r>
              <a:rPr lang="en-GB" dirty="0" err="1"/>
              <a:t>eu</a:t>
            </a:r>
            <a:br>
              <a:rPr lang="en-GB" dirty="0"/>
            </a:br>
            <a:r>
              <a:rPr lang="en-GB" dirty="0" err="1"/>
              <a:t>suscipit</a:t>
            </a:r>
            <a:r>
              <a:rPr lang="en-GB" dirty="0"/>
              <a:t> ante </a:t>
            </a:r>
            <a:r>
              <a:rPr lang="en-GB" dirty="0" err="1"/>
              <a:t>feugiat</a:t>
            </a:r>
            <a:r>
              <a:rPr lang="en-GB" dirty="0"/>
              <a:t>. Proin sit</a:t>
            </a:r>
            <a:br>
              <a:rPr lang="en-GB" dirty="0"/>
            </a:br>
            <a:r>
              <a:rPr lang="en-GB" dirty="0" err="1"/>
              <a:t>amet</a:t>
            </a:r>
            <a:r>
              <a:rPr lang="en-GB" dirty="0"/>
              <a:t> </a:t>
            </a:r>
            <a:r>
              <a:rPr lang="en-GB" dirty="0" err="1"/>
              <a:t>scelerisque</a:t>
            </a:r>
            <a:r>
              <a:rPr lang="en-GB" dirty="0"/>
              <a:t> ligula, </a:t>
            </a:r>
            <a:r>
              <a:rPr lang="en-GB" dirty="0" err="1"/>
              <a:t>rutrum</a:t>
            </a:r>
            <a:br>
              <a:rPr lang="en-GB" dirty="0"/>
            </a:br>
            <a:r>
              <a:rPr lang="en-GB" dirty="0" err="1"/>
              <a:t>erat</a:t>
            </a:r>
            <a:r>
              <a:rPr lang="en-GB" dirty="0"/>
              <a:t>. </a:t>
            </a:r>
            <a:r>
              <a:rPr lang="en-GB" dirty="0" err="1"/>
              <a:t>Etiam</a:t>
            </a:r>
            <a:r>
              <a:rPr lang="en-GB" dirty="0"/>
              <a:t> </a:t>
            </a:r>
            <a:r>
              <a:rPr lang="en-GB" dirty="0" err="1"/>
              <a:t>accumsan</a:t>
            </a:r>
            <a:r>
              <a:rPr lang="en-GB" dirty="0"/>
              <a:t> </a:t>
            </a:r>
            <a:r>
              <a:rPr lang="en-GB" dirty="0" err="1"/>
              <a:t>tincidunt</a:t>
            </a:r>
            <a:r>
              <a:rPr lang="en-GB" dirty="0"/>
              <a:t> vestibulum. Maecenas </a:t>
            </a:r>
            <a:r>
              <a:rPr lang="en-GB" dirty="0" err="1"/>
              <a:t>lobortis</a:t>
            </a:r>
            <a:r>
              <a:rPr lang="en-GB" dirty="0"/>
              <a:t> </a:t>
            </a:r>
            <a:r>
              <a:rPr lang="en-GB" dirty="0" err="1"/>
              <a:t>sapien</a:t>
            </a:r>
            <a:r>
              <a:rPr lang="en-GB" dirty="0"/>
              <a:t> </a:t>
            </a:r>
            <a:r>
              <a:rPr lang="en-GB" dirty="0" err="1"/>
              <a:t>nibh</a:t>
            </a:r>
            <a:r>
              <a:rPr lang="en-GB" dirty="0"/>
              <a:t>, </a:t>
            </a:r>
            <a:r>
              <a:rPr lang="en-GB" dirty="0" err="1"/>
              <a:t>dapibus</a:t>
            </a:r>
            <a:r>
              <a:rPr lang="en-GB" dirty="0"/>
              <a:t> </a:t>
            </a:r>
            <a:r>
              <a:rPr lang="en-GB" dirty="0" err="1"/>
              <a:t>mauris</a:t>
            </a:r>
            <a:r>
              <a:rPr lang="en-GB" dirty="0"/>
              <a:t> pharetra in.</a:t>
            </a:r>
          </a:p>
          <a:p>
            <a:pPr/>
            <a:r>
              <a:rPr lang="en-GB" dirty="0"/>
              <a:t>Integer et mi </a:t>
            </a:r>
            <a:r>
              <a:rPr lang="en-GB" dirty="0" err="1"/>
              <a:t>volutpat</a:t>
            </a:r>
            <a:r>
              <a:rPr lang="en-GB" dirty="0"/>
              <a:t>, lacinia</a:t>
            </a:r>
            <a:br>
              <a:rPr lang="en-GB" dirty="0"/>
            </a:br>
            <a:r>
              <a:rPr lang="en-GB" dirty="0" err="1"/>
              <a:t>risus</a:t>
            </a:r>
            <a:r>
              <a:rPr lang="en-GB" dirty="0"/>
              <a:t> vitae, </a:t>
            </a:r>
            <a:r>
              <a:rPr lang="en-GB" dirty="0" err="1"/>
              <a:t>ultricies</a:t>
            </a:r>
            <a:r>
              <a:rPr lang="en-GB" dirty="0"/>
              <a:t> </a:t>
            </a:r>
            <a:r>
              <a:rPr lang="en-GB" dirty="0" err="1"/>
              <a:t>felis</a:t>
            </a:r>
            <a:r>
              <a:rPr lang="en-GB" dirty="0"/>
              <a:t>. Integer </a:t>
            </a:r>
            <a:r>
              <a:rPr lang="en-GB" dirty="0" err="1"/>
              <a:t>venenatis</a:t>
            </a:r>
            <a:r>
              <a:rPr lang="en-GB" dirty="0"/>
              <a:t> </a:t>
            </a:r>
            <a:r>
              <a:rPr lang="en-GB" dirty="0" err="1"/>
              <a:t>elementum</a:t>
            </a:r>
            <a:r>
              <a:rPr lang="en-GB" dirty="0"/>
              <a:t> </a:t>
            </a:r>
            <a:r>
              <a:rPr lang="en-GB" dirty="0" err="1"/>
              <a:t>venenatis</a:t>
            </a:r>
            <a:r>
              <a:rPr lang="en-GB" dirty="0"/>
              <a:t>. Morbi </a:t>
            </a:r>
            <a:r>
              <a:rPr lang="en-GB" dirty="0" err="1"/>
              <a:t>eget</a:t>
            </a:r>
            <a:r>
              <a:rPr lang="en-GB" dirty="0"/>
              <a:t> </a:t>
            </a:r>
            <a:r>
              <a:rPr lang="en-GB" dirty="0" err="1"/>
              <a:t>elementum</a:t>
            </a:r>
            <a:r>
              <a:rPr lang="en-GB" dirty="0"/>
              <a:t> </a:t>
            </a:r>
            <a:r>
              <a:rPr lang="en-GB" dirty="0" err="1"/>
              <a:t>nulla</a:t>
            </a:r>
            <a:r>
              <a:rPr lang="en-GB" dirty="0"/>
              <a:t>.</a:t>
            </a:r>
          </a:p>
        </p:txBody>
      </p:sp>
      <p:sp>
        <p:nvSpPr>
          <p:cNvPr id="15" name="cuerpo_2">
            <a:extLst>
              <a:ext uri="{FF2B5EF4-FFF2-40B4-BE49-F238E27FC236}">
                <a16:creationId xmlns:a16="http://schemas.microsoft.com/office/drawing/2014/main" id="{F07C8F92-1D14-00A0-1412-C7E3ED2CD536}"/>
              </a:ext>
            </a:extLst>
          </p:cNvPr>
          <p:cNvSpPr>
            <a:spLocks noGrp="1"/>
          </p:cNvSpPr>
          <p:nvPr>
            <p:ph type="body" sz="quarter" idx="27"/>
          </p:nvPr>
        </p:nvSpPr>
        <p:spPr/>
        <p:txBody>
          <a:bodyPr/>
          <a:lstStyle/>
          <a:p>
            <a:pPr/>
            <a:r>
              <a:rPr lang="en-GB" dirty="0"/>
              <a:t>Aenean </a:t>
            </a:r>
            <a:r>
              <a:rPr lang="en-GB" dirty="0" err="1"/>
              <a:t>fringilla</a:t>
            </a:r>
            <a:r>
              <a:rPr lang="en-GB" dirty="0"/>
              <a:t> </a:t>
            </a:r>
            <a:r>
              <a:rPr lang="en-GB" dirty="0" err="1"/>
              <a:t>urna</a:t>
            </a:r>
            <a:r>
              <a:rPr lang="en-GB" dirty="0"/>
              <a:t> dui, </a:t>
            </a:r>
            <a:r>
              <a:rPr lang="en-GB" dirty="0" err="1"/>
              <a:t>eu</a:t>
            </a:r>
            <a:br>
              <a:rPr lang="en-GB" dirty="0"/>
            </a:br>
            <a:r>
              <a:rPr lang="en-GB" dirty="0" err="1"/>
              <a:t>suscipit</a:t>
            </a:r>
            <a:r>
              <a:rPr lang="en-GB" dirty="0"/>
              <a:t> ante </a:t>
            </a:r>
            <a:r>
              <a:rPr lang="en-GB" dirty="0" err="1"/>
              <a:t>feugiat</a:t>
            </a:r>
            <a:r>
              <a:rPr lang="en-GB" dirty="0"/>
              <a:t>. Proin sit</a:t>
            </a:r>
            <a:br>
              <a:rPr lang="en-GB" dirty="0"/>
            </a:br>
            <a:r>
              <a:rPr lang="en-GB" dirty="0" err="1"/>
              <a:t>amet</a:t>
            </a:r>
            <a:r>
              <a:rPr lang="en-GB" dirty="0"/>
              <a:t> </a:t>
            </a:r>
            <a:r>
              <a:rPr lang="en-GB" dirty="0" err="1"/>
              <a:t>scelerisque</a:t>
            </a:r>
            <a:r>
              <a:rPr lang="en-GB" dirty="0"/>
              <a:t> ligula, </a:t>
            </a:r>
            <a:r>
              <a:rPr lang="en-GB" dirty="0" err="1"/>
              <a:t>rutrum</a:t>
            </a:r>
            <a:br>
              <a:rPr lang="en-GB" dirty="0"/>
            </a:br>
            <a:r>
              <a:rPr lang="en-GB" dirty="0" err="1"/>
              <a:t>erat</a:t>
            </a:r>
            <a:r>
              <a:rPr lang="en-GB" dirty="0"/>
              <a:t>. </a:t>
            </a:r>
            <a:r>
              <a:rPr lang="en-GB" dirty="0" err="1"/>
              <a:t>Etiam</a:t>
            </a:r>
            <a:r>
              <a:rPr lang="en-GB" dirty="0"/>
              <a:t> </a:t>
            </a:r>
            <a:r>
              <a:rPr lang="en-GB" dirty="0" err="1"/>
              <a:t>accumsan</a:t>
            </a:r>
            <a:r>
              <a:rPr lang="en-GB" dirty="0"/>
              <a:t> </a:t>
            </a:r>
            <a:r>
              <a:rPr lang="en-GB" dirty="0" err="1"/>
              <a:t>tincidunt</a:t>
            </a:r>
            <a:r>
              <a:rPr lang="en-GB" dirty="0"/>
              <a:t> vestibulum. Maecenas </a:t>
            </a:r>
            <a:r>
              <a:rPr lang="en-GB" dirty="0" err="1"/>
              <a:t>lobortis</a:t>
            </a:r>
            <a:r>
              <a:rPr lang="en-GB" dirty="0"/>
              <a:t> </a:t>
            </a:r>
            <a:r>
              <a:rPr lang="en-GB" dirty="0" err="1"/>
              <a:t>sapien</a:t>
            </a:r>
            <a:r>
              <a:rPr lang="en-GB" dirty="0"/>
              <a:t> </a:t>
            </a:r>
            <a:r>
              <a:rPr lang="en-GB" dirty="0" err="1"/>
              <a:t>nibh</a:t>
            </a:r>
            <a:r>
              <a:rPr lang="en-GB" dirty="0"/>
              <a:t>, </a:t>
            </a:r>
            <a:r>
              <a:rPr lang="en-GB" dirty="0" err="1"/>
              <a:t>dapibus</a:t>
            </a:r>
            <a:r>
              <a:rPr lang="en-GB" dirty="0"/>
              <a:t> </a:t>
            </a:r>
            <a:r>
              <a:rPr lang="en-GB" dirty="0" err="1"/>
              <a:t>mauris</a:t>
            </a:r>
            <a:r>
              <a:rPr lang="en-GB" dirty="0"/>
              <a:t> pharetra in.</a:t>
            </a:r>
          </a:p>
          <a:p>
            <a:pPr/>
            <a:r>
              <a:rPr lang="en-GB" dirty="0"/>
              <a:t>Integer et mi </a:t>
            </a:r>
            <a:r>
              <a:rPr lang="en-GB" dirty="0" err="1"/>
              <a:t>volutpat</a:t>
            </a:r>
            <a:r>
              <a:rPr lang="en-GB" dirty="0"/>
              <a:t>, lacinia</a:t>
            </a:r>
            <a:br>
              <a:rPr lang="en-GB" dirty="0"/>
            </a:br>
            <a:r>
              <a:rPr lang="en-GB" dirty="0" err="1"/>
              <a:t>risus</a:t>
            </a:r>
            <a:r>
              <a:rPr lang="en-GB" dirty="0"/>
              <a:t> vitae, </a:t>
            </a:r>
            <a:r>
              <a:rPr lang="en-GB" dirty="0" err="1"/>
              <a:t>ultricies</a:t>
            </a:r>
            <a:r>
              <a:rPr lang="en-GB" dirty="0"/>
              <a:t> </a:t>
            </a:r>
            <a:r>
              <a:rPr lang="en-GB" dirty="0" err="1"/>
              <a:t>felis</a:t>
            </a:r>
            <a:r>
              <a:rPr lang="en-GB" dirty="0"/>
              <a:t>. Integer </a:t>
            </a:r>
            <a:r>
              <a:rPr lang="en-GB" dirty="0" err="1"/>
              <a:t>venenatis</a:t>
            </a:r>
            <a:r>
              <a:rPr lang="en-GB" dirty="0"/>
              <a:t> </a:t>
            </a:r>
            <a:r>
              <a:rPr lang="en-GB" dirty="0" err="1"/>
              <a:t>elementum</a:t>
            </a:r>
            <a:r>
              <a:rPr lang="en-GB" dirty="0"/>
              <a:t> </a:t>
            </a:r>
            <a:r>
              <a:rPr lang="en-GB" dirty="0" err="1"/>
              <a:t>venenatis</a:t>
            </a:r>
            <a:r>
              <a:rPr lang="en-GB" dirty="0"/>
              <a:t>. Morbi </a:t>
            </a:r>
            <a:r>
              <a:rPr lang="en-GB" dirty="0" err="1"/>
              <a:t>eget</a:t>
            </a:r>
            <a:r>
              <a:rPr lang="en-GB" dirty="0"/>
              <a:t> </a:t>
            </a:r>
            <a:r>
              <a:rPr lang="en-GB" dirty="0" err="1"/>
              <a:t>elementum</a:t>
            </a:r>
            <a:r>
              <a:rPr lang="en-GB" dirty="0"/>
              <a:t> </a:t>
            </a:r>
            <a:r>
              <a:rPr lang="en-GB" dirty="0" err="1"/>
              <a:t>nulla</a:t>
            </a:r>
            <a:r>
              <a:rPr lang="en-GB" dirty="0"/>
              <a:t>.</a:t>
            </a:r>
          </a:p>
        </p:txBody>
      </p:sp>
      <p:sp>
        <p:nvSpPr>
          <p:cNvPr id="16" name="cuerpo_1">
            <a:extLst>
              <a:ext uri="{FF2B5EF4-FFF2-40B4-BE49-F238E27FC236}">
                <a16:creationId xmlns:a16="http://schemas.microsoft.com/office/drawing/2014/main" id="{7AB45116-9EBA-C7D6-A696-1B6038B22E7E}"/>
              </a:ext>
            </a:extLst>
          </p:cNvPr>
          <p:cNvSpPr>
            <a:spLocks noGrp="1"/>
          </p:cNvSpPr>
          <p:nvPr>
            <p:ph type="body" sz="quarter" idx="28"/>
          </p:nvPr>
        </p:nvSpPr>
        <p:spPr/>
        <p:txBody>
          <a:bodyPr/>
          <a:lstStyle/>
          <a:p>
            <a:pPr/>
            <a:r>
              <a:rPr lang="en-GB" dirty="0"/>
              <a:t>Aenean </a:t>
            </a:r>
            <a:r>
              <a:rPr lang="en-GB" dirty="0" err="1"/>
              <a:t>fringilla</a:t>
            </a:r>
            <a:r>
              <a:rPr lang="en-GB" dirty="0"/>
              <a:t> </a:t>
            </a:r>
            <a:r>
              <a:rPr lang="en-GB" dirty="0" err="1"/>
              <a:t>urna</a:t>
            </a:r>
            <a:r>
              <a:rPr lang="en-GB" dirty="0"/>
              <a:t> dui, </a:t>
            </a:r>
            <a:r>
              <a:rPr lang="en-GB" dirty="0" err="1"/>
              <a:t>eu</a:t>
            </a:r>
            <a:br>
              <a:rPr lang="en-GB" dirty="0"/>
            </a:br>
            <a:r>
              <a:rPr lang="en-GB" dirty="0" err="1"/>
              <a:t>suscipit</a:t>
            </a:r>
            <a:r>
              <a:rPr lang="en-GB" dirty="0"/>
              <a:t> ante </a:t>
            </a:r>
            <a:r>
              <a:rPr lang="en-GB" dirty="0" err="1"/>
              <a:t>feugiat</a:t>
            </a:r>
            <a:r>
              <a:rPr lang="en-GB" dirty="0"/>
              <a:t>. Proin sit</a:t>
            </a:r>
            <a:br>
              <a:rPr lang="en-GB" dirty="0"/>
            </a:br>
            <a:r>
              <a:rPr lang="en-GB" dirty="0" err="1"/>
              <a:t>amet</a:t>
            </a:r>
            <a:r>
              <a:rPr lang="en-GB" dirty="0"/>
              <a:t> </a:t>
            </a:r>
            <a:r>
              <a:rPr lang="en-GB" dirty="0" err="1"/>
              <a:t>scelerisque</a:t>
            </a:r>
            <a:r>
              <a:rPr lang="en-GB" dirty="0"/>
              <a:t> ligula, </a:t>
            </a:r>
            <a:r>
              <a:rPr lang="en-GB" dirty="0" err="1"/>
              <a:t>rutrum</a:t>
            </a:r>
            <a:br>
              <a:rPr lang="en-GB" dirty="0"/>
            </a:br>
            <a:r>
              <a:rPr lang="en-GB" dirty="0" err="1"/>
              <a:t>erat</a:t>
            </a:r>
            <a:r>
              <a:rPr lang="en-GB" dirty="0"/>
              <a:t>. </a:t>
            </a:r>
            <a:r>
              <a:rPr lang="en-GB" dirty="0" err="1"/>
              <a:t>Etiam</a:t>
            </a:r>
            <a:r>
              <a:rPr lang="en-GB" dirty="0"/>
              <a:t> </a:t>
            </a:r>
            <a:r>
              <a:rPr lang="en-GB" dirty="0" err="1"/>
              <a:t>accumsan</a:t>
            </a:r>
            <a:r>
              <a:rPr lang="en-GB" dirty="0"/>
              <a:t> </a:t>
            </a:r>
            <a:r>
              <a:rPr lang="en-GB" dirty="0" err="1"/>
              <a:t>tincidunt</a:t>
            </a:r>
            <a:r>
              <a:rPr lang="en-GB" dirty="0"/>
              <a:t> vestibulum. Maecenas </a:t>
            </a:r>
            <a:r>
              <a:rPr lang="en-GB" dirty="0" err="1"/>
              <a:t>lobortis</a:t>
            </a:r>
            <a:r>
              <a:rPr lang="en-GB" dirty="0"/>
              <a:t> </a:t>
            </a:r>
            <a:r>
              <a:rPr lang="en-GB" dirty="0" err="1"/>
              <a:t>sapien</a:t>
            </a:r>
            <a:r>
              <a:rPr lang="en-GB" dirty="0"/>
              <a:t> </a:t>
            </a:r>
            <a:r>
              <a:rPr lang="en-GB" dirty="0" err="1"/>
              <a:t>nibh</a:t>
            </a:r>
            <a:r>
              <a:rPr lang="en-GB" dirty="0"/>
              <a:t>, </a:t>
            </a:r>
            <a:r>
              <a:rPr lang="en-GB" dirty="0" err="1"/>
              <a:t>dapibus</a:t>
            </a:r>
            <a:r>
              <a:rPr lang="en-GB" dirty="0"/>
              <a:t> </a:t>
            </a:r>
            <a:r>
              <a:rPr lang="en-GB" dirty="0" err="1"/>
              <a:t>mauris</a:t>
            </a:r>
            <a:r>
              <a:rPr lang="en-GB" dirty="0"/>
              <a:t> pharetra in.</a:t>
            </a:r>
          </a:p>
          <a:p>
            <a:pPr/>
            <a:r>
              <a:rPr lang="en-GB" dirty="0"/>
              <a:t>Integer et mi </a:t>
            </a:r>
            <a:r>
              <a:rPr lang="en-GB" dirty="0" err="1"/>
              <a:t>volutpat</a:t>
            </a:r>
            <a:r>
              <a:rPr lang="en-GB" dirty="0"/>
              <a:t>, lacinia</a:t>
            </a:r>
            <a:br>
              <a:rPr lang="en-GB" dirty="0"/>
            </a:br>
            <a:r>
              <a:rPr lang="en-GB" dirty="0" err="1"/>
              <a:t>risus</a:t>
            </a:r>
            <a:r>
              <a:rPr lang="en-GB" dirty="0"/>
              <a:t> vitae, </a:t>
            </a:r>
            <a:r>
              <a:rPr lang="en-GB" dirty="0" err="1"/>
              <a:t>ultricies</a:t>
            </a:r>
            <a:r>
              <a:rPr lang="en-GB" dirty="0"/>
              <a:t> </a:t>
            </a:r>
            <a:r>
              <a:rPr lang="en-GB" dirty="0" err="1"/>
              <a:t>felis</a:t>
            </a:r>
            <a:r>
              <a:rPr lang="en-GB" dirty="0"/>
              <a:t>. Integer </a:t>
            </a:r>
            <a:r>
              <a:rPr lang="en-GB" dirty="0" err="1"/>
              <a:t>venenatis</a:t>
            </a:r>
            <a:r>
              <a:rPr lang="en-GB" dirty="0"/>
              <a:t> </a:t>
            </a:r>
            <a:r>
              <a:rPr lang="en-GB" dirty="0" err="1"/>
              <a:t>elementum</a:t>
            </a:r>
            <a:r>
              <a:rPr lang="en-GB" dirty="0"/>
              <a:t> </a:t>
            </a:r>
            <a:r>
              <a:rPr lang="en-GB" dirty="0" err="1"/>
              <a:t>venenatis</a:t>
            </a:r>
            <a:r>
              <a:rPr lang="en-GB" dirty="0"/>
              <a:t>. Morbi </a:t>
            </a:r>
            <a:r>
              <a:rPr lang="en-GB" dirty="0" err="1"/>
              <a:t>eget</a:t>
            </a:r>
            <a:r>
              <a:rPr lang="en-GB" dirty="0"/>
              <a:t> </a:t>
            </a:r>
            <a:r>
              <a:rPr lang="en-GB" dirty="0" err="1"/>
              <a:t>elementum</a:t>
            </a:r>
            <a:r>
              <a:rPr lang="en-GB" dirty="0"/>
              <a:t> </a:t>
            </a:r>
            <a:r>
              <a:rPr lang="en-GB" dirty="0" err="1"/>
              <a:t>nulla</a:t>
            </a:r>
            <a:r>
              <a:rPr lang="en-GB" dirty="0"/>
              <a:t>.</a:t>
            </a:r>
          </a:p>
        </p:txBody>
      </p:sp>
      <p:sp>
        <p:nvSpPr>
          <p:cNvPr id="2" name="titulo">
            <a:extLst>
              <a:ext uri="{FF2B5EF4-FFF2-40B4-BE49-F238E27FC236}">
                <a16:creationId xmlns:a16="http://schemas.microsoft.com/office/drawing/2014/main" id="{DEE3D433-7E8D-38C7-00D6-42F4D3324EAF}"/>
              </a:ext>
            </a:extLst>
          </p:cNvPr>
          <p:cNvSpPr>
            <a:spLocks noGrp="1"/>
          </p:cNvSpPr>
          <p:nvPr>
            <p:ph type="title"/>
          </p:nvPr>
        </p:nvSpPr>
        <p:spPr/>
        <p:txBody>
          <a:bodyPr/>
          <a:lstStyle/>
          <a:p>
            <a:pPr/>
            <a:r>
              <a:rPr lang="en-GB" dirty="0" err="1"/>
              <a:t>Titulo</a:t>
            </a:r>
            <a:r>
              <a:rPr lang="en-GB" dirty="0"/>
              <a:t> de la </a:t>
            </a:r>
            <a:r>
              <a:rPr lang="en-GB" dirty="0" err="1"/>
              <a:t>sección</a:t>
            </a:r>
            <a:r>
              <a:rPr lang="en-GB" dirty="0"/>
              <a:t>. </a:t>
            </a:r>
            <a:br>
              <a:rPr lang="en-GB" dirty="0"/>
            </a:br>
            <a:r>
              <a:rPr lang="en-GB" dirty="0" err="1"/>
              <a:t>Ejemplo</a:t>
            </a:r>
            <a:r>
              <a:rPr lang="en-GB" dirty="0"/>
              <a:t> 3 </a:t>
            </a:r>
            <a:r>
              <a:rPr lang="en-GB" dirty="0" err="1"/>
              <a:t>paneles</a:t>
            </a:r>
            <a:endParaRPr lang="en-GB" dirty="0"/>
          </a:p>
        </p:txBody>
      </p:sp>
      <p:sp>
        <p:nvSpPr>
          <p:cNvPr id="17" name="antetitulo">
            <a:extLst>
              <a:ext uri="{FF2B5EF4-FFF2-40B4-BE49-F238E27FC236}">
                <a16:creationId xmlns:a16="http://schemas.microsoft.com/office/drawing/2014/main" id="{5F1710B7-D496-7F1C-BA34-3C431D959FF5}"/>
              </a:ext>
            </a:extLst>
          </p:cNvPr>
          <p:cNvSpPr>
            <a:spLocks noGrp="1"/>
          </p:cNvSpPr>
          <p:nvPr>
            <p:ph type="body" sz="quarter" idx="29"/>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spTree>
    <p:extLst>
      <p:ext uri="{BB962C8B-B14F-4D97-AF65-F5344CB8AC3E}">
        <p14:creationId xmlns:p14="http://schemas.microsoft.com/office/powerpoint/2010/main" val="29747668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24">
            <a:extLst>
              <a:ext uri="{FF2B5EF4-FFF2-40B4-BE49-F238E27FC236}">
                <a16:creationId xmlns:a16="http://schemas.microsoft.com/office/drawing/2014/main" id="{1234D14C-7BE8-B2C1-7088-F677949EE272}"/>
              </a:ext>
            </a:extLst>
          </p:cNvPr>
          <p:cNvSpPr>
            <a:spLocks noGrp="1"/>
          </p:cNvSpPr>
          <p:nvPr>
            <p:ph type="ftr" sz="quarter" idx="11"/>
          </p:nvPr>
        </p:nvSpPr>
        <p:spPr/>
        <p:txBody>
          <a:bodyPr/>
          <a:lstStyle/>
          <a:p>
            <a:pPr/>
          </a:p>
        </p:txBody>
      </p:sp>
      <p:sp>
        <p:nvSpPr>
          <p:cNvPr id="26" name="Slide Number Placeholder 25">
            <a:extLst>
              <a:ext uri="{FF2B5EF4-FFF2-40B4-BE49-F238E27FC236}">
                <a16:creationId xmlns:a16="http://schemas.microsoft.com/office/drawing/2014/main" id="{1BD4C4EB-AF60-B670-6388-D6B87C9C8A67}"/>
              </a:ext>
            </a:extLst>
          </p:cNvPr>
          <p:cNvSpPr>
            <a:spLocks noGrp="1"/>
          </p:cNvSpPr>
          <p:nvPr>
            <p:ph type="sldNum" sz="quarter" idx="12"/>
          </p:nvPr>
        </p:nvSpPr>
        <p:spPr/>
        <p:txBody>
          <a:bodyPr/>
          <a:lstStyle/>
          <a:p>
            <a:pPr/>
            <a:fld id="{5F7B1633-95EA-F847-945E-534A0819728C}" type="slidenum">
              <a:rPr lang="en-GB" smtClean="0"/>
              <a:pPr/>
              <a:t>21</a:t>
            </a:fld>
            <a:endParaRPr lang="en-GB" sz="800"/>
          </a:p>
        </p:txBody>
      </p:sp>
      <p:sp>
        <p:nvSpPr>
          <p:cNvPr id="7" name="cuerpo_2">
            <a:extLst>
              <a:ext uri="{FF2B5EF4-FFF2-40B4-BE49-F238E27FC236}">
                <a16:creationId xmlns:a16="http://schemas.microsoft.com/office/drawing/2014/main" id="{7774C9DE-51A0-E2A7-0098-71DC17CAB4BB}"/>
              </a:ext>
            </a:extLst>
          </p:cNvPr>
          <p:cNvSpPr>
            <a:spLocks noGrp="1"/>
          </p:cNvSpPr>
          <p:nvPr>
            <p:ph type="body" sz="quarter" idx="15"/>
          </p:nvPr>
        </p:nvSpPr>
        <p:spPr/>
        <p:txBody>
          <a:bodyPr/>
          <a:lstStyle/>
          <a:p>
            <a:pPr/>
            <a:r>
              <a:rPr lang="en-GB" dirty="0"/>
              <a:t>Nombre Mes</a:t>
            </a:r>
          </a:p>
        </p:txBody>
      </p:sp>
      <p:sp>
        <p:nvSpPr>
          <p:cNvPr id="8" name="cuerpo_3">
            <a:extLst>
              <a:ext uri="{FF2B5EF4-FFF2-40B4-BE49-F238E27FC236}">
                <a16:creationId xmlns:a16="http://schemas.microsoft.com/office/drawing/2014/main" id="{544C43F3-D4B6-46A9-1499-538B7DE30295}"/>
              </a:ext>
            </a:extLst>
          </p:cNvPr>
          <p:cNvSpPr>
            <a:spLocks noGrp="1"/>
          </p:cNvSpPr>
          <p:nvPr>
            <p:ph type="body" sz="quarter" idx="16"/>
          </p:nvPr>
        </p:nvSpPr>
        <p:spPr/>
        <p:txBody>
          <a:bodyPr/>
          <a:lstStyle/>
          <a:p>
            <a:pPr/>
            <a:r>
              <a:rPr lang="en-GB" dirty="0"/>
              <a:t>Nombre Mes</a:t>
            </a:r>
          </a:p>
        </p:txBody>
      </p:sp>
      <p:sp>
        <p:nvSpPr>
          <p:cNvPr id="9" name="cuerpo_4">
            <a:extLst>
              <a:ext uri="{FF2B5EF4-FFF2-40B4-BE49-F238E27FC236}">
                <a16:creationId xmlns:a16="http://schemas.microsoft.com/office/drawing/2014/main" id="{40943A6D-84C4-19A2-2FE6-0809B1867DD8}"/>
              </a:ext>
            </a:extLst>
          </p:cNvPr>
          <p:cNvSpPr>
            <a:spLocks noGrp="1"/>
          </p:cNvSpPr>
          <p:nvPr>
            <p:ph type="body" sz="quarter" idx="17"/>
          </p:nvPr>
        </p:nvSpPr>
        <p:spPr/>
        <p:txBody>
          <a:bodyPr/>
          <a:lstStyle/>
          <a:p>
            <a:pPr/>
            <a:r>
              <a:rPr lang="en-GB" dirty="0">
                <a:solidFill>
                  <a:srgbClr val="262423"/>
                </a:solidFill>
              </a:rPr>
              <a:t>Nombre Mes</a:t>
            </a:r>
          </a:p>
        </p:txBody>
      </p:sp>
      <p:sp>
        <p:nvSpPr>
          <p:cNvPr id="10" name="etiqueta">
            <a:extLst>
              <a:ext uri="{FF2B5EF4-FFF2-40B4-BE49-F238E27FC236}">
                <a16:creationId xmlns:a16="http://schemas.microsoft.com/office/drawing/2014/main" id="{14040DFD-0A37-AD34-A898-66619C51ED3C}"/>
              </a:ext>
            </a:extLst>
          </p:cNvPr>
          <p:cNvSpPr>
            <a:spLocks noGrp="1"/>
          </p:cNvSpPr>
          <p:nvPr>
            <p:ph type="body" sz="quarter" idx="23"/>
          </p:nvPr>
        </p:nvSpPr>
        <p:spPr/>
        <p:txBody>
          <a:bodyPr/>
          <a:lstStyle/>
          <a:p>
            <a:pPr/>
            <a:r>
              <a:rPr lang="en-GB" dirty="0"/>
              <a:t>Nombre</a:t>
            </a:r>
            <a:br>
              <a:rPr lang="en-GB" dirty="0"/>
            </a:br>
            <a:r>
              <a:rPr lang="en-GB" dirty="0" err="1"/>
              <a:t>sección</a:t>
            </a:r>
            <a:endParaRPr lang="en-GB" dirty="0"/>
          </a:p>
        </p:txBody>
      </p:sp>
      <p:sp>
        <p:nvSpPr>
          <p:cNvPr id="11" name="subetiqueta">
            <a:extLst>
              <a:ext uri="{FF2B5EF4-FFF2-40B4-BE49-F238E27FC236}">
                <a16:creationId xmlns:a16="http://schemas.microsoft.com/office/drawing/2014/main" id="{9A26AC2F-68C3-E56C-1070-9AEC6497CC7D}"/>
              </a:ext>
            </a:extLst>
          </p:cNvPr>
          <p:cNvSpPr>
            <a:spLocks noGrp="1"/>
          </p:cNvSpPr>
          <p:nvPr>
            <p:ph type="body" sz="quarter" idx="24"/>
          </p:nvPr>
        </p:nvSpPr>
        <p:spPr/>
        <p:txBody>
          <a:bodyPr/>
          <a:lstStyle/>
          <a:p>
            <a:pPr/>
            <a:r>
              <a:rPr lang="en-GB" dirty="0"/>
              <a:t>Nombre</a:t>
            </a:r>
            <a:br>
              <a:rPr lang="en-GB" dirty="0"/>
            </a:br>
            <a:r>
              <a:rPr lang="en-GB" dirty="0" err="1"/>
              <a:t>sección</a:t>
            </a:r>
            <a:endParaRPr lang="en-GB" dirty="0"/>
          </a:p>
        </p:txBody>
      </p:sp>
      <p:sp>
        <p:nvSpPr>
          <p:cNvPr id="12" name="cuerpo_1">
            <a:extLst>
              <a:ext uri="{FF2B5EF4-FFF2-40B4-BE49-F238E27FC236}">
                <a16:creationId xmlns:a16="http://schemas.microsoft.com/office/drawing/2014/main" id="{442C7DFE-7865-48E2-639C-9E774C5B4EA5}"/>
              </a:ext>
            </a:extLst>
          </p:cNvPr>
          <p:cNvSpPr>
            <a:spLocks noGrp="1"/>
          </p:cNvSpPr>
          <p:nvPr>
            <p:ph type="body" sz="quarter" idx="25"/>
          </p:nvPr>
        </p:nvSpPr>
        <p:spPr/>
        <p:txBody>
          <a:bodyPr/>
          <a:lstStyle/>
          <a:p>
            <a:pPr/>
            <a:r>
              <a:rPr lang="en-GB" dirty="0"/>
              <a:t>Nombre</a:t>
            </a:r>
            <a:br>
              <a:rPr lang="en-GB" dirty="0"/>
            </a:br>
            <a:r>
              <a:rPr lang="en-GB" dirty="0" err="1"/>
              <a:t>sección</a:t>
            </a:r>
            <a:endParaRPr lang="en-GB" dirty="0"/>
          </a:p>
        </p:txBody>
      </p:sp>
      <p:sp>
        <p:nvSpPr>
          <p:cNvPr id="13" name="cuerpo_5">
            <a:extLst>
              <a:ext uri="{FF2B5EF4-FFF2-40B4-BE49-F238E27FC236}">
                <a16:creationId xmlns:a16="http://schemas.microsoft.com/office/drawing/2014/main" id="{67EEF492-F608-5770-D3F2-32DE97EC0082}"/>
              </a:ext>
            </a:extLst>
          </p:cNvPr>
          <p:cNvSpPr>
            <a:spLocks noGrp="1"/>
          </p:cNvSpPr>
          <p:nvPr>
            <p:ph type="body" sz="quarter" idx="18"/>
          </p:nvPr>
        </p:nvSpPr>
        <p:spPr/>
        <p:txBody>
          <a:bodyPr/>
          <a:lstStyle/>
          <a:p>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a:t>
            </a:r>
          </a:p>
        </p:txBody>
      </p:sp>
      <p:sp>
        <p:nvSpPr>
          <p:cNvPr id="14" name="cuerpo_6">
            <a:extLst>
              <a:ext uri="{FF2B5EF4-FFF2-40B4-BE49-F238E27FC236}">
                <a16:creationId xmlns:a16="http://schemas.microsoft.com/office/drawing/2014/main" id="{85F4784C-6A13-906E-A3CD-C3468F5B4803}"/>
              </a:ext>
            </a:extLst>
          </p:cNvPr>
          <p:cNvSpPr>
            <a:spLocks noGrp="1"/>
          </p:cNvSpPr>
          <p:nvPr>
            <p:ph type="body" sz="quarter" idx="26"/>
          </p:nvPr>
        </p:nvSpPr>
        <p:spPr/>
        <p:txBody>
          <a:bodyPr/>
          <a:lstStyle/>
          <a:p>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a:t>
            </a:r>
          </a:p>
        </p:txBody>
      </p:sp>
      <p:sp>
        <p:nvSpPr>
          <p:cNvPr id="15" name="cuerpo_7">
            <a:extLst>
              <a:ext uri="{FF2B5EF4-FFF2-40B4-BE49-F238E27FC236}">
                <a16:creationId xmlns:a16="http://schemas.microsoft.com/office/drawing/2014/main" id="{0B641DB9-CD9A-2467-AA2F-8529732A65D7}"/>
              </a:ext>
            </a:extLst>
          </p:cNvPr>
          <p:cNvSpPr>
            <a:spLocks noGrp="1"/>
          </p:cNvSpPr>
          <p:nvPr>
            <p:ph type="body" sz="quarter" idx="27"/>
          </p:nvPr>
        </p:nvSpPr>
        <p:spPr/>
        <p:txBody>
          <a:bodyPr/>
          <a:lstStyle/>
          <a:p>
            <a:pPr/>
            <a:r>
              <a:rPr lang="en-GB" dirty="0"/>
              <a:t>Lorem ipsum </a:t>
            </a:r>
            <a:r>
              <a:rPr lang="en-GB" dirty="0" err="1"/>
              <a:t>dolor</a:t>
            </a:r>
            <a:r>
              <a:rPr lang="en-GB" dirty="0"/>
              <a:t> sit </a:t>
            </a:r>
            <a:r>
              <a:rPr lang="en-GB" dirty="0" err="1"/>
              <a:t>amet</a:t>
            </a:r>
            <a:r>
              <a:rPr lang="en-GB" dirty="0"/>
              <a:t>, </a:t>
            </a:r>
            <a:r>
              <a:rPr lang="en-GB" dirty="0" err="1"/>
              <a:t>consectetuer</a:t>
            </a:r>
            <a:r>
              <a:rPr lang="en-GB" dirty="0"/>
              <a:t> </a:t>
            </a:r>
            <a:r>
              <a:rPr lang="en-GB" dirty="0" err="1"/>
              <a:t>adipiscing</a:t>
            </a:r>
            <a:r>
              <a:rPr lang="en-GB" dirty="0"/>
              <a:t> </a:t>
            </a:r>
            <a:r>
              <a:rPr lang="en-GB" dirty="0" err="1"/>
              <a:t>elit</a:t>
            </a:r>
            <a:r>
              <a:rPr lang="en-GB" dirty="0"/>
              <a:t>, </a:t>
            </a:r>
            <a:r>
              <a:rPr lang="en-GB" dirty="0" err="1"/>
              <a:t>sed</a:t>
            </a:r>
            <a:r>
              <a:rPr lang="en-GB" dirty="0"/>
              <a:t> </a:t>
            </a:r>
            <a:r>
              <a:rPr lang="en-GB" dirty="0" err="1"/>
              <a:t>diam</a:t>
            </a:r>
            <a:r>
              <a:rPr lang="en-GB" dirty="0"/>
              <a:t> </a:t>
            </a:r>
            <a:r>
              <a:rPr lang="en-GB" dirty="0" err="1"/>
              <a:t>nonummy</a:t>
            </a:r>
            <a:r>
              <a:rPr lang="en-GB" dirty="0"/>
              <a:t> </a:t>
            </a:r>
            <a:r>
              <a:rPr lang="en-GB" dirty="0" err="1"/>
              <a:t>nibh</a:t>
            </a:r>
            <a:r>
              <a:rPr lang="en-GB" dirty="0"/>
              <a:t> </a:t>
            </a:r>
            <a:r>
              <a:rPr lang="en-GB" dirty="0" err="1"/>
              <a:t>euismod</a:t>
            </a:r>
            <a:r>
              <a:rPr lang="en-GB" dirty="0"/>
              <a:t> </a:t>
            </a:r>
            <a:r>
              <a:rPr lang="en-GB" dirty="0" err="1"/>
              <a:t>tincidunt</a:t>
            </a:r>
            <a:r>
              <a:rPr lang="en-GB" dirty="0"/>
              <a:t>.</a:t>
            </a:r>
          </a:p>
        </p:txBody>
      </p:sp>
      <p:sp>
        <p:nvSpPr>
          <p:cNvPr id="67" name="titulo">
            <a:extLst>
              <a:ext uri="{FF2B5EF4-FFF2-40B4-BE49-F238E27FC236}">
                <a16:creationId xmlns:a16="http://schemas.microsoft.com/office/drawing/2014/main" id="{5A2D8A4C-0336-7776-0594-BBD9681B4408}"/>
              </a:ext>
            </a:extLst>
          </p:cNvPr>
          <p:cNvSpPr>
            <a:spLocks noGrp="1"/>
          </p:cNvSpPr>
          <p:nvPr>
            <p:ph type="title"/>
          </p:nvPr>
        </p:nvSpPr>
        <p:spPr/>
        <p:txBody>
          <a:bodyPr/>
          <a:lstStyle/>
          <a:p>
            <a:pPr/>
            <a:r>
              <a:rPr lang="en-GB" dirty="0" err="1"/>
              <a:t>Planograma</a:t>
            </a:r>
            <a:endParaRPr lang="en-GB" dirty="0"/>
          </a:p>
        </p:txBody>
      </p:sp>
      <p:sp>
        <p:nvSpPr>
          <p:cNvPr id="68" name="antetitulo">
            <a:extLst>
              <a:ext uri="{FF2B5EF4-FFF2-40B4-BE49-F238E27FC236}">
                <a16:creationId xmlns:a16="http://schemas.microsoft.com/office/drawing/2014/main" id="{300D5F9F-FD5B-4760-9696-486325570320}"/>
              </a:ext>
            </a:extLst>
          </p:cNvPr>
          <p:cNvSpPr>
            <a:spLocks noGrp="1"/>
          </p:cNvSpPr>
          <p:nvPr>
            <p:ph type="body" sz="quarter" idx="33"/>
          </p:nvPr>
        </p:nvSpPr>
        <p:spPr/>
        <p:txBody>
          <a:bodyPr/>
          <a:lstStyle/>
          <a:p>
            <a:pPr/>
            <a:r>
              <a:rPr lang="en-GB" dirty="0" err="1"/>
              <a:t>Título</a:t>
            </a:r>
            <a:r>
              <a:rPr lang="en-GB" dirty="0"/>
              <a:t> de </a:t>
            </a:r>
            <a:r>
              <a:rPr lang="en-GB" dirty="0" err="1"/>
              <a:t>capítulo</a:t>
            </a:r>
            <a:r>
              <a:rPr lang="en-GB" dirty="0"/>
              <a:t> / </a:t>
            </a:r>
            <a:r>
              <a:rPr lang="en-GB" dirty="0" err="1"/>
              <a:t>Subtítulo</a:t>
            </a:r>
            <a:endParaRPr lang="en-GB" dirty="0"/>
          </a:p>
        </p:txBody>
      </p:sp>
      <p:grpSp>
        <p:nvGrpSpPr>
          <p:cNvPr id="44" name="Group 43">
            <a:extLst>
              <a:ext uri="{FF2B5EF4-FFF2-40B4-BE49-F238E27FC236}">
                <a16:creationId xmlns:a16="http://schemas.microsoft.com/office/drawing/2014/main" id="{F9A5EC42-BF25-A1A5-71C5-374421DC115E}"/>
              </a:ext>
            </a:extLst>
          </p:cNvPr>
          <p:cNvGrpSpPr/>
          <p:nvPr/>
        </p:nvGrpSpPr>
        <p:grpSpPr>
          <a:xfrm>
            <a:off x="1874520" y="2656792"/>
            <a:ext cx="9890764" cy="248093"/>
            <a:chOff x="1874520" y="2680728"/>
            <a:chExt cx="9890764" cy="248093"/>
          </a:xfrm>
        </p:grpSpPr>
        <p:sp>
          <p:nvSpPr>
            <p:cNvPr id="16" name="TextBox 15">
              <a:extLst>
                <a:ext uri="{FF2B5EF4-FFF2-40B4-BE49-F238E27FC236}">
                  <a16:creationId xmlns:a16="http://schemas.microsoft.com/office/drawing/2014/main" id="{4CD79314-B9E1-C5A2-11A3-55F0744423A0}"/>
                </a:ext>
              </a:extLst>
            </p:cNvPr>
            <p:cNvSpPr txBox="1"/>
            <p:nvPr/>
          </p:nvSpPr>
          <p:spPr>
            <a:xfrm>
              <a:off x="1874520"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17" name="TextBox 16">
              <a:extLst>
                <a:ext uri="{FF2B5EF4-FFF2-40B4-BE49-F238E27FC236}">
                  <a16:creationId xmlns:a16="http://schemas.microsoft.com/office/drawing/2014/main" id="{CC92D8D5-2995-D4DE-CABD-F832CCDBECB3}"/>
                </a:ext>
              </a:extLst>
            </p:cNvPr>
            <p:cNvSpPr txBox="1"/>
            <p:nvPr/>
          </p:nvSpPr>
          <p:spPr>
            <a:xfrm>
              <a:off x="2973927"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18" name="TextBox 17">
              <a:extLst>
                <a:ext uri="{FF2B5EF4-FFF2-40B4-BE49-F238E27FC236}">
                  <a16:creationId xmlns:a16="http://schemas.microsoft.com/office/drawing/2014/main" id="{881619DF-2083-EAF9-696A-77F4BBFEDB10}"/>
                </a:ext>
              </a:extLst>
            </p:cNvPr>
            <p:cNvSpPr txBox="1"/>
            <p:nvPr/>
          </p:nvSpPr>
          <p:spPr>
            <a:xfrm>
              <a:off x="4073334"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19" name="TextBox 18">
              <a:extLst>
                <a:ext uri="{FF2B5EF4-FFF2-40B4-BE49-F238E27FC236}">
                  <a16:creationId xmlns:a16="http://schemas.microsoft.com/office/drawing/2014/main" id="{01F2FBB3-4AD2-8B6E-37E8-0A576602F669}"/>
                </a:ext>
              </a:extLst>
            </p:cNvPr>
            <p:cNvSpPr txBox="1"/>
            <p:nvPr/>
          </p:nvSpPr>
          <p:spPr>
            <a:xfrm>
              <a:off x="5172741"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20" name="TextBox 19">
              <a:extLst>
                <a:ext uri="{FF2B5EF4-FFF2-40B4-BE49-F238E27FC236}">
                  <a16:creationId xmlns:a16="http://schemas.microsoft.com/office/drawing/2014/main" id="{F41D2FFB-1D62-CC8B-D384-078BB69E362B}"/>
                </a:ext>
              </a:extLst>
            </p:cNvPr>
            <p:cNvSpPr txBox="1"/>
            <p:nvPr/>
          </p:nvSpPr>
          <p:spPr>
            <a:xfrm>
              <a:off x="6272148"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21" name="TextBox 20">
              <a:extLst>
                <a:ext uri="{FF2B5EF4-FFF2-40B4-BE49-F238E27FC236}">
                  <a16:creationId xmlns:a16="http://schemas.microsoft.com/office/drawing/2014/main" id="{D190BCD1-A586-C041-D28A-54737696254E}"/>
                </a:ext>
              </a:extLst>
            </p:cNvPr>
            <p:cNvSpPr txBox="1"/>
            <p:nvPr/>
          </p:nvSpPr>
          <p:spPr>
            <a:xfrm>
              <a:off x="7371555"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22" name="TextBox 21">
              <a:extLst>
                <a:ext uri="{FF2B5EF4-FFF2-40B4-BE49-F238E27FC236}">
                  <a16:creationId xmlns:a16="http://schemas.microsoft.com/office/drawing/2014/main" id="{CC49A122-C0E6-1F40-819C-598551415C6A}"/>
                </a:ext>
              </a:extLst>
            </p:cNvPr>
            <p:cNvSpPr txBox="1"/>
            <p:nvPr/>
          </p:nvSpPr>
          <p:spPr>
            <a:xfrm>
              <a:off x="8470962"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23" name="TextBox 22">
              <a:extLst>
                <a:ext uri="{FF2B5EF4-FFF2-40B4-BE49-F238E27FC236}">
                  <a16:creationId xmlns:a16="http://schemas.microsoft.com/office/drawing/2014/main" id="{AF638C33-308A-252A-B3B1-FAB67091867B}"/>
                </a:ext>
              </a:extLst>
            </p:cNvPr>
            <p:cNvSpPr txBox="1"/>
            <p:nvPr/>
          </p:nvSpPr>
          <p:spPr>
            <a:xfrm>
              <a:off x="10669776"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40" name="TextBox 39">
              <a:extLst>
                <a:ext uri="{FF2B5EF4-FFF2-40B4-BE49-F238E27FC236}">
                  <a16:creationId xmlns:a16="http://schemas.microsoft.com/office/drawing/2014/main" id="{D220E0F1-BD08-A6DC-7AB6-9CFFF50C7FA9}"/>
                </a:ext>
              </a:extLst>
            </p:cNvPr>
            <p:cNvSpPr txBox="1"/>
            <p:nvPr/>
          </p:nvSpPr>
          <p:spPr>
            <a:xfrm>
              <a:off x="9570369"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grpSp>
      <p:grpSp>
        <p:nvGrpSpPr>
          <p:cNvPr id="45" name="Group 44">
            <a:extLst>
              <a:ext uri="{FF2B5EF4-FFF2-40B4-BE49-F238E27FC236}">
                <a16:creationId xmlns:a16="http://schemas.microsoft.com/office/drawing/2014/main" id="{5C9A6E34-2970-BC70-E3C1-F158C6DF082C}"/>
              </a:ext>
            </a:extLst>
          </p:cNvPr>
          <p:cNvGrpSpPr/>
          <p:nvPr/>
        </p:nvGrpSpPr>
        <p:grpSpPr>
          <a:xfrm>
            <a:off x="1874520" y="4133629"/>
            <a:ext cx="9890764" cy="248093"/>
            <a:chOff x="1874520" y="2680728"/>
            <a:chExt cx="9890764" cy="248093"/>
          </a:xfrm>
        </p:grpSpPr>
        <p:sp>
          <p:nvSpPr>
            <p:cNvPr id="46" name="TextBox 45">
              <a:extLst>
                <a:ext uri="{FF2B5EF4-FFF2-40B4-BE49-F238E27FC236}">
                  <a16:creationId xmlns:a16="http://schemas.microsoft.com/office/drawing/2014/main" id="{B103225D-F200-9A62-3A33-1F3E319B728A}"/>
                </a:ext>
              </a:extLst>
            </p:cNvPr>
            <p:cNvSpPr txBox="1"/>
            <p:nvPr/>
          </p:nvSpPr>
          <p:spPr>
            <a:xfrm>
              <a:off x="1874520"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47" name="TextBox 46">
              <a:extLst>
                <a:ext uri="{FF2B5EF4-FFF2-40B4-BE49-F238E27FC236}">
                  <a16:creationId xmlns:a16="http://schemas.microsoft.com/office/drawing/2014/main" id="{DDA5A8A2-2E17-AC3B-C34D-CD7652424B67}"/>
                </a:ext>
              </a:extLst>
            </p:cNvPr>
            <p:cNvSpPr txBox="1"/>
            <p:nvPr/>
          </p:nvSpPr>
          <p:spPr>
            <a:xfrm>
              <a:off x="2973927"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48" name="TextBox 47">
              <a:extLst>
                <a:ext uri="{FF2B5EF4-FFF2-40B4-BE49-F238E27FC236}">
                  <a16:creationId xmlns:a16="http://schemas.microsoft.com/office/drawing/2014/main" id="{A58114B1-BA73-5520-DA17-9568A6813CCB}"/>
                </a:ext>
              </a:extLst>
            </p:cNvPr>
            <p:cNvSpPr txBox="1"/>
            <p:nvPr/>
          </p:nvSpPr>
          <p:spPr>
            <a:xfrm>
              <a:off x="4073334"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49" name="TextBox 48">
              <a:extLst>
                <a:ext uri="{FF2B5EF4-FFF2-40B4-BE49-F238E27FC236}">
                  <a16:creationId xmlns:a16="http://schemas.microsoft.com/office/drawing/2014/main" id="{177D0D42-ED73-6D10-86BE-3A273060E0A5}"/>
                </a:ext>
              </a:extLst>
            </p:cNvPr>
            <p:cNvSpPr txBox="1"/>
            <p:nvPr/>
          </p:nvSpPr>
          <p:spPr>
            <a:xfrm>
              <a:off x="5172741"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50" name="TextBox 49">
              <a:extLst>
                <a:ext uri="{FF2B5EF4-FFF2-40B4-BE49-F238E27FC236}">
                  <a16:creationId xmlns:a16="http://schemas.microsoft.com/office/drawing/2014/main" id="{25D00B7F-D82E-E751-B251-7A794774CA29}"/>
                </a:ext>
              </a:extLst>
            </p:cNvPr>
            <p:cNvSpPr txBox="1"/>
            <p:nvPr/>
          </p:nvSpPr>
          <p:spPr>
            <a:xfrm>
              <a:off x="6272148"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51" name="TextBox 50">
              <a:extLst>
                <a:ext uri="{FF2B5EF4-FFF2-40B4-BE49-F238E27FC236}">
                  <a16:creationId xmlns:a16="http://schemas.microsoft.com/office/drawing/2014/main" id="{F2CFA5CF-31AD-DA13-5117-2C7D7FD7C33D}"/>
                </a:ext>
              </a:extLst>
            </p:cNvPr>
            <p:cNvSpPr txBox="1"/>
            <p:nvPr/>
          </p:nvSpPr>
          <p:spPr>
            <a:xfrm>
              <a:off x="7371555"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52" name="TextBox 51">
              <a:extLst>
                <a:ext uri="{FF2B5EF4-FFF2-40B4-BE49-F238E27FC236}">
                  <a16:creationId xmlns:a16="http://schemas.microsoft.com/office/drawing/2014/main" id="{22B3DC9E-5539-8AAD-DC6A-1AD04DA0CB65}"/>
                </a:ext>
              </a:extLst>
            </p:cNvPr>
            <p:cNvSpPr txBox="1"/>
            <p:nvPr/>
          </p:nvSpPr>
          <p:spPr>
            <a:xfrm>
              <a:off x="8470962"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53" name="TextBox 52">
              <a:extLst>
                <a:ext uri="{FF2B5EF4-FFF2-40B4-BE49-F238E27FC236}">
                  <a16:creationId xmlns:a16="http://schemas.microsoft.com/office/drawing/2014/main" id="{94B2A7FC-1C57-551E-08C9-6810B52E79FA}"/>
                </a:ext>
              </a:extLst>
            </p:cNvPr>
            <p:cNvSpPr txBox="1"/>
            <p:nvPr/>
          </p:nvSpPr>
          <p:spPr>
            <a:xfrm>
              <a:off x="10669776"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54" name="TextBox 53">
              <a:extLst>
                <a:ext uri="{FF2B5EF4-FFF2-40B4-BE49-F238E27FC236}">
                  <a16:creationId xmlns:a16="http://schemas.microsoft.com/office/drawing/2014/main" id="{0823F8D6-3227-F742-23B6-D5DE9270C3A0}"/>
                </a:ext>
              </a:extLst>
            </p:cNvPr>
            <p:cNvSpPr txBox="1"/>
            <p:nvPr/>
          </p:nvSpPr>
          <p:spPr>
            <a:xfrm>
              <a:off x="9570369"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grpSp>
      <p:grpSp>
        <p:nvGrpSpPr>
          <p:cNvPr id="69" name="Group 68">
            <a:extLst>
              <a:ext uri="{FF2B5EF4-FFF2-40B4-BE49-F238E27FC236}">
                <a16:creationId xmlns:a16="http://schemas.microsoft.com/office/drawing/2014/main" id="{618E38E6-8401-5BF3-A2CC-CE6F3E5E1714}"/>
              </a:ext>
            </a:extLst>
          </p:cNvPr>
          <p:cNvGrpSpPr/>
          <p:nvPr/>
        </p:nvGrpSpPr>
        <p:grpSpPr>
          <a:xfrm>
            <a:off x="1874520" y="5610798"/>
            <a:ext cx="9890764" cy="248093"/>
            <a:chOff x="1874520" y="2680728"/>
            <a:chExt cx="9890764" cy="248093"/>
          </a:xfrm>
        </p:grpSpPr>
        <p:sp>
          <p:nvSpPr>
            <p:cNvPr id="70" name="TextBox 69">
              <a:extLst>
                <a:ext uri="{FF2B5EF4-FFF2-40B4-BE49-F238E27FC236}">
                  <a16:creationId xmlns:a16="http://schemas.microsoft.com/office/drawing/2014/main" id="{CAC68E65-6DD3-3F44-9059-5B5BC556F700}"/>
                </a:ext>
              </a:extLst>
            </p:cNvPr>
            <p:cNvSpPr txBox="1"/>
            <p:nvPr/>
          </p:nvSpPr>
          <p:spPr>
            <a:xfrm>
              <a:off x="1874520"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71" name="TextBox 70">
              <a:extLst>
                <a:ext uri="{FF2B5EF4-FFF2-40B4-BE49-F238E27FC236}">
                  <a16:creationId xmlns:a16="http://schemas.microsoft.com/office/drawing/2014/main" id="{09D8F592-CE18-C155-66E7-460AB292F305}"/>
                </a:ext>
              </a:extLst>
            </p:cNvPr>
            <p:cNvSpPr txBox="1"/>
            <p:nvPr/>
          </p:nvSpPr>
          <p:spPr>
            <a:xfrm>
              <a:off x="2973927"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72" name="TextBox 71">
              <a:extLst>
                <a:ext uri="{FF2B5EF4-FFF2-40B4-BE49-F238E27FC236}">
                  <a16:creationId xmlns:a16="http://schemas.microsoft.com/office/drawing/2014/main" id="{7B8C6F8A-5BDD-7BDF-31D8-D6A0AED521A1}"/>
                </a:ext>
              </a:extLst>
            </p:cNvPr>
            <p:cNvSpPr txBox="1"/>
            <p:nvPr/>
          </p:nvSpPr>
          <p:spPr>
            <a:xfrm>
              <a:off x="4073334"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73" name="TextBox 72">
              <a:extLst>
                <a:ext uri="{FF2B5EF4-FFF2-40B4-BE49-F238E27FC236}">
                  <a16:creationId xmlns:a16="http://schemas.microsoft.com/office/drawing/2014/main" id="{AB747017-C549-DA77-6593-AE31BEDB6117}"/>
                </a:ext>
              </a:extLst>
            </p:cNvPr>
            <p:cNvSpPr txBox="1"/>
            <p:nvPr/>
          </p:nvSpPr>
          <p:spPr>
            <a:xfrm>
              <a:off x="5172741"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74" name="TextBox 73">
              <a:extLst>
                <a:ext uri="{FF2B5EF4-FFF2-40B4-BE49-F238E27FC236}">
                  <a16:creationId xmlns:a16="http://schemas.microsoft.com/office/drawing/2014/main" id="{299EF961-D412-C22D-E225-8D09AB8146D3}"/>
                </a:ext>
              </a:extLst>
            </p:cNvPr>
            <p:cNvSpPr txBox="1"/>
            <p:nvPr/>
          </p:nvSpPr>
          <p:spPr>
            <a:xfrm>
              <a:off x="6272148"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75" name="TextBox 74">
              <a:extLst>
                <a:ext uri="{FF2B5EF4-FFF2-40B4-BE49-F238E27FC236}">
                  <a16:creationId xmlns:a16="http://schemas.microsoft.com/office/drawing/2014/main" id="{1A29887E-BA99-33AA-FE3B-3DC7D9D69025}"/>
                </a:ext>
              </a:extLst>
            </p:cNvPr>
            <p:cNvSpPr txBox="1"/>
            <p:nvPr/>
          </p:nvSpPr>
          <p:spPr>
            <a:xfrm>
              <a:off x="7371555"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76" name="TextBox 75">
              <a:extLst>
                <a:ext uri="{FF2B5EF4-FFF2-40B4-BE49-F238E27FC236}">
                  <a16:creationId xmlns:a16="http://schemas.microsoft.com/office/drawing/2014/main" id="{1B339C8A-022E-5887-2678-EDC304F6789C}"/>
                </a:ext>
              </a:extLst>
            </p:cNvPr>
            <p:cNvSpPr txBox="1"/>
            <p:nvPr/>
          </p:nvSpPr>
          <p:spPr>
            <a:xfrm>
              <a:off x="8470962"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77" name="TextBox 76">
              <a:extLst>
                <a:ext uri="{FF2B5EF4-FFF2-40B4-BE49-F238E27FC236}">
                  <a16:creationId xmlns:a16="http://schemas.microsoft.com/office/drawing/2014/main" id="{5F4CBE65-DE22-615E-F09F-211A64209DC8}"/>
                </a:ext>
              </a:extLst>
            </p:cNvPr>
            <p:cNvSpPr txBox="1"/>
            <p:nvPr/>
          </p:nvSpPr>
          <p:spPr>
            <a:xfrm>
              <a:off x="10669776"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sp>
          <p:nvSpPr>
            <p:cNvPr id="78" name="TextBox 77">
              <a:extLst>
                <a:ext uri="{FF2B5EF4-FFF2-40B4-BE49-F238E27FC236}">
                  <a16:creationId xmlns:a16="http://schemas.microsoft.com/office/drawing/2014/main" id="{FEC0C00F-18A9-EDD5-190F-8A529392610D}"/>
                </a:ext>
              </a:extLst>
            </p:cNvPr>
            <p:cNvSpPr txBox="1"/>
            <p:nvPr/>
          </p:nvSpPr>
          <p:spPr>
            <a:xfrm>
              <a:off x="9570369" y="2680728"/>
              <a:ext cx="1095508" cy="248093"/>
            </a:xfrm>
            <a:prstGeom prst="rect">
              <a:avLst/>
            </a:prstGeom>
            <a:noFill/>
          </p:spPr>
          <p:txBody>
            <a:bodyPr wrap="square" lIns="0" tIns="0" rIns="0" bIns="0" rtlCol="0" anchor="ctr" anchorCtr="1">
              <a:noAutofit/>
            </a:bodyPr>
            <a:lstStyle/>
            <a:p>
              <a:pPr algn="ctr"/>
              <a:r>
                <a:rPr lang="en-GB" sz="950" b="1" dirty="0">
                  <a:latin typeface="Movistar Sans" pitchFamily="2" charset="77"/>
                  <a:ea typeface="Movistar Sans" pitchFamily="2" charset="77"/>
                </a:rPr>
                <a:t>D 28.10</a:t>
              </a:r>
            </a:p>
          </p:txBody>
        </p:sp>
      </p:grpSp>
      <p:grpSp>
        <p:nvGrpSpPr>
          <p:cNvPr id="79" name="Group 78">
            <a:extLst>
              <a:ext uri="{FF2B5EF4-FFF2-40B4-BE49-F238E27FC236}">
                <a16:creationId xmlns:a16="http://schemas.microsoft.com/office/drawing/2014/main" id="{D130257E-1A31-A0E3-3D89-071083685270}"/>
              </a:ext>
            </a:extLst>
          </p:cNvPr>
          <p:cNvGrpSpPr/>
          <p:nvPr/>
        </p:nvGrpSpPr>
        <p:grpSpPr>
          <a:xfrm>
            <a:off x="1874520" y="1746720"/>
            <a:ext cx="9890764" cy="248093"/>
            <a:chOff x="1874520" y="2680728"/>
            <a:chExt cx="9890764" cy="248093"/>
          </a:xfrm>
        </p:grpSpPr>
        <p:sp>
          <p:nvSpPr>
            <p:cNvPr id="80" name="TextBox 79">
              <a:extLst>
                <a:ext uri="{FF2B5EF4-FFF2-40B4-BE49-F238E27FC236}">
                  <a16:creationId xmlns:a16="http://schemas.microsoft.com/office/drawing/2014/main" id="{45F57384-F156-6118-58F7-BA54E3136AFB}"/>
                </a:ext>
              </a:extLst>
            </p:cNvPr>
            <p:cNvSpPr txBox="1"/>
            <p:nvPr/>
          </p:nvSpPr>
          <p:spPr>
            <a:xfrm>
              <a:off x="1874520"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sp>
          <p:nvSpPr>
            <p:cNvPr id="81" name="TextBox 80">
              <a:extLst>
                <a:ext uri="{FF2B5EF4-FFF2-40B4-BE49-F238E27FC236}">
                  <a16:creationId xmlns:a16="http://schemas.microsoft.com/office/drawing/2014/main" id="{D2DA1428-3D82-2A7D-B673-B5E16F0DB784}"/>
                </a:ext>
              </a:extLst>
            </p:cNvPr>
            <p:cNvSpPr txBox="1"/>
            <p:nvPr/>
          </p:nvSpPr>
          <p:spPr>
            <a:xfrm>
              <a:off x="2973927"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sp>
          <p:nvSpPr>
            <p:cNvPr id="82" name="TextBox 81">
              <a:extLst>
                <a:ext uri="{FF2B5EF4-FFF2-40B4-BE49-F238E27FC236}">
                  <a16:creationId xmlns:a16="http://schemas.microsoft.com/office/drawing/2014/main" id="{87471294-796E-F905-90E1-4D238B4A48D0}"/>
                </a:ext>
              </a:extLst>
            </p:cNvPr>
            <p:cNvSpPr txBox="1"/>
            <p:nvPr/>
          </p:nvSpPr>
          <p:spPr>
            <a:xfrm>
              <a:off x="4073334"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sp>
          <p:nvSpPr>
            <p:cNvPr id="83" name="TextBox 82">
              <a:extLst>
                <a:ext uri="{FF2B5EF4-FFF2-40B4-BE49-F238E27FC236}">
                  <a16:creationId xmlns:a16="http://schemas.microsoft.com/office/drawing/2014/main" id="{A19F4582-441A-6210-D8D6-BD92A44940D7}"/>
                </a:ext>
              </a:extLst>
            </p:cNvPr>
            <p:cNvSpPr txBox="1"/>
            <p:nvPr/>
          </p:nvSpPr>
          <p:spPr>
            <a:xfrm>
              <a:off x="5172741"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sp>
          <p:nvSpPr>
            <p:cNvPr id="84" name="TextBox 83">
              <a:extLst>
                <a:ext uri="{FF2B5EF4-FFF2-40B4-BE49-F238E27FC236}">
                  <a16:creationId xmlns:a16="http://schemas.microsoft.com/office/drawing/2014/main" id="{2A245B32-C80C-9D4B-8976-5FCFABF1E757}"/>
                </a:ext>
              </a:extLst>
            </p:cNvPr>
            <p:cNvSpPr txBox="1"/>
            <p:nvPr/>
          </p:nvSpPr>
          <p:spPr>
            <a:xfrm>
              <a:off x="6272148"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sp>
          <p:nvSpPr>
            <p:cNvPr id="85" name="TextBox 84">
              <a:extLst>
                <a:ext uri="{FF2B5EF4-FFF2-40B4-BE49-F238E27FC236}">
                  <a16:creationId xmlns:a16="http://schemas.microsoft.com/office/drawing/2014/main" id="{0A926CC6-81D4-275A-0947-90339CF6A61A}"/>
                </a:ext>
              </a:extLst>
            </p:cNvPr>
            <p:cNvSpPr txBox="1"/>
            <p:nvPr/>
          </p:nvSpPr>
          <p:spPr>
            <a:xfrm>
              <a:off x="7371555"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sp>
          <p:nvSpPr>
            <p:cNvPr id="86" name="TextBox 85">
              <a:extLst>
                <a:ext uri="{FF2B5EF4-FFF2-40B4-BE49-F238E27FC236}">
                  <a16:creationId xmlns:a16="http://schemas.microsoft.com/office/drawing/2014/main" id="{EAAC575A-02B6-707E-4CAE-C9E121277079}"/>
                </a:ext>
              </a:extLst>
            </p:cNvPr>
            <p:cNvSpPr txBox="1"/>
            <p:nvPr/>
          </p:nvSpPr>
          <p:spPr>
            <a:xfrm>
              <a:off x="8470962"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sp>
          <p:nvSpPr>
            <p:cNvPr id="87" name="TextBox 86">
              <a:extLst>
                <a:ext uri="{FF2B5EF4-FFF2-40B4-BE49-F238E27FC236}">
                  <a16:creationId xmlns:a16="http://schemas.microsoft.com/office/drawing/2014/main" id="{E71606D0-2DE2-E63D-FD50-43A1A987211A}"/>
                </a:ext>
              </a:extLst>
            </p:cNvPr>
            <p:cNvSpPr txBox="1"/>
            <p:nvPr/>
          </p:nvSpPr>
          <p:spPr>
            <a:xfrm>
              <a:off x="10669776"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sp>
          <p:nvSpPr>
            <p:cNvPr id="88" name="TextBox 87">
              <a:extLst>
                <a:ext uri="{FF2B5EF4-FFF2-40B4-BE49-F238E27FC236}">
                  <a16:creationId xmlns:a16="http://schemas.microsoft.com/office/drawing/2014/main" id="{180737C0-1CC4-89B4-7F95-59F6CD3EF668}"/>
                </a:ext>
              </a:extLst>
            </p:cNvPr>
            <p:cNvSpPr txBox="1"/>
            <p:nvPr/>
          </p:nvSpPr>
          <p:spPr>
            <a:xfrm>
              <a:off x="9570369" y="2680728"/>
              <a:ext cx="1095508" cy="248093"/>
            </a:xfrm>
            <a:prstGeom prst="rect">
              <a:avLst/>
            </a:prstGeom>
            <a:noFill/>
          </p:spPr>
          <p:txBody>
            <a:bodyPr wrap="square" lIns="0" tIns="0" rIns="0" bIns="0" rtlCol="0" anchor="ctr" anchorCtr="1">
              <a:noAutofit/>
            </a:bodyPr>
            <a:lstStyle/>
            <a:p>
              <a:pPr algn="ctr"/>
              <a:r>
                <a:rPr lang="en-GB" sz="950" b="1" dirty="0">
                  <a:solidFill>
                    <a:schemeClr val="bg1"/>
                  </a:solidFill>
                  <a:latin typeface="Movistar Sans" pitchFamily="2" charset="77"/>
                  <a:ea typeface="Movistar Sans" pitchFamily="2" charset="77"/>
                </a:rPr>
                <a:t>D 28.10</a:t>
              </a:r>
            </a:p>
          </p:txBody>
        </p:sp>
      </p:grpSp>
    </p:spTree>
    <p:extLst>
      <p:ext uri="{BB962C8B-B14F-4D97-AF65-F5344CB8AC3E}">
        <p14:creationId xmlns:p14="http://schemas.microsoft.com/office/powerpoint/2010/main" val="1295368135"/>
      </p:ext>
    </p:extLst>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a"/>
          <p:cNvGraphicFramePr>
            <a:graphicFrameLocks noGrp="1"/>
          </p:cNvGraphicFramePr>
          <p:nvPr>
            <p:ph type="tbl" idx="14" sz="quarter"/>
          </p:nvPr>
        </p:nvGraphicFramePr>
        <p:xfrm>
          <a:off x="425450" y="1267313"/>
          <a:ext cx="11334750" cy="1854200"/>
        </p:xfrm>
        <a:graphic>
          <a:graphicData uri="http://schemas.openxmlformats.org/drawingml/2006/table">
            <a:tbl>
              <a:tblPr firstRow="1" bandRow="1">
                <a:tableStyleId>{5C22544A-7EE6-4342-B048-85BDC9FD1C3A}</a:tableStyleId>
              </a:tblPr>
              <a:tblGrid>
                <a:gridCol w="2833687"/>
                <a:gridCol w="2833687"/>
                <a:gridCol w="2833687"/>
                <a:gridCol w="2833689"/>
              </a:tblGrid>
              <a:tr h="370840">
                <a:tc>
                  <a:txBody>
                    <a:bodyPr/>
                    <a:lstStyle/>
                    <a:p>
                      <a:r>
                        <a:rPr sz="1200" b="1">
                          <a:solidFill>
                            <a:srgbClr val="FFFAF5"/>
                          </a:solidFill>
                          <a:latin typeface="Movistar Sans"/>
                        </a:rPr>
                        <a:t>Columna 1</a:t>
                      </a:r>
                    </a:p>
                  </a:txBody>
                  <a:tcPr>
                    <a:solidFill>
                      <a:srgbClr val="0066FF"/>
                    </a:solidFill>
                  </a:tcPr>
                </a:tc>
                <a:tc>
                  <a:txBody>
                    <a:bodyPr/>
                    <a:lstStyle/>
                    <a:p>
                      <a:r>
                        <a:rPr sz="1200" b="1">
                          <a:solidFill>
                            <a:srgbClr val="FFFAF5"/>
                          </a:solidFill>
                          <a:latin typeface="Movistar Sans"/>
                        </a:rPr>
                        <a:t>Columna 2</a:t>
                      </a:r>
                    </a:p>
                  </a:txBody>
                  <a:tcPr>
                    <a:solidFill>
                      <a:srgbClr val="0066FF"/>
                    </a:solidFill>
                  </a:tcPr>
                </a:tc>
                <a:tc>
                  <a:txBody>
                    <a:bodyPr/>
                    <a:lstStyle/>
                    <a:p>
                      <a:r>
                        <a:rPr sz="1200" b="1">
                          <a:solidFill>
                            <a:srgbClr val="FFFAF5"/>
                          </a:solidFill>
                          <a:latin typeface="Movistar Sans"/>
                        </a:rPr>
                        <a:t>Columna 3</a:t>
                      </a:r>
                    </a:p>
                  </a:txBody>
                  <a:tcPr>
                    <a:solidFill>
                      <a:srgbClr val="0066FF"/>
                    </a:solidFill>
                  </a:tcPr>
                </a:tc>
                <a:tc>
                  <a:txBody>
                    <a:bodyPr/>
                    <a:lstStyle/>
                    <a:p>
                      <a:r>
                        <a:rPr sz="1200" b="1">
                          <a:solidFill>
                            <a:srgbClr val="FFFAF5"/>
                          </a:solidFill>
                          <a:latin typeface="Movistar Sans"/>
                        </a:rPr>
                        <a:t>Columna 4</a:t>
                      </a:r>
                    </a:p>
                  </a:txBody>
                  <a:tcPr>
                    <a:solidFill>
                      <a:srgbClr val="0066FF"/>
                    </a:solidFill>
                  </a:tcPr>
                </a:tc>
              </a:tr>
              <a:tr h="370840">
                <a:tc>
                  <a:txBody>
                    <a:bodyPr/>
                    <a:lstStyle/>
                    <a:p>
                      <a:r>
                        <a:rPr sz="1100" b="0">
                          <a:solidFill>
                            <a:srgbClr val="262423"/>
                          </a:solidFill>
                          <a:latin typeface="Movistar Sans"/>
                        </a:rPr>
                        <a:t>Fila 1</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r>
              <a:tr h="370840">
                <a:tc>
                  <a:txBody>
                    <a:bodyPr/>
                    <a:lstStyle/>
                    <a:p>
                      <a:r>
                        <a:rPr sz="1100" b="0">
                          <a:solidFill>
                            <a:srgbClr val="262423"/>
                          </a:solidFill>
                          <a:latin typeface="Movistar Sans"/>
                        </a:rPr>
                        <a:t>Fila 2</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r>
              <a:tr h="370840">
                <a:tc>
                  <a:txBody>
                    <a:bodyPr/>
                    <a:lstStyle/>
                    <a:p>
                      <a:r>
                        <a:rPr sz="1100" b="0">
                          <a:solidFill>
                            <a:srgbClr val="262423"/>
                          </a:solidFill>
                          <a:latin typeface="Movistar Sans"/>
                        </a:rPr>
                        <a:t>Fila 3</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r>
              <a:tr h="370840">
                <a:tc>
                  <a:txBody>
                    <a:bodyPr/>
                    <a:lstStyle/>
                    <a:p>
                      <a:r>
                        <a:rPr sz="1100" b="0">
                          <a:solidFill>
                            <a:srgbClr val="262423"/>
                          </a:solidFill>
                          <a:latin typeface="Movistar Sans"/>
                        </a:rPr>
                        <a:t>Fila 4</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c>
                  <a:txBody>
                    <a:bodyPr/>
                    <a:lstStyle/>
                    <a:p>
                      <a:r>
                        <a:rPr sz="1100" b="0">
                          <a:solidFill>
                            <a:srgbClr val="262423"/>
                          </a:solidFill>
                          <a:latin typeface="Movistar Sans"/>
                        </a:rPr>
                        <a:t>Dato</a:t>
                      </a:r>
                    </a:p>
                  </a:txBody>
                  <a:tcPr>
                    <a:solidFill>
                      <a:srgbClr val="FFFAF5"/>
                    </a:solidFill>
                  </a:tcPr>
                </a:tc>
              </a:tr>
            </a:tbl>
          </a:graphicData>
        </a:graphic>
      </p:graphicFrame>
      <p:sp>
        <p:nvSpPr>
          <p:cNvPr id="3" name="titulo"/>
          <p:cNvSpPr>
            <a:spLocks noGrp="1"/>
          </p:cNvSpPr>
          <p:nvPr>
            <p:ph type="title"/>
          </p:nvPr>
        </p:nvSpPr>
        <p:spPr/>
        <p:txBody>
          <a:bodyPr/>
          <a:lstStyle/>
          <a:p>
            <a:pPr/>
            <a:r>
              <a:t>Título de sección compuesto en dos líneas</a:t>
            </a:r>
          </a:p>
        </p:txBody>
      </p:sp>
      <p:sp>
        <p:nvSpPr>
          <p:cNvPr id="4" name="antetitulo"/>
          <p:cNvSpPr>
            <a:spLocks noGrp="1"/>
          </p:cNvSpPr>
          <p:nvPr>
            <p:ph type="body" idx="33" sz="quarter"/>
          </p:nvPr>
        </p:nvSpPr>
        <p:spPr/>
        <p:txBody>
          <a:bodyPr/>
          <a:lstStyle/>
          <a:p>
            <a:pPr/>
            <a:r>
              <a:t>Capítulo I Subtítulo</a:t>
            </a:r>
          </a:p>
        </p:txBody>
      </p:sp>
      <p:sp>
        <p:nvSpPr>
          <p:cNvPr id="5" name="Footer Placeholder 3">
            <a:extLst>
              <a:ext uri="{FF2B5EF4-FFF2-40B4-BE49-F238E27FC236}">
                <a16:creationId xmlns:a16="http://schemas.microsoft.com/office/drawing/2014/main" id="{3FFAF161-874A-2990-7813-FDA3F76CAB30}"/>
              </a:ext>
            </a:extLst>
          </p:cNvPr>
          <p:cNvSpPr>
            <a:spLocks noGrp="1" noRot="1" noMove="1" noResize="1" noEditPoints="1" noAdjustHandles="1" noChangeArrowheads="1" noChangeShapeType="1"/>
          </p:cNvSpPr>
          <p:nvPr>
            <p:ph type="ftr" sz="quarter" idx="11"/>
          </p:nvPr>
        </p:nvSpPr>
        <p:spPr/>
        <p:txBody>
          <a:bodyPr/>
          <a:lstStyle/>
          <a:p>
            <a:pPr/>
          </a:p>
        </p:txBody>
      </p:sp>
      <p:sp>
        <p:nvSpPr>
          <p:cNvPr id="6" name="Slide Number Placeholder 4">
            <a:extLst>
              <a:ext uri="{FF2B5EF4-FFF2-40B4-BE49-F238E27FC236}">
                <a16:creationId xmlns:a16="http://schemas.microsoft.com/office/drawing/2014/main" id="{4331A3F5-2D45-2F7D-9DC1-7B5B40755DF3}"/>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etiqueta_1"/>
          <p:cNvSpPr>
            <a:spLocks noGrp="1"/>
          </p:cNvSpPr>
          <p:nvPr>
            <p:ph type="body" idx="14" sz="quarter"/>
          </p:nvPr>
        </p:nvSpPr>
        <p:spPr/>
        <p:txBody>
          <a:bodyPr/>
          <a:lstStyle/>
          <a:p>
            <a:pPr/>
            <a:r>
              <a:t>Título de 01</a:t>
            </a:r>
          </a:p>
        </p:txBody>
      </p:sp>
      <p:sp>
        <p:nvSpPr>
          <p:cNvPr id="3" name="etiqueta_2"/>
          <p:cNvSpPr>
            <a:spLocks noGrp="1"/>
          </p:cNvSpPr>
          <p:nvPr>
            <p:ph type="body" idx="15" sz="quarter"/>
          </p:nvPr>
        </p:nvSpPr>
        <p:spPr/>
        <p:txBody>
          <a:bodyPr/>
          <a:lstStyle/>
          <a:p>
            <a:pPr/>
            <a:r>
              <a:t>Título de 02</a:t>
            </a:r>
          </a:p>
        </p:txBody>
      </p:sp>
      <p:sp>
        <p:nvSpPr>
          <p:cNvPr id="4" name="etiqueta_3"/>
          <p:cNvSpPr>
            <a:spLocks noGrp="1"/>
          </p:cNvSpPr>
          <p:nvPr>
            <p:ph type="body" idx="16" sz="quarter"/>
          </p:nvPr>
        </p:nvSpPr>
        <p:spPr/>
        <p:txBody>
          <a:bodyPr/>
          <a:lstStyle/>
          <a:p>
            <a:pPr/>
            <a:r>
              <a:t>Título del 03</a:t>
            </a:r>
          </a:p>
        </p:txBody>
      </p:sp>
      <p:sp>
        <p:nvSpPr>
          <p:cNvPr id="5" name="etiqueta_4"/>
          <p:cNvSpPr>
            <a:spLocks noGrp="1"/>
          </p:cNvSpPr>
          <p:nvPr>
            <p:ph type="body" idx="17" sz="quarter"/>
          </p:nvPr>
        </p:nvSpPr>
        <p:spPr/>
        <p:txBody>
          <a:bodyPr/>
          <a:lstStyle/>
          <a:p>
            <a:pPr/>
            <a:r>
              <a:t>Dato destacado 04</a:t>
            </a:r>
          </a:p>
        </p:txBody>
      </p:sp>
      <p:sp>
        <p:nvSpPr>
          <p:cNvPr id="6" name="cuerpo_11"/>
          <p:cNvSpPr>
            <a:spLocks noGrp="1"/>
          </p:cNvSpPr>
          <p:nvPr>
            <p:ph type="body" idx="18" sz="quarter"/>
          </p:nvPr>
        </p:nvSpPr>
        <p:spPr/>
        <p:txBody>
          <a:bodyPr/>
          <a:lstStyle/>
          <a:p>
            <a:pPr/>
            <a:r>
              <a:rPr>
                <a:solidFill>
                  <a:srgbClr val="262423"/>
                </a:solidFill>
              </a:rPr>
              <a:t>Bloque 11. Revisa la jerarquía</a:t>
            </a:r>
          </a:p>
        </p:txBody>
      </p:sp>
      <p:sp>
        <p:nvSpPr>
          <p:cNvPr id="7" name="cuerpo_12"/>
          <p:cNvSpPr>
            <a:spLocks noGrp="1"/>
          </p:cNvSpPr>
          <p:nvPr>
            <p:ph type="body" idx="19" sz="quarter"/>
          </p:nvPr>
        </p:nvSpPr>
        <p:spPr/>
        <p:txBody>
          <a:bodyPr/>
          <a:lstStyle/>
          <a:p>
            <a:pPr/>
            <a:r>
              <a:rPr>
                <a:solidFill>
                  <a:srgbClr val="262423"/>
                </a:solidFill>
              </a:rPr>
              <a:t>Bloque 12. Cada bloque debería poder</a:t>
            </a:r>
          </a:p>
        </p:txBody>
      </p:sp>
      <p:sp>
        <p:nvSpPr>
          <p:cNvPr id="8" name="cuerpo_13"/>
          <p:cNvSpPr>
            <a:spLocks noGrp="1"/>
          </p:cNvSpPr>
          <p:nvPr>
            <p:ph type="body" idx="20" sz="quarter"/>
          </p:nvPr>
        </p:nvSpPr>
        <p:spPr/>
        <p:txBody>
          <a:bodyPr/>
          <a:lstStyle/>
          <a:p>
            <a:pPr/>
            <a:r>
              <a:rPr>
                <a:solidFill>
                  <a:srgbClr val="262423"/>
                </a:solidFill>
              </a:rPr>
              <a:t>Bloque 13. Texto de ejemplo que marca la</a:t>
            </a:r>
          </a:p>
        </p:txBody>
      </p:sp>
      <p:sp>
        <p:nvSpPr>
          <p:cNvPr id="9" name="cuerpo_14"/>
          <p:cNvSpPr>
            <a:spLocks noGrp="1"/>
          </p:cNvSpPr>
          <p:nvPr>
            <p:ph type="body" idx="21" sz="quarter"/>
          </p:nvPr>
        </p:nvSpPr>
        <p:spPr/>
        <p:txBody>
          <a:bodyPr/>
          <a:lstStyle/>
          <a:p>
            <a:pPr/>
            <a:r>
              <a:rPr>
                <a:solidFill>
                  <a:srgbClr val="262423"/>
                </a:solidFill>
              </a:rPr>
              <a:t>Bloque 14. Sustitúyelo por el contenido</a:t>
            </a:r>
          </a:p>
        </p:txBody>
      </p:sp>
      <p:sp>
        <p:nvSpPr>
          <p:cNvPr id="10" name="cuerpo_15"/>
          <p:cNvSpPr>
            <a:spLocks noGrp="1"/>
          </p:cNvSpPr>
          <p:nvPr>
            <p:ph type="body" idx="22" sz="quarter"/>
          </p:nvPr>
        </p:nvSpPr>
        <p:spPr/>
        <p:txBody>
          <a:bodyPr/>
          <a:lstStyle/>
          <a:p>
            <a:pPr/>
            <a:r>
              <a:rPr>
                <a:solidFill>
                  <a:srgbClr val="262423"/>
                </a:solidFill>
              </a:rPr>
              <a:t>Bloque 15. La longitud es orientativa y</a:t>
            </a:r>
          </a:p>
        </p:txBody>
      </p:sp>
      <p:sp>
        <p:nvSpPr>
          <p:cNvPr id="11" name="cuerpo_1"/>
          <p:cNvSpPr>
            <a:spLocks noGrp="1"/>
          </p:cNvSpPr>
          <p:nvPr>
            <p:ph type="body" idx="23" sz="quarter"/>
          </p:nvPr>
        </p:nvSpPr>
        <p:spPr/>
        <p:txBody>
          <a:bodyPr/>
          <a:lstStyle/>
          <a:p>
            <a:pPr/>
            <a:r>
              <a:t>Bloque 01. Texto de ejemplo que marca la</a:t>
            </a:r>
          </a:p>
        </p:txBody>
      </p:sp>
      <p:sp>
        <p:nvSpPr>
          <p:cNvPr id="12" name="cuerpo_2"/>
          <p:cNvSpPr>
            <a:spLocks noGrp="1"/>
          </p:cNvSpPr>
          <p:nvPr>
            <p:ph type="body" idx="24" sz="quarter"/>
          </p:nvPr>
        </p:nvSpPr>
        <p:spPr/>
        <p:txBody>
          <a:bodyPr/>
          <a:lstStyle/>
          <a:p>
            <a:pPr/>
            <a:r>
              <a:t>Bloque 02. Sustitúyelo por el contenido</a:t>
            </a:r>
          </a:p>
        </p:txBody>
      </p:sp>
      <p:sp>
        <p:nvSpPr>
          <p:cNvPr id="13" name="cuerpo_3"/>
          <p:cNvSpPr>
            <a:spLocks noGrp="1"/>
          </p:cNvSpPr>
          <p:nvPr>
            <p:ph type="body" idx="25" sz="quarter"/>
          </p:nvPr>
        </p:nvSpPr>
        <p:spPr/>
        <p:txBody>
          <a:bodyPr/>
          <a:lstStyle/>
          <a:p>
            <a:pPr/>
            <a:r>
              <a:t>Bloque 03. La longitud es orientativa y</a:t>
            </a:r>
          </a:p>
        </p:txBody>
      </p:sp>
      <p:sp>
        <p:nvSpPr>
          <p:cNvPr id="14" name="cuerpo_4"/>
          <p:cNvSpPr>
            <a:spLocks noGrp="1"/>
          </p:cNvSpPr>
          <p:nvPr>
            <p:ph type="body" idx="26" sz="quarter"/>
          </p:nvPr>
        </p:nvSpPr>
        <p:spPr/>
        <p:txBody>
          <a:bodyPr/>
          <a:lstStyle/>
          <a:p>
            <a:pPr/>
            <a:r>
              <a:t>Bloque 04. Mantén frases cortas y una</a:t>
            </a:r>
          </a:p>
        </p:txBody>
      </p:sp>
      <p:sp>
        <p:nvSpPr>
          <p:cNvPr id="15" name="cuerpo_5"/>
          <p:cNvSpPr>
            <a:spLocks noGrp="1"/>
          </p:cNvSpPr>
          <p:nvPr>
            <p:ph type="body" idx="27" sz="quarter"/>
          </p:nvPr>
        </p:nvSpPr>
        <p:spPr/>
        <p:txBody>
          <a:bodyPr/>
          <a:lstStyle/>
          <a:p>
            <a:pPr/>
            <a:r>
              <a:t>Bloque 05. Revisa la jerarquía</a:t>
            </a:r>
          </a:p>
        </p:txBody>
      </p:sp>
      <p:sp>
        <p:nvSpPr>
          <p:cNvPr id="16" name="cuerpo_6"/>
          <p:cNvSpPr>
            <a:spLocks noGrp="1"/>
          </p:cNvSpPr>
          <p:nvPr>
            <p:ph type="body" idx="28" sz="quarter"/>
          </p:nvPr>
        </p:nvSpPr>
        <p:spPr/>
        <p:txBody>
          <a:bodyPr/>
          <a:lstStyle/>
          <a:p>
            <a:pPr/>
            <a:r>
              <a:t>Bloque 06. Cada bloque debería poder</a:t>
            </a:r>
          </a:p>
        </p:txBody>
      </p:sp>
      <p:sp>
        <p:nvSpPr>
          <p:cNvPr id="17" name="cuerpo_7"/>
          <p:cNvSpPr>
            <a:spLocks noGrp="1"/>
          </p:cNvSpPr>
          <p:nvPr>
            <p:ph type="body" idx="29" sz="quarter"/>
          </p:nvPr>
        </p:nvSpPr>
        <p:spPr/>
        <p:txBody>
          <a:bodyPr/>
          <a:lstStyle/>
          <a:p>
            <a:pPr/>
            <a:r>
              <a:t>Bloque 07. Texto de ejemplo que marca la extensión recomendada de esta zona</a:t>
            </a:r>
          </a:p>
        </p:txBody>
      </p:sp>
      <p:sp>
        <p:nvSpPr>
          <p:cNvPr id="18" name="cuerpo_8"/>
          <p:cNvSpPr>
            <a:spLocks noGrp="1"/>
          </p:cNvSpPr>
          <p:nvPr>
            <p:ph type="body" idx="30" sz="quarter"/>
          </p:nvPr>
        </p:nvSpPr>
        <p:spPr/>
        <p:txBody>
          <a:bodyPr/>
          <a:lstStyle/>
          <a:p>
            <a:pPr/>
            <a:r>
              <a:t>Bloque 08. Sustitúyelo por el contenido real antes de entregar la</a:t>
            </a:r>
          </a:p>
        </p:txBody>
      </p:sp>
      <p:sp>
        <p:nvSpPr>
          <p:cNvPr id="19" name="cuerpo_9"/>
          <p:cNvSpPr>
            <a:spLocks noGrp="1"/>
          </p:cNvSpPr>
          <p:nvPr>
            <p:ph type="body" idx="31" sz="quarter"/>
          </p:nvPr>
        </p:nvSpPr>
        <p:spPr/>
        <p:txBody>
          <a:bodyPr/>
          <a:lstStyle/>
          <a:p>
            <a:pPr/>
            <a:r>
              <a:t>Bloque 09. La longitud es orientativa y evita que el texto desborde la caja al</a:t>
            </a:r>
          </a:p>
        </p:txBody>
      </p:sp>
      <p:sp>
        <p:nvSpPr>
          <p:cNvPr id="20" name="cuerpo_10"/>
          <p:cNvSpPr>
            <a:spLocks noGrp="1"/>
          </p:cNvSpPr>
          <p:nvPr>
            <p:ph type="body" idx="32" sz="quarter"/>
          </p:nvPr>
        </p:nvSpPr>
        <p:spPr/>
        <p:txBody>
          <a:bodyPr/>
          <a:lstStyle/>
          <a:p>
            <a:pPr/>
            <a:r>
              <a:t>Bloque 10. Mantén frases cortas y una sola idea por párrafo. Revisa la</a:t>
            </a:r>
          </a:p>
        </p:txBody>
      </p:sp>
      <p:sp>
        <p:nvSpPr>
          <p:cNvPr id="21" name="cuerpo_16"/>
          <p:cNvSpPr>
            <a:spLocks noGrp="1"/>
          </p:cNvSpPr>
          <p:nvPr>
            <p:ph type="body" idx="33" sz="quarter"/>
          </p:nvPr>
        </p:nvSpPr>
        <p:spPr/>
        <p:txBody>
          <a:bodyPr/>
          <a:lstStyle/>
          <a:p>
            <a:pPr/>
            <a:r>
              <a:t>Bloque 16. Mantén frases cortas y una</a:t>
            </a:r>
          </a:p>
        </p:txBody>
      </p:sp>
      <p:sp>
        <p:nvSpPr>
          <p:cNvPr id="22" name="cuerpo_17"/>
          <p:cNvSpPr>
            <a:spLocks noGrp="1"/>
          </p:cNvSpPr>
          <p:nvPr>
            <p:ph type="body" idx="34" sz="quarter"/>
          </p:nvPr>
        </p:nvSpPr>
        <p:spPr/>
        <p:txBody>
          <a:bodyPr/>
          <a:lstStyle/>
          <a:p>
            <a:pPr/>
            <a:r>
              <a:t>Bloque 17. Revisa la jerarquía</a:t>
            </a:r>
          </a:p>
        </p:txBody>
      </p:sp>
      <p:sp>
        <p:nvSpPr>
          <p:cNvPr id="23" name="cuerpo_18"/>
          <p:cNvSpPr>
            <a:spLocks noGrp="1"/>
          </p:cNvSpPr>
          <p:nvPr>
            <p:ph type="body" idx="35" sz="quarter"/>
          </p:nvPr>
        </p:nvSpPr>
        <p:spPr/>
        <p:txBody>
          <a:bodyPr/>
          <a:lstStyle/>
          <a:p>
            <a:pPr/>
            <a:r>
              <a:t>Bloque 18. Cada bloque debería poder</a:t>
            </a:r>
          </a:p>
        </p:txBody>
      </p:sp>
      <p:sp>
        <p:nvSpPr>
          <p:cNvPr id="24" name="cuerpo_19"/>
          <p:cNvSpPr>
            <a:spLocks noGrp="1"/>
          </p:cNvSpPr>
          <p:nvPr>
            <p:ph type="body" idx="36" sz="quarter"/>
          </p:nvPr>
        </p:nvSpPr>
        <p:spPr/>
        <p:txBody>
          <a:bodyPr/>
          <a:lstStyle/>
          <a:p>
            <a:pPr/>
            <a:r>
              <a:t>Bloque 19. Texto de ejemplo que marca la</a:t>
            </a:r>
          </a:p>
        </p:txBody>
      </p:sp>
      <p:sp>
        <p:nvSpPr>
          <p:cNvPr id="25" name="cuerpo_20"/>
          <p:cNvSpPr>
            <a:spLocks noGrp="1"/>
          </p:cNvSpPr>
          <p:nvPr>
            <p:ph type="body" idx="37" sz="quarter"/>
          </p:nvPr>
        </p:nvSpPr>
        <p:spPr/>
        <p:txBody>
          <a:bodyPr/>
          <a:lstStyle/>
          <a:p>
            <a:pPr/>
            <a:r>
              <a:t>Bloque 20. Sustitúyelo por el contenido</a:t>
            </a:r>
          </a:p>
        </p:txBody>
      </p:sp>
      <p:sp>
        <p:nvSpPr>
          <p:cNvPr id="26" name="cuerpo_21"/>
          <p:cNvSpPr>
            <a:spLocks noGrp="1"/>
          </p:cNvSpPr>
          <p:nvPr>
            <p:ph type="body" idx="38" sz="quarter"/>
          </p:nvPr>
        </p:nvSpPr>
        <p:spPr/>
        <p:txBody>
          <a:bodyPr/>
          <a:lstStyle/>
          <a:p>
            <a:pPr/>
            <a:r>
              <a:t>Bloque 21. La longitud es orientativa y</a:t>
            </a:r>
          </a:p>
        </p:txBody>
      </p:sp>
      <p:sp>
        <p:nvSpPr>
          <p:cNvPr id="27" name="titulo"/>
          <p:cNvSpPr>
            <a:spLocks noGrp="1"/>
          </p:cNvSpPr>
          <p:nvPr>
            <p:ph type="title"/>
          </p:nvPr>
        </p:nvSpPr>
        <p:spPr/>
        <p:txBody>
          <a:bodyPr/>
          <a:lstStyle/>
          <a:p>
            <a:pPr/>
            <a:r>
              <a:t>Título de sección</a:t>
            </a:r>
          </a:p>
        </p:txBody>
      </p:sp>
      <p:sp>
        <p:nvSpPr>
          <p:cNvPr id="28" name="antetitulo"/>
          <p:cNvSpPr>
            <a:spLocks noGrp="1"/>
          </p:cNvSpPr>
          <p:nvPr>
            <p:ph type="body" idx="39" sz="quarter"/>
          </p:nvPr>
        </p:nvSpPr>
        <p:spPr/>
        <p:txBody>
          <a:bodyPr/>
          <a:lstStyle/>
          <a:p>
            <a:pPr/>
            <a:r>
              <a:t>Capítulo I Subtítulo</a:t>
            </a:r>
          </a:p>
        </p:txBody>
      </p:sp>
      <p:sp>
        <p:nvSpPr>
          <p:cNvPr id="29" name="Footer Placeholder 3">
            <a:extLst>
              <a:ext uri="{FF2B5EF4-FFF2-40B4-BE49-F238E27FC236}">
                <a16:creationId xmlns:a16="http://schemas.microsoft.com/office/drawing/2014/main" id="{3FFAF161-874A-2990-7813-FDA3F76CAB30}"/>
              </a:ext>
            </a:extLst>
          </p:cNvPr>
          <p:cNvSpPr>
            <a:spLocks noGrp="1" noRot="1" noMove="1" noResize="1" noEditPoints="1" noAdjustHandles="1" noChangeArrowheads="1" noChangeShapeType="1"/>
          </p:cNvSpPr>
          <p:nvPr>
            <p:ph type="ftr" sz="quarter" idx="11"/>
          </p:nvPr>
        </p:nvSpPr>
        <p:spPr/>
        <p:txBody>
          <a:bodyPr/>
          <a:lstStyle/>
          <a:p>
            <a:pPr/>
          </a:p>
        </p:txBody>
      </p:sp>
      <p:sp>
        <p:nvSpPr>
          <p:cNvPr id="30" name="Slide Number Placeholder 4">
            <a:extLst>
              <a:ext uri="{FF2B5EF4-FFF2-40B4-BE49-F238E27FC236}">
                <a16:creationId xmlns:a16="http://schemas.microsoft.com/office/drawing/2014/main" id="{4331A3F5-2D45-2F7D-9DC1-7B5B40755DF3}"/>
              </a:ext>
            </a:extLst>
          </p:cNvPr>
          <p:cNvSpPr>
            <a:spLocks noGrp="1" noRot="1" noMove="1" noResize="1" noEditPoints="1" noAdjustHandles="1" noChangeArrowheads="1" noChangeShapeType="1"/>
          </p:cNvSpPr>
          <p:nvPr>
            <p:ph type="sldNum" sz="quarter" idx="12"/>
          </p:nvPr>
        </p:nvSpPr>
        <p:spPr/>
        <p:txBody>
          <a:bodyPr/>
          <a:lstStyle/>
          <a:p>
            <a:p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20">
            <a:extLst>
              <a:ext uri="{FF2B5EF4-FFF2-40B4-BE49-F238E27FC236}">
                <a16:creationId xmlns:a16="http://schemas.microsoft.com/office/drawing/2014/main" id="{995877C5-D443-470B-9CE2-4610D2123F32}"/>
              </a:ext>
            </a:extLst>
          </p:cNvPr>
          <p:cNvSpPr/>
          <p:nvPr/>
        </p:nvSpPr>
        <p:spPr>
          <a:xfrm flipH="1">
            <a:off x="0" y="-1"/>
            <a:ext cx="12192000" cy="6867924"/>
          </a:xfrm>
          <a:prstGeom prst="rect">
            <a:avLst/>
          </a:prstGeom>
          <a:solidFill>
            <a:srgbClr val="006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19DF4"/>
              </a:solidFill>
              <a:effectLst/>
              <a:uLnTx/>
              <a:uFillTx/>
              <a:latin typeface="Movistar Sans"/>
              <a:ea typeface="+mn-ea"/>
              <a:cs typeface="+mn-cs"/>
            </a:endParaRPr>
          </a:p>
        </p:txBody>
      </p:sp>
      <p:pic>
        <p:nvPicPr>
          <p:cNvPr id="9" name="Gráfico 8">
            <a:extLst>
              <a:ext uri="{FF2B5EF4-FFF2-40B4-BE49-F238E27FC236}">
                <a16:creationId xmlns:a16="http://schemas.microsoft.com/office/drawing/2014/main" id="{E12DF458-126F-491B-B1E2-53FCCAF43DC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09172" y="2876382"/>
            <a:ext cx="1476375" cy="1095375"/>
          </a:xfrm>
          <a:prstGeom prst="rect">
            <a:avLst/>
          </a:prstGeom>
        </p:spPr>
      </p:pic>
    </p:spTree>
    <p:extLst>
      <p:ext uri="{BB962C8B-B14F-4D97-AF65-F5344CB8AC3E}">
        <p14:creationId xmlns:p14="http://schemas.microsoft.com/office/powerpoint/2010/main" val="2044105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1+#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
            <a:extLst>
              <a:ext uri="{FF2B5EF4-FFF2-40B4-BE49-F238E27FC236}">
                <a16:creationId xmlns:a16="http://schemas.microsoft.com/office/drawing/2014/main" id="{E8BC895C-9ED2-4CDB-8E7E-50B96E5A9243}"/>
              </a:ext>
            </a:extLst>
          </p:cNvPr>
          <p:cNvSpPr/>
          <p:nvPr/>
        </p:nvSpPr>
        <p:spPr>
          <a:xfrm flipH="1">
            <a:off x="0" y="-1"/>
            <a:ext cx="12192000" cy="68679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ovistar Sans"/>
              <a:ea typeface="+mn-ea"/>
              <a:cs typeface="+mn-cs"/>
            </a:endParaRPr>
          </a:p>
        </p:txBody>
      </p:sp>
      <p:pic>
        <p:nvPicPr>
          <p:cNvPr id="8" name="Gráfico 7">
            <a:extLst>
              <a:ext uri="{FF2B5EF4-FFF2-40B4-BE49-F238E27FC236}">
                <a16:creationId xmlns:a16="http://schemas.microsoft.com/office/drawing/2014/main" id="{2E779B12-473E-4DA2-A274-151C417D9B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309172" y="2876382"/>
            <a:ext cx="1476375" cy="1095375"/>
          </a:xfrm>
          <a:prstGeom prst="rect">
            <a:avLst/>
          </a:prstGeom>
        </p:spPr>
      </p:pic>
    </p:spTree>
    <p:extLst>
      <p:ext uri="{BB962C8B-B14F-4D97-AF65-F5344CB8AC3E}">
        <p14:creationId xmlns:p14="http://schemas.microsoft.com/office/powerpoint/2010/main" val="765232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1419181"/>
      </p:ext>
    </p:extLst>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ase"/>
          <p:cNvSpPr>
            <a:spLocks noGrp="1"/>
          </p:cNvSpPr>
          <p:nvPr>
            <p:ph type="body" idx="10" sz="quarter"/>
          </p:nvPr>
        </p:nvSpPr>
        <p:spPr/>
        <p:txBody>
          <a:bodyPr/>
          <a:lstStyle/>
          <a:p>
            <a:pPr/>
            <a:r>
              <a:t>Gracias</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ase"/>
          <p:cNvSpPr>
            <a:spLocks noGrp="1"/>
          </p:cNvSpPr>
          <p:nvPr>
            <p:ph type="body" idx="10" sz="quarter"/>
          </p:nvPr>
        </p:nvSpPr>
        <p:spPr/>
        <p:txBody>
          <a:bodyPr/>
          <a:lstStyle/>
          <a:p>
            <a:pPr/>
            <a:r>
              <a:t>Gracias</a:t>
            </a:r>
          </a:p>
        </p:txBody>
      </p:sp>
    </p:spTree>
  </p:cSld>
  <p:clrMapOvr>
    <a:masterClrMapping/>
  </p:clrMapOvr>
</p:sld>
</file>

<file path=ppt/theme/theme1.xml><?xml version="1.0" encoding="utf-8"?>
<a:theme xmlns:a="http://schemas.openxmlformats.org/drawingml/2006/main" name="Movistar">
  <a:themeElements>
    <a:clrScheme name="MOVISTAR NEW 1">
      <a:dk1>
        <a:srgbClr val="262423"/>
      </a:dk1>
      <a:lt1>
        <a:srgbClr val="FFFAF5"/>
      </a:lt1>
      <a:dk2>
        <a:srgbClr val="0066FF"/>
      </a:dk2>
      <a:lt2>
        <a:srgbClr val="FFFAF5"/>
      </a:lt2>
      <a:accent1>
        <a:srgbClr val="D3EEFF"/>
      </a:accent1>
      <a:accent2>
        <a:srgbClr val="CEF7BF"/>
      </a:accent2>
      <a:accent3>
        <a:srgbClr val="FFE99C"/>
      </a:accent3>
      <a:accent4>
        <a:srgbClr val="FFC5A8"/>
      </a:accent4>
      <a:accent5>
        <a:srgbClr val="022D67"/>
      </a:accent5>
      <a:accent6>
        <a:srgbClr val="36552B"/>
      </a:accent6>
      <a:hlink>
        <a:srgbClr val="467886"/>
      </a:hlink>
      <a:folHlink>
        <a:srgbClr val="96607D"/>
      </a:folHlink>
    </a:clrScheme>
    <a:fontScheme name="Movistar">
      <a:majorFont>
        <a:latin typeface="Movistar Sans"/>
        <a:ea typeface=""/>
        <a:cs typeface=""/>
      </a:majorFont>
      <a:minorFont>
        <a:latin typeface="Movistar Sans Medium"/>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9525">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b="0" i="0" dirty="0" smtClean="0">
            <a:latin typeface="Movistar Sans Medium" pitchFamily="2" charset="77"/>
            <a:ea typeface="Movistar Sans Medium" pitchFamily="2" charset="77"/>
          </a:defRPr>
        </a:defPPr>
      </a:lstStyle>
    </a:txDef>
  </a:objectDefaults>
  <a:extraClrSchemeLst/>
  <a:extLst>
    <a:ext uri="{05A4C25C-085E-4340-85A3-A5531E510DB2}">
      <thm15:themeFamily xmlns:thm15="http://schemas.microsoft.com/office/thememl/2012/main" name="Movistar_PPT_Plantilla_v4" id="{C296EC9A-14C9-0B4F-BE15-F78F150BC03C}" vid="{FE8F2D96-15B7-734B-AB41-8253331D96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Indices">
  <a:themeElements>
    <a:clrScheme name="MOVISTAR">
      <a:dk1>
        <a:srgbClr val="262423"/>
      </a:dk1>
      <a:lt1>
        <a:srgbClr val="FFFAF5"/>
      </a:lt1>
      <a:dk2>
        <a:srgbClr val="0066FF"/>
      </a:dk2>
      <a:lt2>
        <a:srgbClr val="FFFAF5"/>
      </a:lt2>
      <a:accent1>
        <a:srgbClr val="D3EEFF"/>
      </a:accent1>
      <a:accent2>
        <a:srgbClr val="CEF7BF"/>
      </a:accent2>
      <a:accent3>
        <a:srgbClr val="FFE99C"/>
      </a:accent3>
      <a:accent4>
        <a:srgbClr val="FFC5A8"/>
      </a:accent4>
      <a:accent5>
        <a:srgbClr val="022D67"/>
      </a:accent5>
      <a:accent6>
        <a:srgbClr val="36552B"/>
      </a:accent6>
      <a:hlink>
        <a:srgbClr val="E9E9E9"/>
      </a:hlink>
      <a:folHlink>
        <a:srgbClr val="403E3C"/>
      </a:folHlink>
    </a:clrScheme>
    <a:fontScheme name="Movistar Sans">
      <a:majorFont>
        <a:latin typeface="Movistar Sans" panose="020B0604020202020204"/>
        <a:ea typeface=""/>
        <a:cs typeface=""/>
        <a:font script="Jpan" typeface="ＭＳ Ｐゴシック"/>
        <a:font script="Hang" typeface="굴림"/>
        <a:font script="Hans" typeface="黑体"/>
        <a:font script="Hant" typeface="微軟正黑體"/>
        <a:font script="Arab" typeface="Movistar Sans"/>
        <a:font script="Hebr" typeface="Movistar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vistar Sans"/>
        <a:font script="Uigh" typeface="Microsoft Uighur"/>
        <a:font script="Geor" typeface="Sylfaen"/>
      </a:majorFont>
      <a:minorFont>
        <a:latin typeface="Movistar Sans Medium" panose="020B0604020202020204"/>
        <a:ea typeface=""/>
        <a:cs typeface=""/>
        <a:font script="Jpan" typeface="ＭＳ Ｐゴシック"/>
        <a:font script="Hang" typeface="굴림"/>
        <a:font script="Hans" typeface="黑体"/>
        <a:font script="Hant" typeface="微軟正黑體"/>
        <a:font script="Arab" typeface="Movistar Sans"/>
        <a:font script="Hebr" typeface="Movistar Sans"/>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Movistar Sans"/>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10428 PPT Basico_TLF" id="{E92C51FF-2DFD-8040-B5F8-544A3689EC8B}" vid="{3E5BA4E9-CA0D-AD4D-8BAF-115AFBBCEC03}"/>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CE34898BDC43C409E17E09C9173810A" ma:contentTypeVersion="261" ma:contentTypeDescription="Crear nuevo documento." ma:contentTypeScope="" ma:versionID="e3d70a3387286b1d7b2f6d7783cc5350">
  <xsd:schema xmlns:xsd="http://www.w3.org/2001/XMLSchema" xmlns:xs="http://www.w3.org/2001/XMLSchema" xmlns:p="http://schemas.microsoft.com/office/2006/metadata/properties" xmlns:ns2="106cf1b1-6dd6-4858-a125-4e856adba774" xmlns:ns3="b196ffa9-5a60-4d29-b06e-ee8cd3f24d98" targetNamespace="http://schemas.microsoft.com/office/2006/metadata/properties" ma:root="true" ma:fieldsID="88087ad7237707a27511d71f737d3bb5" ns2:_="" ns3:_="">
    <xsd:import namespace="106cf1b1-6dd6-4858-a125-4e856adba774"/>
    <xsd:import namespace="b196ffa9-5a60-4d29-b06e-ee8cd3f24d98"/>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Location" minOccurs="0"/>
                <xsd:element ref="ns2:MediaServiceObjectDetectorVersions" minOccurs="0"/>
                <xsd:element ref="ns3:SharedWithUsers" minOccurs="0"/>
                <xsd:element ref="ns3:SharedWithDetails" minOccurs="0"/>
                <xsd:element ref="ns2:MediaServiceSearchProperties" minOccurs="0"/>
                <xsd:element ref="ns2:ArchiverLinkFile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06cf1b1-6dd6-4858-a125-4e856adba77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60299b0d-7c8d-483c-881b-d84e0250e4e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Location" ma:index="18" nillable="true" ma:displayName="Location"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ArchiverLinkFileType" ma:index="23" nillable="true" ma:displayName="ArchiverLinkFileType" ma:hidden="true" ma:internalName="ArchiverLinkFileTyp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196ffa9-5a60-4d29-b06e-ee8cd3f24d98"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32715db-87cc-4886-9999-195e9878780e}" ma:internalName="TaxCatchAll" ma:showField="CatchAllData" ma:web="b196ffa9-5a60-4d29-b06e-ee8cd3f24d98">
      <xsd:complexType>
        <xsd:complexContent>
          <xsd:extension base="dms:MultiChoiceLookup">
            <xsd:sequence>
              <xsd:element name="Value" type="dms:Lookup" maxOccurs="unbounded" minOccurs="0" nillable="true"/>
            </xsd:sequence>
          </xsd:extension>
        </xsd:complexContent>
      </xsd:complexType>
    </xsd:element>
    <xsd:element name="SharedWithUsers" ma:index="2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106cf1b1-6dd6-4858-a125-4e856adba774">
      <Terms xmlns="http://schemas.microsoft.com/office/infopath/2007/PartnerControls"/>
    </lcf76f155ced4ddcb4097134ff3c332f>
    <TaxCatchAll xmlns="b196ffa9-5a60-4d29-b06e-ee8cd3f24d98" xsi:nil="true"/>
    <ArchiverLinkFileType xmlns="106cf1b1-6dd6-4858-a125-4e856adba774" xsi:nil="true"/>
  </documentManagement>
</p:properties>
</file>

<file path=customXml/itemProps1.xml><?xml version="1.0" encoding="utf-8"?>
<ds:datastoreItem xmlns:ds="http://schemas.openxmlformats.org/officeDocument/2006/customXml" ds:itemID="{CCE4D3DB-EDB9-41DA-9E1E-FE09D31471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06cf1b1-6dd6-4858-a125-4e856adba774"/>
    <ds:schemaRef ds:uri="b196ffa9-5a60-4d29-b06e-ee8cd3f24d9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0266BEEB-B7D9-4212-9B40-A4CC945F8D5F}">
  <ds:schemaRefs>
    <ds:schemaRef ds:uri="http://schemas.microsoft.com/sharepoint/v3/contenttype/forms"/>
  </ds:schemaRefs>
</ds:datastoreItem>
</file>

<file path=customXml/itemProps3.xml><?xml version="1.0" encoding="utf-8"?>
<ds:datastoreItem xmlns:ds="http://schemas.openxmlformats.org/officeDocument/2006/customXml" ds:itemID="{ACEDA376-538B-4F47-8192-BD3EB43C8D3C}">
  <ds:schemaRefs>
    <ds:schemaRef ds:uri="http://purl.org/dc/terms/"/>
    <ds:schemaRef ds:uri="http://schemas.openxmlformats.org/package/2006/metadata/core-properties"/>
    <ds:schemaRef ds:uri="b196ffa9-5a60-4d29-b06e-ee8cd3f24d98"/>
    <ds:schemaRef ds:uri="http://purl.org/dc/elements/1.1/"/>
    <ds:schemaRef ds:uri="http://schemas.microsoft.com/office/infopath/2007/PartnerControls"/>
    <ds:schemaRef ds:uri="http://schemas.microsoft.com/office/2006/documentManagement/types"/>
    <ds:schemaRef ds:uri="106cf1b1-6dd6-4858-a125-4e856adba774"/>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2083</TotalTime>
  <Words>2456</Words>
  <Application>Microsoft Macintosh PowerPoint</Application>
  <PresentationFormat>Panorámica</PresentationFormat>
  <Paragraphs>445</Paragraphs>
  <Slides>156</Slides>
  <Notes>8</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156</vt:i4>
      </vt:variant>
    </vt:vector>
  </HeadingPairs>
  <TitlesOfParts>
    <vt:vector size="162" baseType="lpstr">
      <vt:lpstr>Movistar Sans Medium</vt:lpstr>
      <vt:lpstr>Movistar Sans</vt:lpstr>
      <vt:lpstr>Movistar Sans Extrabold</vt:lpstr>
      <vt:lpstr>Arial</vt:lpstr>
      <vt:lpstr>Aptos</vt:lpstr>
      <vt:lpstr>Movistar</vt:lpstr>
      <vt:lpstr>Título de sección compuesto en dos líneas</vt:lpstr>
      <vt:lpstr>Título de sección compuesto en dos líneas</vt:lpstr>
      <vt:lpstr>AgendaNombre Presentación</vt:lpstr>
      <vt:lpstr>AgendaNombre Presentación</vt:lpstr>
      <vt:lpstr>Título de sección compuesto en 2 líneas</vt:lpstr>
      <vt:lpstr>Título de sección compuesto en 2 líneas</vt:lpstr>
      <vt:lpstr>Título de sección compuesto en 2 líneas</vt:lpstr>
      <vt:lpstr>Título de sección compuesto en 2 líneas</vt:lpstr>
      <vt:lpstr>Título de sección compuesto en 2 líneas</vt:lpstr>
      <vt:lpstr>Título de sección compuesto en 2 líneas</vt:lpstr>
      <vt:lpstr>Título de sección compuesto en 2 líneas</vt:lpstr>
      <vt:lpstr>Titulo de la sección</vt:lpstr>
      <vt:lpstr>Titulo de la sección</vt:lpstr>
      <vt:lpstr>Titulo de la sección</vt:lpstr>
      <vt:lpstr> </vt:lpstr>
      <vt:lpstr>Título de la sección. Ejemplo 2 paneles</vt:lpstr>
      <vt:lpstr>Titulo de la sección. Ejemplo 3 paneles</vt:lpstr>
      <vt:lpstr>Título de la sección</vt:lpstr>
      <vt:lpstr>Titulo de la sección</vt:lpstr>
      <vt:lpstr>Titulo de la sección</vt:lpstr>
      <vt:lpstr>Planograma</vt:lpstr>
      <vt:lpstr>Ejemplo Tabla</vt:lpstr>
      <vt:lpstr> </vt:lpstr>
      <vt:lpstr>Título de sección</vt:lpstr>
      <vt:lpstr>Título de sección</vt:lpstr>
      <vt:lpstr>Título de sección</vt:lpstr>
      <vt:lpstr>Título de sección</vt:lpstr>
      <vt:lpstr>Título de sección</vt:lpstr>
      <vt:lpstr>Título de sección</vt:lpstr>
      <vt:lpstr>Título de sección</vt:lpstr>
      <vt:lpstr>Título de sección</vt:lpstr>
      <vt:lpstr>Título de sección</vt:lpstr>
      <vt:lpstr>Título de sección compuesto en</vt:lpstr>
      <vt:lpstr>Título de sección compuesto en</vt:lpstr>
      <vt:lpstr>Título de sección compuesto en dos líneas</vt:lpstr>
      <vt:lpstr>Título de sección compuesto en dos líneas</vt:lpstr>
      <vt:lpstr>Título de sección compuesto en dos líneas</vt:lpstr>
      <vt:lpstr>Título de sección compuesto en dos líneas</vt:lpstr>
      <vt:lpstr>Título de sección compuesto en dos líneas</vt:lpstr>
      <vt:lpstr>Título de sección compuesto en dos líneas</vt:lpstr>
      <vt:lpstr>Título de sección compuesto</vt:lpstr>
      <vt:lpstr>Título de sección compuesto</vt:lpstr>
      <vt:lpstr>Título de sección compuesto</vt:lpstr>
      <vt:lpstr>Título de sección compuesto</vt:lpstr>
      <vt:lpstr>Título de sección compuesto</vt:lpstr>
      <vt:lpstr>Título de sección compuesto</vt:lpstr>
      <vt:lpstr>Título de sección compuesto</vt:lpstr>
      <vt:lpstr>Título de sección compuesto</vt:lpstr>
      <vt:lpstr>Título de sección compuesto</vt:lpstr>
      <vt:lpstr>Título de sección compuesto</vt:lpstr>
      <vt:lpstr>Título de sección compuesto en dos líneas</vt:lpstr>
      <vt:lpstr>Título de sección compuesto en dos líneas</vt:lpstr>
      <vt:lpstr>Título de sección compuesto en dos líneas</vt:lpstr>
      <vt:lpstr>Título de sección compuesto en dos líneas</vt:lpstr>
      <vt:lpstr>Título de sección compuesto en dos líneas</vt:lpstr>
      <vt:lpstr>Título de sección compuesto en</vt:lpstr>
      <vt:lpstr>Título de sección compuesto en dos líneas</vt:lpstr>
      <vt:lpstr>Título de sección compuesto en</vt:lpstr>
      <vt:lpstr>Título de sección compuesto en</vt:lpstr>
      <vt:lpstr>Título de sección compuesto en</vt:lpstr>
      <vt:lpstr>Título de sección compuesto en dos líneas</vt:lpstr>
      <vt:lpstr>Título de sección compuesto en dos líneas</vt:lpstr>
      <vt:lpstr>Título de sección compuesto en dos líneas</vt:lpstr>
      <vt:lpstr>Título de sección compuesto en dos líneas</vt:lpstr>
      <vt:lpstr>Título de sección compuesto en dos líneas</vt:lpstr>
      <vt:lpstr>Título de sección compuesto en dos líneas</vt:lpstr>
      <vt:lpstr>Título de sección compuesto</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vt:lpstr>
      <vt:lpstr>Título de sección compuesto en dos líneas</vt:lpstr>
      <vt:lpstr>Título de sección</vt:lpstr>
      <vt:lpstr> </vt:lpstr>
      <vt:lpstr> </vt:lpstr>
      <vt:lpstr> </vt:lpstr>
      <vt:lpstr> </vt:lpstr>
      <vt:lpstr> </vt:lpstr>
      <vt:lpstr> </vt:lpstr>
      <vt:lpstr> </vt:lpstr>
      <vt:lpstr> </vt:lpstr>
      <vt:lpstr> </vt:lpstr>
      <vt:lpstr> </vt:lpstr>
      <vt:lpstr>Título de sección compuesto</vt:lpstr>
      <vt:lpstr>Título de sección compuesto</vt:lpstr>
      <vt:lpstr>Título de sección compuesto</vt:lpstr>
      <vt:lpstr>Título de sección compuesto</vt:lpstr>
      <vt:lpstr>Título de sección compuesto</vt:lpstr>
      <vt:lpstr>Título de sección compuesto</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Separador con numero</vt:lpstr>
      <vt:lpstr>Separador con numero</vt:lpstr>
      <vt:lpstr>Separador con numero</vt:lpstr>
      <vt:lpstr>Separador con numero</vt:lpstr>
      <vt:lpstr>Separador con numero</vt:lpstr>
      <vt:lpstr>Separador con numero</vt:lpstr>
      <vt:lpstr>Separador con número</vt:lpstr>
      <vt:lpstr>Titulo de página Movistar Sans 48pt</vt:lpstr>
      <vt:lpstr>Un titular grande de dos líneas para abrir un bloque a dos columnas</vt:lpstr>
      <vt:lpstr>Titulo de página Movistar Sans 48pt</vt:lpstr>
      <vt:lpstr>Titulo de página Movistar Sans 29pt</vt:lpstr>
      <vt:lpstr>Titulo de página Movistar Sans 29pt</vt:lpstr>
      <vt:lpstr>Titulo de página Movistar Sans 29pt</vt:lpstr>
      <vt:lpstr>Titulo de página Movistar Sans 32pt</vt:lpstr>
      <vt:lpstr>Titulo de página Movistar Sans 32pt</vt:lpstr>
      <vt:lpstr>Titulo de página Movistar Sans 32pt</vt:lpstr>
      <vt:lpstr>Titulo de página Movistar Sans 29pt</vt:lpstr>
      <vt:lpstr>Titulo de página Movistar Sans 29pt</vt:lpstr>
      <vt:lpstr>Titulo de página Movistar Sans 29pt</vt:lpstr>
      <vt:lpstr>Titulo de página Movistar Sans 29pt</vt:lpstr>
      <vt:lpstr>Titulo de página Movistar Sans 29pt</vt:lpstr>
      <vt:lpstr> </vt:lpstr>
      <vt:lpstr> </vt:lpstr>
      <vt:lpstr> </vt:lpstr>
      <vt:lpstr> </vt:lpstr>
      <vt:lpstr> </vt:lpstr>
      <vt:lpstr> </vt:lpstr>
      <vt:lpstr> </vt:lpstr>
      <vt:lpstr> </vt:lpstr>
      <vt:lpstr>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Isabella Free</dc:creator>
  <cp:keywords/>
  <dc:description/>
  <cp:lastModifiedBy>Emilio Jimenez</cp:lastModifiedBy>
  <cp:revision>7</cp:revision>
  <dcterms:created xsi:type="dcterms:W3CDTF">2026-01-15T10:58:30Z</dcterms:created>
  <dcterms:modified xsi:type="dcterms:W3CDTF">2026-03-20T15:04:43Z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0x0101008CE34898BDC43C409E17E09C9173810A</vt:lpwstr>
  </property>
  <property fmtid="{D5CDD505-2E9C-101B-9397-08002B2CF9AE}" pid="3" name="MediaServiceImageTags">
    <vt:lpwstr/>
  </property>
</Properties>
</file>